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ink/ink4.xml" ContentType="application/inkml+xml"/>
  <Override PartName="/ppt/ink/ink5.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0"/>
  </p:notesMasterIdLst>
  <p:sldIdLst>
    <p:sldId id="256" r:id="rId5"/>
    <p:sldId id="257" r:id="rId6"/>
    <p:sldId id="258"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93" r:id="rId32"/>
    <p:sldId id="284" r:id="rId33"/>
    <p:sldId id="285" r:id="rId34"/>
    <p:sldId id="286" r:id="rId35"/>
    <p:sldId id="287" r:id="rId36"/>
    <p:sldId id="288" r:id="rId37"/>
    <p:sldId id="289" r:id="rId38"/>
    <p:sldId id="315" r:id="rId39"/>
    <p:sldId id="291" r:id="rId40"/>
    <p:sldId id="292"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1" autoAdjust="0"/>
    <p:restoredTop sz="94667"/>
  </p:normalViewPr>
  <p:slideViewPr>
    <p:cSldViewPr snapToGrid="0">
      <p:cViewPr varScale="1">
        <p:scale>
          <a:sx n="84" d="100"/>
          <a:sy n="84" d="100"/>
        </p:scale>
        <p:origin x="11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Sugata Gangopadhyay" userId="5fbd9f87-0a98-489d-9d45-82abac52020a" providerId="ADAL" clId="{4ACBC6C6-645A-4BB1-96CC-1A36D3AF8CF8}"/>
    <pc:docChg chg="undo custSel modSld">
      <pc:chgData name="Dr.Sugata Gangopadhyay" userId="5fbd9f87-0a98-489d-9d45-82abac52020a" providerId="ADAL" clId="{4ACBC6C6-645A-4BB1-96CC-1A36D3AF8CF8}" dt="2025-02-22T03:08:57.258" v="442"/>
      <pc:docMkLst>
        <pc:docMk/>
      </pc:docMkLst>
      <pc:sldChg chg="addSp delSp">
        <pc:chgData name="Dr.Sugata Gangopadhyay" userId="5fbd9f87-0a98-489d-9d45-82abac52020a" providerId="ADAL" clId="{4ACBC6C6-645A-4BB1-96CC-1A36D3AF8CF8}" dt="2025-02-22T02:47:57.829" v="36"/>
        <pc:sldMkLst>
          <pc:docMk/>
          <pc:sldMk cId="560322647" sldId="291"/>
        </pc:sldMkLst>
        <pc:inkChg chg="add">
          <ac:chgData name="Dr.Sugata Gangopadhyay" userId="5fbd9f87-0a98-489d-9d45-82abac52020a" providerId="ADAL" clId="{4ACBC6C6-645A-4BB1-96CC-1A36D3AF8CF8}" dt="2025-02-22T02:45:26.678" v="13"/>
          <ac:inkMkLst>
            <pc:docMk/>
            <pc:sldMk cId="560322647" sldId="291"/>
            <ac:inkMk id="4" creationId="{748AFC3D-C6E7-4A37-B2D3-DDB3B1554E24}"/>
          </ac:inkMkLst>
        </pc:inkChg>
        <pc:inkChg chg="add del">
          <ac:chgData name="Dr.Sugata Gangopadhyay" userId="5fbd9f87-0a98-489d-9d45-82abac52020a" providerId="ADAL" clId="{4ACBC6C6-645A-4BB1-96CC-1A36D3AF8CF8}" dt="2025-02-22T02:45:43.084" v="19"/>
          <ac:inkMkLst>
            <pc:docMk/>
            <pc:sldMk cId="560322647" sldId="291"/>
            <ac:inkMk id="5" creationId="{4883B78E-755B-4F97-A988-A07C542611E6}"/>
          </ac:inkMkLst>
        </pc:inkChg>
        <pc:inkChg chg="add del">
          <ac:chgData name="Dr.Sugata Gangopadhyay" userId="5fbd9f87-0a98-489d-9d45-82abac52020a" providerId="ADAL" clId="{4ACBC6C6-645A-4BB1-96CC-1A36D3AF8CF8}" dt="2025-02-22T02:45:43.084" v="19"/>
          <ac:inkMkLst>
            <pc:docMk/>
            <pc:sldMk cId="560322647" sldId="291"/>
            <ac:inkMk id="6" creationId="{A5B2D5C0-E02D-4635-AD20-0E276667C012}"/>
          </ac:inkMkLst>
        </pc:inkChg>
        <pc:inkChg chg="add">
          <ac:chgData name="Dr.Sugata Gangopadhyay" userId="5fbd9f87-0a98-489d-9d45-82abac52020a" providerId="ADAL" clId="{4ACBC6C6-645A-4BB1-96CC-1A36D3AF8CF8}" dt="2025-02-22T02:45:40.323" v="16"/>
          <ac:inkMkLst>
            <pc:docMk/>
            <pc:sldMk cId="560322647" sldId="291"/>
            <ac:inkMk id="7" creationId="{72561DFA-5785-4F3A-827B-11159E217A0D}"/>
          </ac:inkMkLst>
        </pc:inkChg>
        <pc:inkChg chg="add del">
          <ac:chgData name="Dr.Sugata Gangopadhyay" userId="5fbd9f87-0a98-489d-9d45-82abac52020a" providerId="ADAL" clId="{4ACBC6C6-645A-4BB1-96CC-1A36D3AF8CF8}" dt="2025-02-22T02:45:43.084" v="19"/>
          <ac:inkMkLst>
            <pc:docMk/>
            <pc:sldMk cId="560322647" sldId="291"/>
            <ac:inkMk id="8" creationId="{2A6969D4-635D-4496-B351-5AC933871089}"/>
          </ac:inkMkLst>
        </pc:inkChg>
        <pc:inkChg chg="add del">
          <ac:chgData name="Dr.Sugata Gangopadhyay" userId="5fbd9f87-0a98-489d-9d45-82abac52020a" providerId="ADAL" clId="{4ACBC6C6-645A-4BB1-96CC-1A36D3AF8CF8}" dt="2025-02-22T02:45:43.084" v="19"/>
          <ac:inkMkLst>
            <pc:docMk/>
            <pc:sldMk cId="560322647" sldId="291"/>
            <ac:inkMk id="9" creationId="{B611CB47-B15E-4301-BF00-DAF93C0DF974}"/>
          </ac:inkMkLst>
        </pc:inkChg>
        <pc:inkChg chg="add">
          <ac:chgData name="Dr.Sugata Gangopadhyay" userId="5fbd9f87-0a98-489d-9d45-82abac52020a" providerId="ADAL" clId="{4ACBC6C6-645A-4BB1-96CC-1A36D3AF8CF8}" dt="2025-02-22T02:45:43.084" v="19"/>
          <ac:inkMkLst>
            <pc:docMk/>
            <pc:sldMk cId="560322647" sldId="291"/>
            <ac:inkMk id="10" creationId="{87BC6768-36C2-416B-B952-08290E6FDB65}"/>
          </ac:inkMkLst>
        </pc:inkChg>
        <pc:inkChg chg="add">
          <ac:chgData name="Dr.Sugata Gangopadhyay" userId="5fbd9f87-0a98-489d-9d45-82abac52020a" providerId="ADAL" clId="{4ACBC6C6-645A-4BB1-96CC-1A36D3AF8CF8}" dt="2025-02-22T02:45:43.084" v="19"/>
          <ac:inkMkLst>
            <pc:docMk/>
            <pc:sldMk cId="560322647" sldId="291"/>
            <ac:inkMk id="11" creationId="{B1A55A3B-EBB0-4897-A229-1D5B69F89BC6}"/>
          </ac:inkMkLst>
        </pc:inkChg>
        <pc:inkChg chg="add del">
          <ac:chgData name="Dr.Sugata Gangopadhyay" userId="5fbd9f87-0a98-489d-9d45-82abac52020a" providerId="ADAL" clId="{4ACBC6C6-645A-4BB1-96CC-1A36D3AF8CF8}" dt="2025-02-22T02:46:10.617" v="23"/>
          <ac:inkMkLst>
            <pc:docMk/>
            <pc:sldMk cId="560322647" sldId="291"/>
            <ac:inkMk id="12" creationId="{AE4DC3D3-0A3A-4619-A573-AE17D8FB8E75}"/>
          </ac:inkMkLst>
        </pc:inkChg>
        <pc:inkChg chg="add del">
          <ac:chgData name="Dr.Sugata Gangopadhyay" userId="5fbd9f87-0a98-489d-9d45-82abac52020a" providerId="ADAL" clId="{4ACBC6C6-645A-4BB1-96CC-1A36D3AF8CF8}" dt="2025-02-22T02:47:49.975" v="34"/>
          <ac:inkMkLst>
            <pc:docMk/>
            <pc:sldMk cId="560322647" sldId="291"/>
            <ac:inkMk id="13" creationId="{D8763813-C69E-431D-96C2-A2A9DD748289}"/>
          </ac:inkMkLst>
        </pc:inkChg>
        <pc:inkChg chg="add del">
          <ac:chgData name="Dr.Sugata Gangopadhyay" userId="5fbd9f87-0a98-489d-9d45-82abac52020a" providerId="ADAL" clId="{4ACBC6C6-645A-4BB1-96CC-1A36D3AF8CF8}" dt="2025-02-22T02:46:10.617" v="23"/>
          <ac:inkMkLst>
            <pc:docMk/>
            <pc:sldMk cId="560322647" sldId="291"/>
            <ac:inkMk id="14" creationId="{904C6475-3434-4732-A255-5268F6E38F9A}"/>
          </ac:inkMkLst>
        </pc:inkChg>
        <pc:inkChg chg="add del">
          <ac:chgData name="Dr.Sugata Gangopadhyay" userId="5fbd9f87-0a98-489d-9d45-82abac52020a" providerId="ADAL" clId="{4ACBC6C6-645A-4BB1-96CC-1A36D3AF8CF8}" dt="2025-02-22T02:47:49.975" v="34"/>
          <ac:inkMkLst>
            <pc:docMk/>
            <pc:sldMk cId="560322647" sldId="291"/>
            <ac:inkMk id="15" creationId="{CC2A00DE-FE32-4785-BF0F-E3435A95C715}"/>
          </ac:inkMkLst>
        </pc:inkChg>
        <pc:inkChg chg="add del">
          <ac:chgData name="Dr.Sugata Gangopadhyay" userId="5fbd9f87-0a98-489d-9d45-82abac52020a" providerId="ADAL" clId="{4ACBC6C6-645A-4BB1-96CC-1A36D3AF8CF8}" dt="2025-02-22T02:47:49.975" v="34"/>
          <ac:inkMkLst>
            <pc:docMk/>
            <pc:sldMk cId="560322647" sldId="291"/>
            <ac:inkMk id="16" creationId="{386CA831-D2E1-4308-B2D2-A0018E2721E0}"/>
          </ac:inkMkLst>
        </pc:inkChg>
        <pc:inkChg chg="add del">
          <ac:chgData name="Dr.Sugata Gangopadhyay" userId="5fbd9f87-0a98-489d-9d45-82abac52020a" providerId="ADAL" clId="{4ACBC6C6-645A-4BB1-96CC-1A36D3AF8CF8}" dt="2025-02-22T02:47:57.829" v="36"/>
          <ac:inkMkLst>
            <pc:docMk/>
            <pc:sldMk cId="560322647" sldId="291"/>
            <ac:inkMk id="17" creationId="{C799D3DA-9251-42C3-975D-07D8F6CB0AF2}"/>
          </ac:inkMkLst>
        </pc:inkChg>
        <pc:inkChg chg="add del">
          <ac:chgData name="Dr.Sugata Gangopadhyay" userId="5fbd9f87-0a98-489d-9d45-82abac52020a" providerId="ADAL" clId="{4ACBC6C6-645A-4BB1-96CC-1A36D3AF8CF8}" dt="2025-02-22T02:47:57.829" v="36"/>
          <ac:inkMkLst>
            <pc:docMk/>
            <pc:sldMk cId="560322647" sldId="291"/>
            <ac:inkMk id="18" creationId="{C123E980-ABB6-4802-9392-D98918641CD7}"/>
          </ac:inkMkLst>
        </pc:inkChg>
        <pc:inkChg chg="add">
          <ac:chgData name="Dr.Sugata Gangopadhyay" userId="5fbd9f87-0a98-489d-9d45-82abac52020a" providerId="ADAL" clId="{4ACBC6C6-645A-4BB1-96CC-1A36D3AF8CF8}" dt="2025-02-22T02:47:57.829" v="36"/>
          <ac:inkMkLst>
            <pc:docMk/>
            <pc:sldMk cId="560322647" sldId="291"/>
            <ac:inkMk id="19" creationId="{274D05CD-C5FF-446C-9D5B-43BC599B869D}"/>
          </ac:inkMkLst>
        </pc:inkChg>
      </pc:sldChg>
      <pc:sldChg chg="addSp delSp">
        <pc:chgData name="Dr.Sugata Gangopadhyay" userId="5fbd9f87-0a98-489d-9d45-82abac52020a" providerId="ADAL" clId="{4ACBC6C6-645A-4BB1-96CC-1A36D3AF8CF8}" dt="2025-02-22T02:50:42.673" v="78"/>
        <pc:sldMkLst>
          <pc:docMk/>
          <pc:sldMk cId="2105901819" sldId="292"/>
        </pc:sldMkLst>
        <pc:inkChg chg="add del">
          <ac:chgData name="Dr.Sugata Gangopadhyay" userId="5fbd9f87-0a98-489d-9d45-82abac52020a" providerId="ADAL" clId="{4ACBC6C6-645A-4BB1-96CC-1A36D3AF8CF8}" dt="2025-02-22T02:46:44.198" v="27"/>
          <ac:inkMkLst>
            <pc:docMk/>
            <pc:sldMk cId="2105901819" sldId="292"/>
            <ac:inkMk id="4" creationId="{D061392A-6158-44F7-BDD1-5BF45C1E0309}"/>
          </ac:inkMkLst>
        </pc:inkChg>
        <pc:inkChg chg="add del">
          <ac:chgData name="Dr.Sugata Gangopadhyay" userId="5fbd9f87-0a98-489d-9d45-82abac52020a" providerId="ADAL" clId="{4ACBC6C6-645A-4BB1-96CC-1A36D3AF8CF8}" dt="2025-02-22T02:46:44.198" v="27"/>
          <ac:inkMkLst>
            <pc:docMk/>
            <pc:sldMk cId="2105901819" sldId="292"/>
            <ac:inkMk id="5" creationId="{6407247A-0385-4E7B-A413-5DB63733FFCF}"/>
          </ac:inkMkLst>
        </pc:inkChg>
        <pc:inkChg chg="add del">
          <ac:chgData name="Dr.Sugata Gangopadhyay" userId="5fbd9f87-0a98-489d-9d45-82abac52020a" providerId="ADAL" clId="{4ACBC6C6-645A-4BB1-96CC-1A36D3AF8CF8}" dt="2025-02-22T02:46:44.198" v="27"/>
          <ac:inkMkLst>
            <pc:docMk/>
            <pc:sldMk cId="2105901819" sldId="292"/>
            <ac:inkMk id="6" creationId="{FF74C196-BDA0-4D10-AA9D-002F07F467A6}"/>
          </ac:inkMkLst>
        </pc:inkChg>
        <pc:inkChg chg="add del">
          <ac:chgData name="Dr.Sugata Gangopadhyay" userId="5fbd9f87-0a98-489d-9d45-82abac52020a" providerId="ADAL" clId="{4ACBC6C6-645A-4BB1-96CC-1A36D3AF8CF8}" dt="2025-02-22T02:46:53.557" v="29"/>
          <ac:inkMkLst>
            <pc:docMk/>
            <pc:sldMk cId="2105901819" sldId="292"/>
            <ac:inkMk id="7" creationId="{3813FF8C-6A9E-40DF-92C2-9E1ACDCA48AD}"/>
          </ac:inkMkLst>
        </pc:inkChg>
        <pc:inkChg chg="add del">
          <ac:chgData name="Dr.Sugata Gangopadhyay" userId="5fbd9f87-0a98-489d-9d45-82abac52020a" providerId="ADAL" clId="{4ACBC6C6-645A-4BB1-96CC-1A36D3AF8CF8}" dt="2025-02-22T02:46:53.557" v="29"/>
          <ac:inkMkLst>
            <pc:docMk/>
            <pc:sldMk cId="2105901819" sldId="292"/>
            <ac:inkMk id="8" creationId="{F9644644-A2DB-4293-9ECB-2B68CBECB95C}"/>
          </ac:inkMkLst>
        </pc:inkChg>
        <pc:inkChg chg="add del">
          <ac:chgData name="Dr.Sugata Gangopadhyay" userId="5fbd9f87-0a98-489d-9d45-82abac52020a" providerId="ADAL" clId="{4ACBC6C6-645A-4BB1-96CC-1A36D3AF8CF8}" dt="2025-02-22T02:47:45.071" v="32"/>
          <ac:inkMkLst>
            <pc:docMk/>
            <pc:sldMk cId="2105901819" sldId="292"/>
            <ac:inkMk id="9" creationId="{BA392038-62B8-4FD7-A236-FDE3BB3EA238}"/>
          </ac:inkMkLst>
        </pc:inkChg>
        <pc:inkChg chg="add del">
          <ac:chgData name="Dr.Sugata Gangopadhyay" userId="5fbd9f87-0a98-489d-9d45-82abac52020a" providerId="ADAL" clId="{4ACBC6C6-645A-4BB1-96CC-1A36D3AF8CF8}" dt="2025-02-22T02:48:23.573" v="39"/>
          <ac:inkMkLst>
            <pc:docMk/>
            <pc:sldMk cId="2105901819" sldId="292"/>
            <ac:inkMk id="10" creationId="{4748D433-A80D-4EFF-8112-F94871C1C1B4}"/>
          </ac:inkMkLst>
        </pc:inkChg>
        <pc:inkChg chg="add del">
          <ac:chgData name="Dr.Sugata Gangopadhyay" userId="5fbd9f87-0a98-489d-9d45-82abac52020a" providerId="ADAL" clId="{4ACBC6C6-645A-4BB1-96CC-1A36D3AF8CF8}" dt="2025-02-22T02:47:45.071" v="32"/>
          <ac:inkMkLst>
            <pc:docMk/>
            <pc:sldMk cId="2105901819" sldId="292"/>
            <ac:inkMk id="11" creationId="{6EFC2461-A7F5-41AB-9AB7-5128B03FD311}"/>
          </ac:inkMkLst>
        </pc:inkChg>
        <pc:inkChg chg="add del">
          <ac:chgData name="Dr.Sugata Gangopadhyay" userId="5fbd9f87-0a98-489d-9d45-82abac52020a" providerId="ADAL" clId="{4ACBC6C6-645A-4BB1-96CC-1A36D3AF8CF8}" dt="2025-02-22T02:48:23.573" v="39"/>
          <ac:inkMkLst>
            <pc:docMk/>
            <pc:sldMk cId="2105901819" sldId="292"/>
            <ac:inkMk id="12" creationId="{F2BB8E9C-BF65-4711-873C-0032AA1E93BA}"/>
          </ac:inkMkLst>
        </pc:inkChg>
        <pc:inkChg chg="add del">
          <ac:chgData name="Dr.Sugata Gangopadhyay" userId="5fbd9f87-0a98-489d-9d45-82abac52020a" providerId="ADAL" clId="{4ACBC6C6-645A-4BB1-96CC-1A36D3AF8CF8}" dt="2025-02-22T02:48:37.266" v="43"/>
          <ac:inkMkLst>
            <pc:docMk/>
            <pc:sldMk cId="2105901819" sldId="292"/>
            <ac:inkMk id="13" creationId="{2EB47D92-CD77-4A68-8F30-BDA74BDB8603}"/>
          </ac:inkMkLst>
        </pc:inkChg>
        <pc:inkChg chg="add del">
          <ac:chgData name="Dr.Sugata Gangopadhyay" userId="5fbd9f87-0a98-489d-9d45-82abac52020a" providerId="ADAL" clId="{4ACBC6C6-645A-4BB1-96CC-1A36D3AF8CF8}" dt="2025-02-22T02:48:23.573" v="39"/>
          <ac:inkMkLst>
            <pc:docMk/>
            <pc:sldMk cId="2105901819" sldId="292"/>
            <ac:inkMk id="14" creationId="{C6D9EE73-3596-4ABD-8B7B-2C0F1033B929}"/>
          </ac:inkMkLst>
        </pc:inkChg>
        <pc:inkChg chg="add del">
          <ac:chgData name="Dr.Sugata Gangopadhyay" userId="5fbd9f87-0a98-489d-9d45-82abac52020a" providerId="ADAL" clId="{4ACBC6C6-645A-4BB1-96CC-1A36D3AF8CF8}" dt="2025-02-22T02:48:37.266" v="43"/>
          <ac:inkMkLst>
            <pc:docMk/>
            <pc:sldMk cId="2105901819" sldId="292"/>
            <ac:inkMk id="15" creationId="{BED1D2E1-3A9F-4EC6-B099-6DC9ED931A87}"/>
          </ac:inkMkLst>
        </pc:inkChg>
        <pc:inkChg chg="add del">
          <ac:chgData name="Dr.Sugata Gangopadhyay" userId="5fbd9f87-0a98-489d-9d45-82abac52020a" providerId="ADAL" clId="{4ACBC6C6-645A-4BB1-96CC-1A36D3AF8CF8}" dt="2025-02-22T02:48:37.266" v="43"/>
          <ac:inkMkLst>
            <pc:docMk/>
            <pc:sldMk cId="2105901819" sldId="292"/>
            <ac:inkMk id="16" creationId="{7C4D6260-C30A-4F9A-9FB0-960A9568C7F2}"/>
          </ac:inkMkLst>
        </pc:inkChg>
        <pc:inkChg chg="add del">
          <ac:chgData name="Dr.Sugata Gangopadhyay" userId="5fbd9f87-0a98-489d-9d45-82abac52020a" providerId="ADAL" clId="{4ACBC6C6-645A-4BB1-96CC-1A36D3AF8CF8}" dt="2025-02-22T02:48:37.266" v="43"/>
          <ac:inkMkLst>
            <pc:docMk/>
            <pc:sldMk cId="2105901819" sldId="292"/>
            <ac:inkMk id="17" creationId="{121D6B9D-DBF3-4D19-A350-CBEC11763A2B}"/>
          </ac:inkMkLst>
        </pc:inkChg>
        <pc:inkChg chg="add del">
          <ac:chgData name="Dr.Sugata Gangopadhyay" userId="5fbd9f87-0a98-489d-9d45-82abac52020a" providerId="ADAL" clId="{4ACBC6C6-645A-4BB1-96CC-1A36D3AF8CF8}" dt="2025-02-22T02:48:37.266" v="43"/>
          <ac:inkMkLst>
            <pc:docMk/>
            <pc:sldMk cId="2105901819" sldId="292"/>
            <ac:inkMk id="18" creationId="{B726D658-DF5F-4F41-9B66-7407F9A8FA6E}"/>
          </ac:inkMkLst>
        </pc:inkChg>
        <pc:inkChg chg="add del">
          <ac:chgData name="Dr.Sugata Gangopadhyay" userId="5fbd9f87-0a98-489d-9d45-82abac52020a" providerId="ADAL" clId="{4ACBC6C6-645A-4BB1-96CC-1A36D3AF8CF8}" dt="2025-02-22T02:48:46.769" v="48"/>
          <ac:inkMkLst>
            <pc:docMk/>
            <pc:sldMk cId="2105901819" sldId="292"/>
            <ac:inkMk id="19" creationId="{52E567A1-345C-4AE1-8A93-B5B3862BC70F}"/>
          </ac:inkMkLst>
        </pc:inkChg>
        <pc:inkChg chg="add del">
          <ac:chgData name="Dr.Sugata Gangopadhyay" userId="5fbd9f87-0a98-489d-9d45-82abac52020a" providerId="ADAL" clId="{4ACBC6C6-645A-4BB1-96CC-1A36D3AF8CF8}" dt="2025-02-22T02:48:46.769" v="48"/>
          <ac:inkMkLst>
            <pc:docMk/>
            <pc:sldMk cId="2105901819" sldId="292"/>
            <ac:inkMk id="20" creationId="{B83BF442-1AAF-4A5E-B203-A09452139486}"/>
          </ac:inkMkLst>
        </pc:inkChg>
        <pc:inkChg chg="add del">
          <ac:chgData name="Dr.Sugata Gangopadhyay" userId="5fbd9f87-0a98-489d-9d45-82abac52020a" providerId="ADAL" clId="{4ACBC6C6-645A-4BB1-96CC-1A36D3AF8CF8}" dt="2025-02-22T02:48:46.769" v="48"/>
          <ac:inkMkLst>
            <pc:docMk/>
            <pc:sldMk cId="2105901819" sldId="292"/>
            <ac:inkMk id="21" creationId="{74A6D907-D038-4996-B055-342940748282}"/>
          </ac:inkMkLst>
        </pc:inkChg>
        <pc:inkChg chg="add del">
          <ac:chgData name="Dr.Sugata Gangopadhyay" userId="5fbd9f87-0a98-489d-9d45-82abac52020a" providerId="ADAL" clId="{4ACBC6C6-645A-4BB1-96CC-1A36D3AF8CF8}" dt="2025-02-22T02:48:46.769" v="48"/>
          <ac:inkMkLst>
            <pc:docMk/>
            <pc:sldMk cId="2105901819" sldId="292"/>
            <ac:inkMk id="22" creationId="{DD6ACC13-5CD3-48ED-9746-5E8B4C36E76B}"/>
          </ac:inkMkLst>
        </pc:inkChg>
        <pc:inkChg chg="add del">
          <ac:chgData name="Dr.Sugata Gangopadhyay" userId="5fbd9f87-0a98-489d-9d45-82abac52020a" providerId="ADAL" clId="{4ACBC6C6-645A-4BB1-96CC-1A36D3AF8CF8}" dt="2025-02-22T02:48:46.769" v="48"/>
          <ac:inkMkLst>
            <pc:docMk/>
            <pc:sldMk cId="2105901819" sldId="292"/>
            <ac:inkMk id="23" creationId="{6313ED43-B2A0-439C-AD0B-D07D8427AA25}"/>
          </ac:inkMkLst>
        </pc:inkChg>
        <pc:inkChg chg="add del">
          <ac:chgData name="Dr.Sugata Gangopadhyay" userId="5fbd9f87-0a98-489d-9d45-82abac52020a" providerId="ADAL" clId="{4ACBC6C6-645A-4BB1-96CC-1A36D3AF8CF8}" dt="2025-02-22T02:48:46.769" v="48"/>
          <ac:inkMkLst>
            <pc:docMk/>
            <pc:sldMk cId="2105901819" sldId="292"/>
            <ac:inkMk id="24" creationId="{7E0E6310-E91E-481C-ACC7-1041FBC3E91E}"/>
          </ac:inkMkLst>
        </pc:inkChg>
        <pc:inkChg chg="add del">
          <ac:chgData name="Dr.Sugata Gangopadhyay" userId="5fbd9f87-0a98-489d-9d45-82abac52020a" providerId="ADAL" clId="{4ACBC6C6-645A-4BB1-96CC-1A36D3AF8CF8}" dt="2025-02-22T02:48:46.769" v="48"/>
          <ac:inkMkLst>
            <pc:docMk/>
            <pc:sldMk cId="2105901819" sldId="292"/>
            <ac:inkMk id="25" creationId="{80974873-873E-4CC6-ADDB-D5954A827939}"/>
          </ac:inkMkLst>
        </pc:inkChg>
        <pc:inkChg chg="add del">
          <ac:chgData name="Dr.Sugata Gangopadhyay" userId="5fbd9f87-0a98-489d-9d45-82abac52020a" providerId="ADAL" clId="{4ACBC6C6-645A-4BB1-96CC-1A36D3AF8CF8}" dt="2025-02-22T02:50:42.673" v="78"/>
          <ac:inkMkLst>
            <pc:docMk/>
            <pc:sldMk cId="2105901819" sldId="292"/>
            <ac:inkMk id="26" creationId="{F7B487E5-8450-43D9-B17C-B4504D4F666D}"/>
          </ac:inkMkLst>
        </pc:inkChg>
        <pc:inkChg chg="add">
          <ac:chgData name="Dr.Sugata Gangopadhyay" userId="5fbd9f87-0a98-489d-9d45-82abac52020a" providerId="ADAL" clId="{4ACBC6C6-645A-4BB1-96CC-1A36D3AF8CF8}" dt="2025-02-22T02:49:14.019" v="49"/>
          <ac:inkMkLst>
            <pc:docMk/>
            <pc:sldMk cId="2105901819" sldId="292"/>
            <ac:inkMk id="27" creationId="{60D14121-4EC5-4903-BD43-60FC4C586BEF}"/>
          </ac:inkMkLst>
        </pc:inkChg>
        <pc:inkChg chg="add del">
          <ac:chgData name="Dr.Sugata Gangopadhyay" userId="5fbd9f87-0a98-489d-9d45-82abac52020a" providerId="ADAL" clId="{4ACBC6C6-645A-4BB1-96CC-1A36D3AF8CF8}" dt="2025-02-22T02:49:27.076" v="62"/>
          <ac:inkMkLst>
            <pc:docMk/>
            <pc:sldMk cId="2105901819" sldId="292"/>
            <ac:inkMk id="28" creationId="{87C3C092-7299-485E-B205-AA96811C16AD}"/>
          </ac:inkMkLst>
        </pc:inkChg>
        <pc:inkChg chg="add del">
          <ac:chgData name="Dr.Sugata Gangopadhyay" userId="5fbd9f87-0a98-489d-9d45-82abac52020a" providerId="ADAL" clId="{4ACBC6C6-645A-4BB1-96CC-1A36D3AF8CF8}" dt="2025-02-22T02:49:27.076" v="62"/>
          <ac:inkMkLst>
            <pc:docMk/>
            <pc:sldMk cId="2105901819" sldId="292"/>
            <ac:inkMk id="29" creationId="{5BFD9FEB-55AF-447E-B73F-D61CF95FBE3D}"/>
          </ac:inkMkLst>
        </pc:inkChg>
        <pc:inkChg chg="add del">
          <ac:chgData name="Dr.Sugata Gangopadhyay" userId="5fbd9f87-0a98-489d-9d45-82abac52020a" providerId="ADAL" clId="{4ACBC6C6-645A-4BB1-96CC-1A36D3AF8CF8}" dt="2025-02-22T02:49:27.076" v="62"/>
          <ac:inkMkLst>
            <pc:docMk/>
            <pc:sldMk cId="2105901819" sldId="292"/>
            <ac:inkMk id="30" creationId="{0A172F36-6C97-4E5E-B2CB-79C7017E07A6}"/>
          </ac:inkMkLst>
        </pc:inkChg>
        <pc:inkChg chg="add del">
          <ac:chgData name="Dr.Sugata Gangopadhyay" userId="5fbd9f87-0a98-489d-9d45-82abac52020a" providerId="ADAL" clId="{4ACBC6C6-645A-4BB1-96CC-1A36D3AF8CF8}" dt="2025-02-22T02:49:27.076" v="62"/>
          <ac:inkMkLst>
            <pc:docMk/>
            <pc:sldMk cId="2105901819" sldId="292"/>
            <ac:inkMk id="31" creationId="{4B23D3D3-A199-4B76-9F7E-5EB0534AC1EC}"/>
          </ac:inkMkLst>
        </pc:inkChg>
        <pc:inkChg chg="add del">
          <ac:chgData name="Dr.Sugata Gangopadhyay" userId="5fbd9f87-0a98-489d-9d45-82abac52020a" providerId="ADAL" clId="{4ACBC6C6-645A-4BB1-96CC-1A36D3AF8CF8}" dt="2025-02-22T02:49:27.076" v="62"/>
          <ac:inkMkLst>
            <pc:docMk/>
            <pc:sldMk cId="2105901819" sldId="292"/>
            <ac:inkMk id="32" creationId="{099F156B-367F-4A89-B33F-ACA2245C900E}"/>
          </ac:inkMkLst>
        </pc:inkChg>
        <pc:inkChg chg="add del">
          <ac:chgData name="Dr.Sugata Gangopadhyay" userId="5fbd9f87-0a98-489d-9d45-82abac52020a" providerId="ADAL" clId="{4ACBC6C6-645A-4BB1-96CC-1A36D3AF8CF8}" dt="2025-02-22T02:49:27.076" v="62"/>
          <ac:inkMkLst>
            <pc:docMk/>
            <pc:sldMk cId="2105901819" sldId="292"/>
            <ac:inkMk id="33" creationId="{ED664369-C399-4773-9515-AB3BDA80D912}"/>
          </ac:inkMkLst>
        </pc:inkChg>
        <pc:inkChg chg="add del">
          <ac:chgData name="Dr.Sugata Gangopadhyay" userId="5fbd9f87-0a98-489d-9d45-82abac52020a" providerId="ADAL" clId="{4ACBC6C6-645A-4BB1-96CC-1A36D3AF8CF8}" dt="2025-02-22T02:49:27.076" v="62"/>
          <ac:inkMkLst>
            <pc:docMk/>
            <pc:sldMk cId="2105901819" sldId="292"/>
            <ac:inkMk id="34" creationId="{A2BC6AD6-2602-4581-BDC6-D87E88D8E9D8}"/>
          </ac:inkMkLst>
        </pc:inkChg>
        <pc:inkChg chg="add del">
          <ac:chgData name="Dr.Sugata Gangopadhyay" userId="5fbd9f87-0a98-489d-9d45-82abac52020a" providerId="ADAL" clId="{4ACBC6C6-645A-4BB1-96CC-1A36D3AF8CF8}" dt="2025-02-22T02:49:27.076" v="62"/>
          <ac:inkMkLst>
            <pc:docMk/>
            <pc:sldMk cId="2105901819" sldId="292"/>
            <ac:inkMk id="35" creationId="{C0E4477B-8D36-49EB-B826-7FF85410ACAB}"/>
          </ac:inkMkLst>
        </pc:inkChg>
        <pc:inkChg chg="add del">
          <ac:chgData name="Dr.Sugata Gangopadhyay" userId="5fbd9f87-0a98-489d-9d45-82abac52020a" providerId="ADAL" clId="{4ACBC6C6-645A-4BB1-96CC-1A36D3AF8CF8}" dt="2025-02-22T02:49:27.076" v="62"/>
          <ac:inkMkLst>
            <pc:docMk/>
            <pc:sldMk cId="2105901819" sldId="292"/>
            <ac:inkMk id="36" creationId="{8DACB406-A0D4-4755-96D9-E97AF64A4AF8}"/>
          </ac:inkMkLst>
        </pc:inkChg>
        <pc:inkChg chg="add del">
          <ac:chgData name="Dr.Sugata Gangopadhyay" userId="5fbd9f87-0a98-489d-9d45-82abac52020a" providerId="ADAL" clId="{4ACBC6C6-645A-4BB1-96CC-1A36D3AF8CF8}" dt="2025-02-22T02:49:27.076" v="62"/>
          <ac:inkMkLst>
            <pc:docMk/>
            <pc:sldMk cId="2105901819" sldId="292"/>
            <ac:inkMk id="37" creationId="{EDA947FE-14B9-47AA-8856-C1938505C4E8}"/>
          </ac:inkMkLst>
        </pc:inkChg>
        <pc:inkChg chg="add del">
          <ac:chgData name="Dr.Sugata Gangopadhyay" userId="5fbd9f87-0a98-489d-9d45-82abac52020a" providerId="ADAL" clId="{4ACBC6C6-645A-4BB1-96CC-1A36D3AF8CF8}" dt="2025-02-22T02:49:27.076" v="62"/>
          <ac:inkMkLst>
            <pc:docMk/>
            <pc:sldMk cId="2105901819" sldId="292"/>
            <ac:inkMk id="38" creationId="{3B2B6D22-ACD1-4276-AF46-2030ECAC4B69}"/>
          </ac:inkMkLst>
        </pc:inkChg>
        <pc:inkChg chg="add del">
          <ac:chgData name="Dr.Sugata Gangopadhyay" userId="5fbd9f87-0a98-489d-9d45-82abac52020a" providerId="ADAL" clId="{4ACBC6C6-645A-4BB1-96CC-1A36D3AF8CF8}" dt="2025-02-22T02:49:27.076" v="62"/>
          <ac:inkMkLst>
            <pc:docMk/>
            <pc:sldMk cId="2105901819" sldId="292"/>
            <ac:inkMk id="39" creationId="{4716C383-75D8-4B6B-834B-EAA05C1A88CF}"/>
          </ac:inkMkLst>
        </pc:inkChg>
        <pc:inkChg chg="add del">
          <ac:chgData name="Dr.Sugata Gangopadhyay" userId="5fbd9f87-0a98-489d-9d45-82abac52020a" providerId="ADAL" clId="{4ACBC6C6-645A-4BB1-96CC-1A36D3AF8CF8}" dt="2025-02-22T02:49:29.872" v="65"/>
          <ac:inkMkLst>
            <pc:docMk/>
            <pc:sldMk cId="2105901819" sldId="292"/>
            <ac:inkMk id="40" creationId="{6BF3384C-4796-4458-AC0C-F62356E39CD2}"/>
          </ac:inkMkLst>
        </pc:inkChg>
        <pc:inkChg chg="add del">
          <ac:chgData name="Dr.Sugata Gangopadhyay" userId="5fbd9f87-0a98-489d-9d45-82abac52020a" providerId="ADAL" clId="{4ACBC6C6-645A-4BB1-96CC-1A36D3AF8CF8}" dt="2025-02-22T02:49:29.872" v="65"/>
          <ac:inkMkLst>
            <pc:docMk/>
            <pc:sldMk cId="2105901819" sldId="292"/>
            <ac:inkMk id="41" creationId="{9E701CC2-B465-41D6-AAD7-87A71E827AB6}"/>
          </ac:inkMkLst>
        </pc:inkChg>
        <pc:inkChg chg="add del">
          <ac:chgData name="Dr.Sugata Gangopadhyay" userId="5fbd9f87-0a98-489d-9d45-82abac52020a" providerId="ADAL" clId="{4ACBC6C6-645A-4BB1-96CC-1A36D3AF8CF8}" dt="2025-02-22T02:49:29.872" v="65"/>
          <ac:inkMkLst>
            <pc:docMk/>
            <pc:sldMk cId="2105901819" sldId="292"/>
            <ac:inkMk id="42" creationId="{59B4EBA3-DCF7-4583-91DC-146DE9E9B4D3}"/>
          </ac:inkMkLst>
        </pc:inkChg>
        <pc:inkChg chg="add del">
          <ac:chgData name="Dr.Sugata Gangopadhyay" userId="5fbd9f87-0a98-489d-9d45-82abac52020a" providerId="ADAL" clId="{4ACBC6C6-645A-4BB1-96CC-1A36D3AF8CF8}" dt="2025-02-22T02:49:36.349" v="74"/>
          <ac:inkMkLst>
            <pc:docMk/>
            <pc:sldMk cId="2105901819" sldId="292"/>
            <ac:inkMk id="43" creationId="{E1C18C03-A2E6-4B87-8E76-F7C0BB377AC4}"/>
          </ac:inkMkLst>
        </pc:inkChg>
        <pc:inkChg chg="add del">
          <ac:chgData name="Dr.Sugata Gangopadhyay" userId="5fbd9f87-0a98-489d-9d45-82abac52020a" providerId="ADAL" clId="{4ACBC6C6-645A-4BB1-96CC-1A36D3AF8CF8}" dt="2025-02-22T02:49:36.349" v="74"/>
          <ac:inkMkLst>
            <pc:docMk/>
            <pc:sldMk cId="2105901819" sldId="292"/>
            <ac:inkMk id="44" creationId="{2F36C6B9-1530-48E8-81E7-924C9A5C50A7}"/>
          </ac:inkMkLst>
        </pc:inkChg>
        <pc:inkChg chg="add del">
          <ac:chgData name="Dr.Sugata Gangopadhyay" userId="5fbd9f87-0a98-489d-9d45-82abac52020a" providerId="ADAL" clId="{4ACBC6C6-645A-4BB1-96CC-1A36D3AF8CF8}" dt="2025-02-22T02:49:36.349" v="74"/>
          <ac:inkMkLst>
            <pc:docMk/>
            <pc:sldMk cId="2105901819" sldId="292"/>
            <ac:inkMk id="45" creationId="{9785ECDA-963D-4838-90D6-3CBD92232EB6}"/>
          </ac:inkMkLst>
        </pc:inkChg>
        <pc:inkChg chg="add del">
          <ac:chgData name="Dr.Sugata Gangopadhyay" userId="5fbd9f87-0a98-489d-9d45-82abac52020a" providerId="ADAL" clId="{4ACBC6C6-645A-4BB1-96CC-1A36D3AF8CF8}" dt="2025-02-22T02:49:36.349" v="74"/>
          <ac:inkMkLst>
            <pc:docMk/>
            <pc:sldMk cId="2105901819" sldId="292"/>
            <ac:inkMk id="46" creationId="{F1675875-C528-4A2F-AD9C-0E41D43950E5}"/>
          </ac:inkMkLst>
        </pc:inkChg>
        <pc:inkChg chg="add del">
          <ac:chgData name="Dr.Sugata Gangopadhyay" userId="5fbd9f87-0a98-489d-9d45-82abac52020a" providerId="ADAL" clId="{4ACBC6C6-645A-4BB1-96CC-1A36D3AF8CF8}" dt="2025-02-22T02:49:36.349" v="74"/>
          <ac:inkMkLst>
            <pc:docMk/>
            <pc:sldMk cId="2105901819" sldId="292"/>
            <ac:inkMk id="47" creationId="{CFB8273F-E71C-42BD-B08A-4D0E56447F30}"/>
          </ac:inkMkLst>
        </pc:inkChg>
        <pc:inkChg chg="add del">
          <ac:chgData name="Dr.Sugata Gangopadhyay" userId="5fbd9f87-0a98-489d-9d45-82abac52020a" providerId="ADAL" clId="{4ACBC6C6-645A-4BB1-96CC-1A36D3AF8CF8}" dt="2025-02-22T02:49:36.349" v="74"/>
          <ac:inkMkLst>
            <pc:docMk/>
            <pc:sldMk cId="2105901819" sldId="292"/>
            <ac:inkMk id="48" creationId="{26065315-8F73-46A4-BB42-49A1D673E821}"/>
          </ac:inkMkLst>
        </pc:inkChg>
        <pc:inkChg chg="add del">
          <ac:chgData name="Dr.Sugata Gangopadhyay" userId="5fbd9f87-0a98-489d-9d45-82abac52020a" providerId="ADAL" clId="{4ACBC6C6-645A-4BB1-96CC-1A36D3AF8CF8}" dt="2025-02-22T02:49:36.349" v="74"/>
          <ac:inkMkLst>
            <pc:docMk/>
            <pc:sldMk cId="2105901819" sldId="292"/>
            <ac:inkMk id="49" creationId="{88818F68-A0E1-4283-B7A3-86500B87D75F}"/>
          </ac:inkMkLst>
        </pc:inkChg>
        <pc:inkChg chg="add del">
          <ac:chgData name="Dr.Sugata Gangopadhyay" userId="5fbd9f87-0a98-489d-9d45-82abac52020a" providerId="ADAL" clId="{4ACBC6C6-645A-4BB1-96CC-1A36D3AF8CF8}" dt="2025-02-22T02:49:36.349" v="74"/>
          <ac:inkMkLst>
            <pc:docMk/>
            <pc:sldMk cId="2105901819" sldId="292"/>
            <ac:inkMk id="50" creationId="{06EC793E-EE35-469A-98C6-4FF02A1D2288}"/>
          </ac:inkMkLst>
        </pc:inkChg>
        <pc:inkChg chg="add del">
          <ac:chgData name="Dr.Sugata Gangopadhyay" userId="5fbd9f87-0a98-489d-9d45-82abac52020a" providerId="ADAL" clId="{4ACBC6C6-645A-4BB1-96CC-1A36D3AF8CF8}" dt="2025-02-22T02:49:36.349" v="74"/>
          <ac:inkMkLst>
            <pc:docMk/>
            <pc:sldMk cId="2105901819" sldId="292"/>
            <ac:inkMk id="51" creationId="{9BBE39EF-E6C7-4BE6-89E1-E87FD838A476}"/>
          </ac:inkMkLst>
        </pc:inkChg>
        <pc:inkChg chg="add">
          <ac:chgData name="Dr.Sugata Gangopadhyay" userId="5fbd9f87-0a98-489d-9d45-82abac52020a" providerId="ADAL" clId="{4ACBC6C6-645A-4BB1-96CC-1A36D3AF8CF8}" dt="2025-02-22T02:49:36.349" v="74"/>
          <ac:inkMkLst>
            <pc:docMk/>
            <pc:sldMk cId="2105901819" sldId="292"/>
            <ac:inkMk id="52" creationId="{334A083B-39C5-497C-8E01-59057B0C89BE}"/>
          </ac:inkMkLst>
        </pc:inkChg>
        <pc:inkChg chg="add">
          <ac:chgData name="Dr.Sugata Gangopadhyay" userId="5fbd9f87-0a98-489d-9d45-82abac52020a" providerId="ADAL" clId="{4ACBC6C6-645A-4BB1-96CC-1A36D3AF8CF8}" dt="2025-02-22T02:49:55.365" v="75"/>
          <ac:inkMkLst>
            <pc:docMk/>
            <pc:sldMk cId="2105901819" sldId="292"/>
            <ac:inkMk id="53" creationId="{BC176F66-79EC-41D8-BFE2-E42C884FEBA4}"/>
          </ac:inkMkLst>
        </pc:inkChg>
        <pc:inkChg chg="add">
          <ac:chgData name="Dr.Sugata Gangopadhyay" userId="5fbd9f87-0a98-489d-9d45-82abac52020a" providerId="ADAL" clId="{4ACBC6C6-645A-4BB1-96CC-1A36D3AF8CF8}" dt="2025-02-22T02:50:40.905" v="76"/>
          <ac:inkMkLst>
            <pc:docMk/>
            <pc:sldMk cId="2105901819" sldId="292"/>
            <ac:inkMk id="54" creationId="{26865EB8-D8E3-4187-BA16-FFA8CAB5252E}"/>
          </ac:inkMkLst>
        </pc:inkChg>
        <pc:inkChg chg="add del">
          <ac:chgData name="Dr.Sugata Gangopadhyay" userId="5fbd9f87-0a98-489d-9d45-82abac52020a" providerId="ADAL" clId="{4ACBC6C6-645A-4BB1-96CC-1A36D3AF8CF8}" dt="2025-02-22T02:50:42.673" v="78"/>
          <ac:inkMkLst>
            <pc:docMk/>
            <pc:sldMk cId="2105901819" sldId="292"/>
            <ac:inkMk id="55" creationId="{E5138F4E-95F3-45AF-8B11-99E973D64B9D}"/>
          </ac:inkMkLst>
        </pc:inkChg>
        <pc:inkChg chg="add">
          <ac:chgData name="Dr.Sugata Gangopadhyay" userId="5fbd9f87-0a98-489d-9d45-82abac52020a" providerId="ADAL" clId="{4ACBC6C6-645A-4BB1-96CC-1A36D3AF8CF8}" dt="2025-02-22T02:50:42.673" v="78"/>
          <ac:inkMkLst>
            <pc:docMk/>
            <pc:sldMk cId="2105901819" sldId="292"/>
            <ac:inkMk id="56" creationId="{606FC62D-4459-407C-B528-004E1B66E7D0}"/>
          </ac:inkMkLst>
        </pc:inkChg>
      </pc:sldChg>
      <pc:sldChg chg="addSp delSp">
        <pc:chgData name="Dr.Sugata Gangopadhyay" userId="5fbd9f87-0a98-489d-9d45-82abac52020a" providerId="ADAL" clId="{4ACBC6C6-645A-4BB1-96CC-1A36D3AF8CF8}" dt="2025-02-22T02:52:06.816" v="93"/>
        <pc:sldMkLst>
          <pc:docMk/>
          <pc:sldMk cId="1159856174" sldId="295"/>
        </pc:sldMkLst>
        <pc:inkChg chg="add del">
          <ac:chgData name="Dr.Sugata Gangopadhyay" userId="5fbd9f87-0a98-489d-9d45-82abac52020a" providerId="ADAL" clId="{4ACBC6C6-645A-4BB1-96CC-1A36D3AF8CF8}" dt="2025-02-22T02:51:19.454" v="84"/>
          <ac:inkMkLst>
            <pc:docMk/>
            <pc:sldMk cId="1159856174" sldId="295"/>
            <ac:inkMk id="4" creationId="{16554D0C-B1D4-4502-8076-48FBFFF287B5}"/>
          </ac:inkMkLst>
        </pc:inkChg>
        <pc:inkChg chg="add del">
          <ac:chgData name="Dr.Sugata Gangopadhyay" userId="5fbd9f87-0a98-489d-9d45-82abac52020a" providerId="ADAL" clId="{4ACBC6C6-645A-4BB1-96CC-1A36D3AF8CF8}" dt="2025-02-22T02:51:19.454" v="84"/>
          <ac:inkMkLst>
            <pc:docMk/>
            <pc:sldMk cId="1159856174" sldId="295"/>
            <ac:inkMk id="5" creationId="{F9A68517-936A-4A78-84EF-85051ABE4B2E}"/>
          </ac:inkMkLst>
        </pc:inkChg>
        <pc:inkChg chg="add del">
          <ac:chgData name="Dr.Sugata Gangopadhyay" userId="5fbd9f87-0a98-489d-9d45-82abac52020a" providerId="ADAL" clId="{4ACBC6C6-645A-4BB1-96CC-1A36D3AF8CF8}" dt="2025-02-22T02:51:19.454" v="84"/>
          <ac:inkMkLst>
            <pc:docMk/>
            <pc:sldMk cId="1159856174" sldId="295"/>
            <ac:inkMk id="6" creationId="{F7BDBB8E-39FC-49AA-990B-E69B90112537}"/>
          </ac:inkMkLst>
        </pc:inkChg>
        <pc:inkChg chg="add del">
          <ac:chgData name="Dr.Sugata Gangopadhyay" userId="5fbd9f87-0a98-489d-9d45-82abac52020a" providerId="ADAL" clId="{4ACBC6C6-645A-4BB1-96CC-1A36D3AF8CF8}" dt="2025-02-22T02:51:19.454" v="84"/>
          <ac:inkMkLst>
            <pc:docMk/>
            <pc:sldMk cId="1159856174" sldId="295"/>
            <ac:inkMk id="7" creationId="{006372A0-3672-4312-B73A-4B9724C97B48}"/>
          </ac:inkMkLst>
        </pc:inkChg>
        <pc:inkChg chg="add del">
          <ac:chgData name="Dr.Sugata Gangopadhyay" userId="5fbd9f87-0a98-489d-9d45-82abac52020a" providerId="ADAL" clId="{4ACBC6C6-645A-4BB1-96CC-1A36D3AF8CF8}" dt="2025-02-22T02:51:19.454" v="84"/>
          <ac:inkMkLst>
            <pc:docMk/>
            <pc:sldMk cId="1159856174" sldId="295"/>
            <ac:inkMk id="8" creationId="{B225A316-1AF2-473C-9474-0E2F1F22D20B}"/>
          </ac:inkMkLst>
        </pc:inkChg>
        <pc:inkChg chg="add">
          <ac:chgData name="Dr.Sugata Gangopadhyay" userId="5fbd9f87-0a98-489d-9d45-82abac52020a" providerId="ADAL" clId="{4ACBC6C6-645A-4BB1-96CC-1A36D3AF8CF8}" dt="2025-02-22T02:51:19.454" v="84"/>
          <ac:inkMkLst>
            <pc:docMk/>
            <pc:sldMk cId="1159856174" sldId="295"/>
            <ac:inkMk id="9" creationId="{C7FC30C3-114F-49C4-A0D2-D2D716B53B45}"/>
          </ac:inkMkLst>
        </pc:inkChg>
        <pc:inkChg chg="add">
          <ac:chgData name="Dr.Sugata Gangopadhyay" userId="5fbd9f87-0a98-489d-9d45-82abac52020a" providerId="ADAL" clId="{4ACBC6C6-645A-4BB1-96CC-1A36D3AF8CF8}" dt="2025-02-22T02:51:26.591" v="85"/>
          <ac:inkMkLst>
            <pc:docMk/>
            <pc:sldMk cId="1159856174" sldId="295"/>
            <ac:inkMk id="10" creationId="{095A369A-7462-462D-B43D-C17A37D1EB5C}"/>
          </ac:inkMkLst>
        </pc:inkChg>
        <pc:inkChg chg="add">
          <ac:chgData name="Dr.Sugata Gangopadhyay" userId="5fbd9f87-0a98-489d-9d45-82abac52020a" providerId="ADAL" clId="{4ACBC6C6-645A-4BB1-96CC-1A36D3AF8CF8}" dt="2025-02-22T02:51:34.624" v="86"/>
          <ac:inkMkLst>
            <pc:docMk/>
            <pc:sldMk cId="1159856174" sldId="295"/>
            <ac:inkMk id="11" creationId="{C84A4075-B485-43DF-8434-90B01125E228}"/>
          </ac:inkMkLst>
        </pc:inkChg>
        <pc:inkChg chg="add">
          <ac:chgData name="Dr.Sugata Gangopadhyay" userId="5fbd9f87-0a98-489d-9d45-82abac52020a" providerId="ADAL" clId="{4ACBC6C6-645A-4BB1-96CC-1A36D3AF8CF8}" dt="2025-02-22T02:51:40.447" v="87"/>
          <ac:inkMkLst>
            <pc:docMk/>
            <pc:sldMk cId="1159856174" sldId="295"/>
            <ac:inkMk id="12" creationId="{7ED81BF8-2E84-43CB-B1AA-F64B1580340E}"/>
          </ac:inkMkLst>
        </pc:inkChg>
        <pc:inkChg chg="add">
          <ac:chgData name="Dr.Sugata Gangopadhyay" userId="5fbd9f87-0a98-489d-9d45-82abac52020a" providerId="ADAL" clId="{4ACBC6C6-645A-4BB1-96CC-1A36D3AF8CF8}" dt="2025-02-22T02:51:41.751" v="88"/>
          <ac:inkMkLst>
            <pc:docMk/>
            <pc:sldMk cId="1159856174" sldId="295"/>
            <ac:inkMk id="13" creationId="{B4A86571-3F54-42E8-8886-C719407D3038}"/>
          </ac:inkMkLst>
        </pc:inkChg>
        <pc:inkChg chg="add">
          <ac:chgData name="Dr.Sugata Gangopadhyay" userId="5fbd9f87-0a98-489d-9d45-82abac52020a" providerId="ADAL" clId="{4ACBC6C6-645A-4BB1-96CC-1A36D3AF8CF8}" dt="2025-02-22T02:51:42.669" v="89"/>
          <ac:inkMkLst>
            <pc:docMk/>
            <pc:sldMk cId="1159856174" sldId="295"/>
            <ac:inkMk id="14" creationId="{1B2D50A6-7098-449C-8D7E-CFAD29C67981}"/>
          </ac:inkMkLst>
        </pc:inkChg>
        <pc:inkChg chg="add">
          <ac:chgData name="Dr.Sugata Gangopadhyay" userId="5fbd9f87-0a98-489d-9d45-82abac52020a" providerId="ADAL" clId="{4ACBC6C6-645A-4BB1-96CC-1A36D3AF8CF8}" dt="2025-02-22T02:51:47.463" v="90"/>
          <ac:inkMkLst>
            <pc:docMk/>
            <pc:sldMk cId="1159856174" sldId="295"/>
            <ac:inkMk id="15" creationId="{704B6689-AA31-4822-B7E0-B63C3BBCC661}"/>
          </ac:inkMkLst>
        </pc:inkChg>
        <pc:inkChg chg="add">
          <ac:chgData name="Dr.Sugata Gangopadhyay" userId="5fbd9f87-0a98-489d-9d45-82abac52020a" providerId="ADAL" clId="{4ACBC6C6-645A-4BB1-96CC-1A36D3AF8CF8}" dt="2025-02-22T02:51:56.778" v="91"/>
          <ac:inkMkLst>
            <pc:docMk/>
            <pc:sldMk cId="1159856174" sldId="295"/>
            <ac:inkMk id="16" creationId="{6DCF7573-1A86-4C5C-8043-F208BB295188}"/>
          </ac:inkMkLst>
        </pc:inkChg>
        <pc:inkChg chg="add">
          <ac:chgData name="Dr.Sugata Gangopadhyay" userId="5fbd9f87-0a98-489d-9d45-82abac52020a" providerId="ADAL" clId="{4ACBC6C6-645A-4BB1-96CC-1A36D3AF8CF8}" dt="2025-02-22T02:52:03.161" v="92"/>
          <ac:inkMkLst>
            <pc:docMk/>
            <pc:sldMk cId="1159856174" sldId="295"/>
            <ac:inkMk id="17" creationId="{58CF2059-8AFC-48EE-A61E-EA06BE2374E5}"/>
          </ac:inkMkLst>
        </pc:inkChg>
        <pc:inkChg chg="add">
          <ac:chgData name="Dr.Sugata Gangopadhyay" userId="5fbd9f87-0a98-489d-9d45-82abac52020a" providerId="ADAL" clId="{4ACBC6C6-645A-4BB1-96CC-1A36D3AF8CF8}" dt="2025-02-22T02:52:06.816" v="93"/>
          <ac:inkMkLst>
            <pc:docMk/>
            <pc:sldMk cId="1159856174" sldId="295"/>
            <ac:inkMk id="18" creationId="{C53CD5A7-79FD-47D2-8B02-33EAB1B1C1A2}"/>
          </ac:inkMkLst>
        </pc:inkChg>
      </pc:sldChg>
      <pc:sldChg chg="addSp delSp">
        <pc:chgData name="Dr.Sugata Gangopadhyay" userId="5fbd9f87-0a98-489d-9d45-82abac52020a" providerId="ADAL" clId="{4ACBC6C6-645A-4BB1-96CC-1A36D3AF8CF8}" dt="2025-02-22T02:53:57.354" v="165"/>
        <pc:sldMkLst>
          <pc:docMk/>
          <pc:sldMk cId="1387047789" sldId="296"/>
        </pc:sldMkLst>
        <pc:inkChg chg="add del">
          <ac:chgData name="Dr.Sugata Gangopadhyay" userId="5fbd9f87-0a98-489d-9d45-82abac52020a" providerId="ADAL" clId="{4ACBC6C6-645A-4BB1-96CC-1A36D3AF8CF8}" dt="2025-02-22T02:52:24.868" v="102"/>
          <ac:inkMkLst>
            <pc:docMk/>
            <pc:sldMk cId="1387047789" sldId="296"/>
            <ac:inkMk id="4" creationId="{F7EF9854-32B5-45D3-A71B-5ED85F2E1425}"/>
          </ac:inkMkLst>
        </pc:inkChg>
        <pc:inkChg chg="add del">
          <ac:chgData name="Dr.Sugata Gangopadhyay" userId="5fbd9f87-0a98-489d-9d45-82abac52020a" providerId="ADAL" clId="{4ACBC6C6-645A-4BB1-96CC-1A36D3AF8CF8}" dt="2025-02-22T02:52:24.868" v="102"/>
          <ac:inkMkLst>
            <pc:docMk/>
            <pc:sldMk cId="1387047789" sldId="296"/>
            <ac:inkMk id="5" creationId="{AD28DF29-6707-4262-8CC2-6E2EC63BB125}"/>
          </ac:inkMkLst>
        </pc:inkChg>
        <pc:inkChg chg="add del">
          <ac:chgData name="Dr.Sugata Gangopadhyay" userId="5fbd9f87-0a98-489d-9d45-82abac52020a" providerId="ADAL" clId="{4ACBC6C6-645A-4BB1-96CC-1A36D3AF8CF8}" dt="2025-02-22T02:52:24.868" v="102"/>
          <ac:inkMkLst>
            <pc:docMk/>
            <pc:sldMk cId="1387047789" sldId="296"/>
            <ac:inkMk id="6" creationId="{D6B042EC-FD0D-4DA4-9C55-534B7E60BD34}"/>
          </ac:inkMkLst>
        </pc:inkChg>
        <pc:inkChg chg="add del">
          <ac:chgData name="Dr.Sugata Gangopadhyay" userId="5fbd9f87-0a98-489d-9d45-82abac52020a" providerId="ADAL" clId="{4ACBC6C6-645A-4BB1-96CC-1A36D3AF8CF8}" dt="2025-02-22T02:52:24.868" v="102"/>
          <ac:inkMkLst>
            <pc:docMk/>
            <pc:sldMk cId="1387047789" sldId="296"/>
            <ac:inkMk id="7" creationId="{433A1F2D-A293-44B0-BA7F-9E08D4EB20A9}"/>
          </ac:inkMkLst>
        </pc:inkChg>
        <pc:inkChg chg="add del">
          <ac:chgData name="Dr.Sugata Gangopadhyay" userId="5fbd9f87-0a98-489d-9d45-82abac52020a" providerId="ADAL" clId="{4ACBC6C6-645A-4BB1-96CC-1A36D3AF8CF8}" dt="2025-02-22T02:52:24.868" v="102"/>
          <ac:inkMkLst>
            <pc:docMk/>
            <pc:sldMk cId="1387047789" sldId="296"/>
            <ac:inkMk id="8" creationId="{7ED66A8C-B606-4900-BC7C-23843E754331}"/>
          </ac:inkMkLst>
        </pc:inkChg>
        <pc:inkChg chg="add del">
          <ac:chgData name="Dr.Sugata Gangopadhyay" userId="5fbd9f87-0a98-489d-9d45-82abac52020a" providerId="ADAL" clId="{4ACBC6C6-645A-4BB1-96CC-1A36D3AF8CF8}" dt="2025-02-22T02:52:24.868" v="102"/>
          <ac:inkMkLst>
            <pc:docMk/>
            <pc:sldMk cId="1387047789" sldId="296"/>
            <ac:inkMk id="9" creationId="{FD57A8D7-AD90-43C5-801D-3EDC7988F49D}"/>
          </ac:inkMkLst>
        </pc:inkChg>
        <pc:inkChg chg="add del">
          <ac:chgData name="Dr.Sugata Gangopadhyay" userId="5fbd9f87-0a98-489d-9d45-82abac52020a" providerId="ADAL" clId="{4ACBC6C6-645A-4BB1-96CC-1A36D3AF8CF8}" dt="2025-02-22T02:52:24.868" v="102"/>
          <ac:inkMkLst>
            <pc:docMk/>
            <pc:sldMk cId="1387047789" sldId="296"/>
            <ac:inkMk id="10" creationId="{E5BD0D8D-56A9-4B2E-A4FD-B36DF5C7B997}"/>
          </ac:inkMkLst>
        </pc:inkChg>
        <pc:inkChg chg="add del">
          <ac:chgData name="Dr.Sugata Gangopadhyay" userId="5fbd9f87-0a98-489d-9d45-82abac52020a" providerId="ADAL" clId="{4ACBC6C6-645A-4BB1-96CC-1A36D3AF8CF8}" dt="2025-02-22T02:52:24.868" v="102"/>
          <ac:inkMkLst>
            <pc:docMk/>
            <pc:sldMk cId="1387047789" sldId="296"/>
            <ac:inkMk id="11" creationId="{D7A6892D-1B98-4D8E-A168-70FB3EF107A2}"/>
          </ac:inkMkLst>
        </pc:inkChg>
        <pc:inkChg chg="add del">
          <ac:chgData name="Dr.Sugata Gangopadhyay" userId="5fbd9f87-0a98-489d-9d45-82abac52020a" providerId="ADAL" clId="{4ACBC6C6-645A-4BB1-96CC-1A36D3AF8CF8}" dt="2025-02-22T02:53:26.648" v="126"/>
          <ac:inkMkLst>
            <pc:docMk/>
            <pc:sldMk cId="1387047789" sldId="296"/>
            <ac:inkMk id="12" creationId="{E03B77AE-5DED-4715-9A51-7E959D58DA2C}"/>
          </ac:inkMkLst>
        </pc:inkChg>
        <pc:inkChg chg="add del">
          <ac:chgData name="Dr.Sugata Gangopadhyay" userId="5fbd9f87-0a98-489d-9d45-82abac52020a" providerId="ADAL" clId="{4ACBC6C6-645A-4BB1-96CC-1A36D3AF8CF8}" dt="2025-02-22T02:52:36.044" v="115"/>
          <ac:inkMkLst>
            <pc:docMk/>
            <pc:sldMk cId="1387047789" sldId="296"/>
            <ac:inkMk id="13" creationId="{C4F3F465-9F9B-425B-B6FC-F221E046E610}"/>
          </ac:inkMkLst>
        </pc:inkChg>
        <pc:inkChg chg="add del">
          <ac:chgData name="Dr.Sugata Gangopadhyay" userId="5fbd9f87-0a98-489d-9d45-82abac52020a" providerId="ADAL" clId="{4ACBC6C6-645A-4BB1-96CC-1A36D3AF8CF8}" dt="2025-02-22T02:52:36.044" v="115"/>
          <ac:inkMkLst>
            <pc:docMk/>
            <pc:sldMk cId="1387047789" sldId="296"/>
            <ac:inkMk id="14" creationId="{AA51407A-E1BF-4E9C-9F0A-B21F8EDDC8E3}"/>
          </ac:inkMkLst>
        </pc:inkChg>
        <pc:inkChg chg="add del">
          <ac:chgData name="Dr.Sugata Gangopadhyay" userId="5fbd9f87-0a98-489d-9d45-82abac52020a" providerId="ADAL" clId="{4ACBC6C6-645A-4BB1-96CC-1A36D3AF8CF8}" dt="2025-02-22T02:52:36.044" v="115"/>
          <ac:inkMkLst>
            <pc:docMk/>
            <pc:sldMk cId="1387047789" sldId="296"/>
            <ac:inkMk id="15" creationId="{24986309-DCCE-4122-9161-F957E4D0532D}"/>
          </ac:inkMkLst>
        </pc:inkChg>
        <pc:inkChg chg="add del">
          <ac:chgData name="Dr.Sugata Gangopadhyay" userId="5fbd9f87-0a98-489d-9d45-82abac52020a" providerId="ADAL" clId="{4ACBC6C6-645A-4BB1-96CC-1A36D3AF8CF8}" dt="2025-02-22T02:52:36.044" v="115"/>
          <ac:inkMkLst>
            <pc:docMk/>
            <pc:sldMk cId="1387047789" sldId="296"/>
            <ac:inkMk id="16" creationId="{E36906F7-9563-43AD-BBFC-677ECA5E9A8C}"/>
          </ac:inkMkLst>
        </pc:inkChg>
        <pc:inkChg chg="add del">
          <ac:chgData name="Dr.Sugata Gangopadhyay" userId="5fbd9f87-0a98-489d-9d45-82abac52020a" providerId="ADAL" clId="{4ACBC6C6-645A-4BB1-96CC-1A36D3AF8CF8}" dt="2025-02-22T02:52:36.044" v="115"/>
          <ac:inkMkLst>
            <pc:docMk/>
            <pc:sldMk cId="1387047789" sldId="296"/>
            <ac:inkMk id="17" creationId="{44212321-2F75-45C2-8F18-F436F18D034B}"/>
          </ac:inkMkLst>
        </pc:inkChg>
        <pc:inkChg chg="add del">
          <ac:chgData name="Dr.Sugata Gangopadhyay" userId="5fbd9f87-0a98-489d-9d45-82abac52020a" providerId="ADAL" clId="{4ACBC6C6-645A-4BB1-96CC-1A36D3AF8CF8}" dt="2025-02-22T02:52:36.044" v="115"/>
          <ac:inkMkLst>
            <pc:docMk/>
            <pc:sldMk cId="1387047789" sldId="296"/>
            <ac:inkMk id="18" creationId="{4D5B60AF-8595-4E1C-B733-DA1E811D5CBE}"/>
          </ac:inkMkLst>
        </pc:inkChg>
        <pc:inkChg chg="add del">
          <ac:chgData name="Dr.Sugata Gangopadhyay" userId="5fbd9f87-0a98-489d-9d45-82abac52020a" providerId="ADAL" clId="{4ACBC6C6-645A-4BB1-96CC-1A36D3AF8CF8}" dt="2025-02-22T02:52:36.044" v="115"/>
          <ac:inkMkLst>
            <pc:docMk/>
            <pc:sldMk cId="1387047789" sldId="296"/>
            <ac:inkMk id="19" creationId="{F2645CCD-B0E4-401B-A7C0-04ED9EF24D2E}"/>
          </ac:inkMkLst>
        </pc:inkChg>
        <pc:inkChg chg="add del">
          <ac:chgData name="Dr.Sugata Gangopadhyay" userId="5fbd9f87-0a98-489d-9d45-82abac52020a" providerId="ADAL" clId="{4ACBC6C6-645A-4BB1-96CC-1A36D3AF8CF8}" dt="2025-02-22T02:52:36.044" v="115"/>
          <ac:inkMkLst>
            <pc:docMk/>
            <pc:sldMk cId="1387047789" sldId="296"/>
            <ac:inkMk id="20" creationId="{4DCF9920-3634-4011-AC5D-F08FAE1C5771}"/>
          </ac:inkMkLst>
        </pc:inkChg>
        <pc:inkChg chg="add del">
          <ac:chgData name="Dr.Sugata Gangopadhyay" userId="5fbd9f87-0a98-489d-9d45-82abac52020a" providerId="ADAL" clId="{4ACBC6C6-645A-4BB1-96CC-1A36D3AF8CF8}" dt="2025-02-22T02:52:36.044" v="115"/>
          <ac:inkMkLst>
            <pc:docMk/>
            <pc:sldMk cId="1387047789" sldId="296"/>
            <ac:inkMk id="21" creationId="{8D34631B-9363-41D5-A221-AFCED55FA267}"/>
          </ac:inkMkLst>
        </pc:inkChg>
        <pc:inkChg chg="add del">
          <ac:chgData name="Dr.Sugata Gangopadhyay" userId="5fbd9f87-0a98-489d-9d45-82abac52020a" providerId="ADAL" clId="{4ACBC6C6-645A-4BB1-96CC-1A36D3AF8CF8}" dt="2025-02-22T02:52:36.044" v="115"/>
          <ac:inkMkLst>
            <pc:docMk/>
            <pc:sldMk cId="1387047789" sldId="296"/>
            <ac:inkMk id="22" creationId="{A3FD619C-F00B-4A51-9837-C678DBA98FD1}"/>
          </ac:inkMkLst>
        </pc:inkChg>
        <pc:inkChg chg="add del">
          <ac:chgData name="Dr.Sugata Gangopadhyay" userId="5fbd9f87-0a98-489d-9d45-82abac52020a" providerId="ADAL" clId="{4ACBC6C6-645A-4BB1-96CC-1A36D3AF8CF8}" dt="2025-02-22T02:52:36.044" v="115"/>
          <ac:inkMkLst>
            <pc:docMk/>
            <pc:sldMk cId="1387047789" sldId="296"/>
            <ac:inkMk id="23" creationId="{C6830F69-FF76-4F12-87BF-E42A882A7402}"/>
          </ac:inkMkLst>
        </pc:inkChg>
        <pc:inkChg chg="add del">
          <ac:chgData name="Dr.Sugata Gangopadhyay" userId="5fbd9f87-0a98-489d-9d45-82abac52020a" providerId="ADAL" clId="{4ACBC6C6-645A-4BB1-96CC-1A36D3AF8CF8}" dt="2025-02-22T02:52:36.044" v="115"/>
          <ac:inkMkLst>
            <pc:docMk/>
            <pc:sldMk cId="1387047789" sldId="296"/>
            <ac:inkMk id="24" creationId="{8F15E1DB-A148-47A8-8A9D-99B0EE93DA69}"/>
          </ac:inkMkLst>
        </pc:inkChg>
        <pc:inkChg chg="add del">
          <ac:chgData name="Dr.Sugata Gangopadhyay" userId="5fbd9f87-0a98-489d-9d45-82abac52020a" providerId="ADAL" clId="{4ACBC6C6-645A-4BB1-96CC-1A36D3AF8CF8}" dt="2025-02-22T02:52:37.027" v="117"/>
          <ac:inkMkLst>
            <pc:docMk/>
            <pc:sldMk cId="1387047789" sldId="296"/>
            <ac:inkMk id="25" creationId="{90F3DC95-657E-42EA-A531-D3622E2D390C}"/>
          </ac:inkMkLst>
        </pc:inkChg>
        <pc:inkChg chg="add">
          <ac:chgData name="Dr.Sugata Gangopadhyay" userId="5fbd9f87-0a98-489d-9d45-82abac52020a" providerId="ADAL" clId="{4ACBC6C6-645A-4BB1-96CC-1A36D3AF8CF8}" dt="2025-02-22T02:52:36.044" v="115"/>
          <ac:inkMkLst>
            <pc:docMk/>
            <pc:sldMk cId="1387047789" sldId="296"/>
            <ac:inkMk id="26" creationId="{521EE9F8-172A-417D-AD2E-62C3979D1ACA}"/>
          </ac:inkMkLst>
        </pc:inkChg>
        <pc:inkChg chg="add del">
          <ac:chgData name="Dr.Sugata Gangopadhyay" userId="5fbd9f87-0a98-489d-9d45-82abac52020a" providerId="ADAL" clId="{4ACBC6C6-645A-4BB1-96CC-1A36D3AF8CF8}" dt="2025-02-22T02:52:37.027" v="117"/>
          <ac:inkMkLst>
            <pc:docMk/>
            <pc:sldMk cId="1387047789" sldId="296"/>
            <ac:inkMk id="27" creationId="{A90BC8B3-1B6B-451B-901C-F55DB3F2B8E5}"/>
          </ac:inkMkLst>
        </pc:inkChg>
        <pc:inkChg chg="add">
          <ac:chgData name="Dr.Sugata Gangopadhyay" userId="5fbd9f87-0a98-489d-9d45-82abac52020a" providerId="ADAL" clId="{4ACBC6C6-645A-4BB1-96CC-1A36D3AF8CF8}" dt="2025-02-22T02:52:37.027" v="117"/>
          <ac:inkMkLst>
            <pc:docMk/>
            <pc:sldMk cId="1387047789" sldId="296"/>
            <ac:inkMk id="28" creationId="{9282F7C1-C837-4D94-ADC5-6971653F8A13}"/>
          </ac:inkMkLst>
        </pc:inkChg>
        <pc:inkChg chg="add">
          <ac:chgData name="Dr.Sugata Gangopadhyay" userId="5fbd9f87-0a98-489d-9d45-82abac52020a" providerId="ADAL" clId="{4ACBC6C6-645A-4BB1-96CC-1A36D3AF8CF8}" dt="2025-02-22T02:52:50.465" v="118"/>
          <ac:inkMkLst>
            <pc:docMk/>
            <pc:sldMk cId="1387047789" sldId="296"/>
            <ac:inkMk id="29" creationId="{0CF429BC-C699-415C-B3BF-92DF11096FBB}"/>
          </ac:inkMkLst>
        </pc:inkChg>
        <pc:inkChg chg="add">
          <ac:chgData name="Dr.Sugata Gangopadhyay" userId="5fbd9f87-0a98-489d-9d45-82abac52020a" providerId="ADAL" clId="{4ACBC6C6-645A-4BB1-96CC-1A36D3AF8CF8}" dt="2025-02-22T02:53:00.315" v="119"/>
          <ac:inkMkLst>
            <pc:docMk/>
            <pc:sldMk cId="1387047789" sldId="296"/>
            <ac:inkMk id="30" creationId="{1DFAD32D-392A-4C1E-B3DF-CFECC1ED67F9}"/>
          </ac:inkMkLst>
        </pc:inkChg>
        <pc:inkChg chg="add">
          <ac:chgData name="Dr.Sugata Gangopadhyay" userId="5fbd9f87-0a98-489d-9d45-82abac52020a" providerId="ADAL" clId="{4ACBC6C6-645A-4BB1-96CC-1A36D3AF8CF8}" dt="2025-02-22T02:53:02.478" v="120"/>
          <ac:inkMkLst>
            <pc:docMk/>
            <pc:sldMk cId="1387047789" sldId="296"/>
            <ac:inkMk id="31" creationId="{F74BFC4F-0614-4B35-8F5C-79AA7724B7A6}"/>
          </ac:inkMkLst>
        </pc:inkChg>
        <pc:inkChg chg="add">
          <ac:chgData name="Dr.Sugata Gangopadhyay" userId="5fbd9f87-0a98-489d-9d45-82abac52020a" providerId="ADAL" clId="{4ACBC6C6-645A-4BB1-96CC-1A36D3AF8CF8}" dt="2025-02-22T02:53:03.147" v="121"/>
          <ac:inkMkLst>
            <pc:docMk/>
            <pc:sldMk cId="1387047789" sldId="296"/>
            <ac:inkMk id="32" creationId="{B8853873-AB20-4A15-BB97-D50107DD1D51}"/>
          </ac:inkMkLst>
        </pc:inkChg>
        <pc:inkChg chg="add">
          <ac:chgData name="Dr.Sugata Gangopadhyay" userId="5fbd9f87-0a98-489d-9d45-82abac52020a" providerId="ADAL" clId="{4ACBC6C6-645A-4BB1-96CC-1A36D3AF8CF8}" dt="2025-02-22T02:53:08.863" v="122"/>
          <ac:inkMkLst>
            <pc:docMk/>
            <pc:sldMk cId="1387047789" sldId="296"/>
            <ac:inkMk id="33" creationId="{F7F05BB4-E379-4707-A5CD-45792E379F35}"/>
          </ac:inkMkLst>
        </pc:inkChg>
        <pc:inkChg chg="add">
          <ac:chgData name="Dr.Sugata Gangopadhyay" userId="5fbd9f87-0a98-489d-9d45-82abac52020a" providerId="ADAL" clId="{4ACBC6C6-645A-4BB1-96CC-1A36D3AF8CF8}" dt="2025-02-22T02:53:17.303" v="123"/>
          <ac:inkMkLst>
            <pc:docMk/>
            <pc:sldMk cId="1387047789" sldId="296"/>
            <ac:inkMk id="34" creationId="{A14BD153-4F66-4DA5-8215-46AB41F7F0DD}"/>
          </ac:inkMkLst>
        </pc:inkChg>
        <pc:inkChg chg="add">
          <ac:chgData name="Dr.Sugata Gangopadhyay" userId="5fbd9f87-0a98-489d-9d45-82abac52020a" providerId="ADAL" clId="{4ACBC6C6-645A-4BB1-96CC-1A36D3AF8CF8}" dt="2025-02-22T02:53:18.110" v="124"/>
          <ac:inkMkLst>
            <pc:docMk/>
            <pc:sldMk cId="1387047789" sldId="296"/>
            <ac:inkMk id="35" creationId="{58944CE6-6094-4DD1-BBD7-AF9CE5655A98}"/>
          </ac:inkMkLst>
        </pc:inkChg>
        <pc:inkChg chg="add del">
          <ac:chgData name="Dr.Sugata Gangopadhyay" userId="5fbd9f87-0a98-489d-9d45-82abac52020a" providerId="ADAL" clId="{4ACBC6C6-645A-4BB1-96CC-1A36D3AF8CF8}" dt="2025-02-22T02:53:26.648" v="126"/>
          <ac:inkMkLst>
            <pc:docMk/>
            <pc:sldMk cId="1387047789" sldId="296"/>
            <ac:inkMk id="36" creationId="{BAF8EF47-C139-415D-B378-2D14DE06F55D}"/>
          </ac:inkMkLst>
        </pc:inkChg>
        <pc:inkChg chg="add">
          <ac:chgData name="Dr.Sugata Gangopadhyay" userId="5fbd9f87-0a98-489d-9d45-82abac52020a" providerId="ADAL" clId="{4ACBC6C6-645A-4BB1-96CC-1A36D3AF8CF8}" dt="2025-02-22T02:53:26.648" v="126"/>
          <ac:inkMkLst>
            <pc:docMk/>
            <pc:sldMk cId="1387047789" sldId="296"/>
            <ac:inkMk id="37" creationId="{E7832523-FA60-4F01-95F2-BF23CCC12995}"/>
          </ac:inkMkLst>
        </pc:inkChg>
        <pc:inkChg chg="add del">
          <ac:chgData name="Dr.Sugata Gangopadhyay" userId="5fbd9f87-0a98-489d-9d45-82abac52020a" providerId="ADAL" clId="{4ACBC6C6-645A-4BB1-96CC-1A36D3AF8CF8}" dt="2025-02-22T02:53:33.172" v="133"/>
          <ac:inkMkLst>
            <pc:docMk/>
            <pc:sldMk cId="1387047789" sldId="296"/>
            <ac:inkMk id="38" creationId="{2ADDEACC-0D24-4416-AF16-FED6F00A7D3D}"/>
          </ac:inkMkLst>
        </pc:inkChg>
        <pc:inkChg chg="add del">
          <ac:chgData name="Dr.Sugata Gangopadhyay" userId="5fbd9f87-0a98-489d-9d45-82abac52020a" providerId="ADAL" clId="{4ACBC6C6-645A-4BB1-96CC-1A36D3AF8CF8}" dt="2025-02-22T02:53:33.172" v="133"/>
          <ac:inkMkLst>
            <pc:docMk/>
            <pc:sldMk cId="1387047789" sldId="296"/>
            <ac:inkMk id="39" creationId="{A057AF33-58B4-4667-AFFF-56193B75A10C}"/>
          </ac:inkMkLst>
        </pc:inkChg>
        <pc:inkChg chg="add del">
          <ac:chgData name="Dr.Sugata Gangopadhyay" userId="5fbd9f87-0a98-489d-9d45-82abac52020a" providerId="ADAL" clId="{4ACBC6C6-645A-4BB1-96CC-1A36D3AF8CF8}" dt="2025-02-22T02:53:33.172" v="133"/>
          <ac:inkMkLst>
            <pc:docMk/>
            <pc:sldMk cId="1387047789" sldId="296"/>
            <ac:inkMk id="40" creationId="{12E66C15-0D2B-487F-BE89-56150F1F6891}"/>
          </ac:inkMkLst>
        </pc:inkChg>
        <pc:inkChg chg="add del">
          <ac:chgData name="Dr.Sugata Gangopadhyay" userId="5fbd9f87-0a98-489d-9d45-82abac52020a" providerId="ADAL" clId="{4ACBC6C6-645A-4BB1-96CC-1A36D3AF8CF8}" dt="2025-02-22T02:53:33.172" v="133"/>
          <ac:inkMkLst>
            <pc:docMk/>
            <pc:sldMk cId="1387047789" sldId="296"/>
            <ac:inkMk id="41" creationId="{45E9CFB0-5E93-486F-957E-91E8D4E86A5F}"/>
          </ac:inkMkLst>
        </pc:inkChg>
        <pc:inkChg chg="add del">
          <ac:chgData name="Dr.Sugata Gangopadhyay" userId="5fbd9f87-0a98-489d-9d45-82abac52020a" providerId="ADAL" clId="{4ACBC6C6-645A-4BB1-96CC-1A36D3AF8CF8}" dt="2025-02-22T02:53:33.172" v="133"/>
          <ac:inkMkLst>
            <pc:docMk/>
            <pc:sldMk cId="1387047789" sldId="296"/>
            <ac:inkMk id="42" creationId="{5CCB9076-99A3-4310-86F5-5B3DE2D09E6F}"/>
          </ac:inkMkLst>
        </pc:inkChg>
        <pc:inkChg chg="add del">
          <ac:chgData name="Dr.Sugata Gangopadhyay" userId="5fbd9f87-0a98-489d-9d45-82abac52020a" providerId="ADAL" clId="{4ACBC6C6-645A-4BB1-96CC-1A36D3AF8CF8}" dt="2025-02-22T02:53:33.172" v="133"/>
          <ac:inkMkLst>
            <pc:docMk/>
            <pc:sldMk cId="1387047789" sldId="296"/>
            <ac:inkMk id="43" creationId="{4392AFDC-FDC4-46D6-A81E-0FD3093878B0}"/>
          </ac:inkMkLst>
        </pc:inkChg>
        <pc:inkChg chg="add del">
          <ac:chgData name="Dr.Sugata Gangopadhyay" userId="5fbd9f87-0a98-489d-9d45-82abac52020a" providerId="ADAL" clId="{4ACBC6C6-645A-4BB1-96CC-1A36D3AF8CF8}" dt="2025-02-22T02:53:36.795" v="136"/>
          <ac:inkMkLst>
            <pc:docMk/>
            <pc:sldMk cId="1387047789" sldId="296"/>
            <ac:inkMk id="44" creationId="{8E1D6647-D0C9-4A63-8A22-C5AC3674FE2F}"/>
          </ac:inkMkLst>
        </pc:inkChg>
        <pc:inkChg chg="add">
          <ac:chgData name="Dr.Sugata Gangopadhyay" userId="5fbd9f87-0a98-489d-9d45-82abac52020a" providerId="ADAL" clId="{4ACBC6C6-645A-4BB1-96CC-1A36D3AF8CF8}" dt="2025-02-22T02:53:34.329" v="134"/>
          <ac:inkMkLst>
            <pc:docMk/>
            <pc:sldMk cId="1387047789" sldId="296"/>
            <ac:inkMk id="45" creationId="{3500A544-E2D1-423F-8354-E26F39E76BD4}"/>
          </ac:inkMkLst>
        </pc:inkChg>
        <pc:inkChg chg="add del">
          <ac:chgData name="Dr.Sugata Gangopadhyay" userId="5fbd9f87-0a98-489d-9d45-82abac52020a" providerId="ADAL" clId="{4ACBC6C6-645A-4BB1-96CC-1A36D3AF8CF8}" dt="2025-02-22T02:53:36.795" v="136"/>
          <ac:inkMkLst>
            <pc:docMk/>
            <pc:sldMk cId="1387047789" sldId="296"/>
            <ac:inkMk id="46" creationId="{2D5F8DBC-BAD8-49AE-857F-8A781A40C8B4}"/>
          </ac:inkMkLst>
        </pc:inkChg>
        <pc:inkChg chg="add del">
          <ac:chgData name="Dr.Sugata Gangopadhyay" userId="5fbd9f87-0a98-489d-9d45-82abac52020a" providerId="ADAL" clId="{4ACBC6C6-645A-4BB1-96CC-1A36D3AF8CF8}" dt="2025-02-22T02:53:52.963" v="157"/>
          <ac:inkMkLst>
            <pc:docMk/>
            <pc:sldMk cId="1387047789" sldId="296"/>
            <ac:inkMk id="47" creationId="{B8DE816C-5A7E-4A28-B423-EC38A56726C7}"/>
          </ac:inkMkLst>
        </pc:inkChg>
        <pc:inkChg chg="add del">
          <ac:chgData name="Dr.Sugata Gangopadhyay" userId="5fbd9f87-0a98-489d-9d45-82abac52020a" providerId="ADAL" clId="{4ACBC6C6-645A-4BB1-96CC-1A36D3AF8CF8}" dt="2025-02-22T02:53:52.963" v="157"/>
          <ac:inkMkLst>
            <pc:docMk/>
            <pc:sldMk cId="1387047789" sldId="296"/>
            <ac:inkMk id="48" creationId="{40E06C08-707A-4E6C-8924-170CD1DD65B0}"/>
          </ac:inkMkLst>
        </pc:inkChg>
        <pc:inkChg chg="add del">
          <ac:chgData name="Dr.Sugata Gangopadhyay" userId="5fbd9f87-0a98-489d-9d45-82abac52020a" providerId="ADAL" clId="{4ACBC6C6-645A-4BB1-96CC-1A36D3AF8CF8}" dt="2025-02-22T02:53:52.963" v="157"/>
          <ac:inkMkLst>
            <pc:docMk/>
            <pc:sldMk cId="1387047789" sldId="296"/>
            <ac:inkMk id="49" creationId="{684FCFC8-542E-4097-A4E6-AE06C724E05E}"/>
          </ac:inkMkLst>
        </pc:inkChg>
        <pc:inkChg chg="add del">
          <ac:chgData name="Dr.Sugata Gangopadhyay" userId="5fbd9f87-0a98-489d-9d45-82abac52020a" providerId="ADAL" clId="{4ACBC6C6-645A-4BB1-96CC-1A36D3AF8CF8}" dt="2025-02-22T02:53:52.963" v="157"/>
          <ac:inkMkLst>
            <pc:docMk/>
            <pc:sldMk cId="1387047789" sldId="296"/>
            <ac:inkMk id="50" creationId="{2B28F02C-0C79-4AF4-9078-05538090A80C}"/>
          </ac:inkMkLst>
        </pc:inkChg>
        <pc:inkChg chg="add del">
          <ac:chgData name="Dr.Sugata Gangopadhyay" userId="5fbd9f87-0a98-489d-9d45-82abac52020a" providerId="ADAL" clId="{4ACBC6C6-645A-4BB1-96CC-1A36D3AF8CF8}" dt="2025-02-22T02:53:52.963" v="157"/>
          <ac:inkMkLst>
            <pc:docMk/>
            <pc:sldMk cId="1387047789" sldId="296"/>
            <ac:inkMk id="51" creationId="{DBB5EDFA-B0F2-4D50-8287-90FF79BDC224}"/>
          </ac:inkMkLst>
        </pc:inkChg>
        <pc:inkChg chg="add del">
          <ac:chgData name="Dr.Sugata Gangopadhyay" userId="5fbd9f87-0a98-489d-9d45-82abac52020a" providerId="ADAL" clId="{4ACBC6C6-645A-4BB1-96CC-1A36D3AF8CF8}" dt="2025-02-22T02:53:52.963" v="157"/>
          <ac:inkMkLst>
            <pc:docMk/>
            <pc:sldMk cId="1387047789" sldId="296"/>
            <ac:inkMk id="52" creationId="{F6BB6EC8-0907-4C59-8DA3-4CF19BC06CFA}"/>
          </ac:inkMkLst>
        </pc:inkChg>
        <pc:inkChg chg="add del">
          <ac:chgData name="Dr.Sugata Gangopadhyay" userId="5fbd9f87-0a98-489d-9d45-82abac52020a" providerId="ADAL" clId="{4ACBC6C6-645A-4BB1-96CC-1A36D3AF8CF8}" dt="2025-02-22T02:53:52.963" v="157"/>
          <ac:inkMkLst>
            <pc:docMk/>
            <pc:sldMk cId="1387047789" sldId="296"/>
            <ac:inkMk id="53" creationId="{8526F270-9C3F-4F4A-BCEB-A967EDB1F6F2}"/>
          </ac:inkMkLst>
        </pc:inkChg>
        <pc:inkChg chg="add del">
          <ac:chgData name="Dr.Sugata Gangopadhyay" userId="5fbd9f87-0a98-489d-9d45-82abac52020a" providerId="ADAL" clId="{4ACBC6C6-645A-4BB1-96CC-1A36D3AF8CF8}" dt="2025-02-22T02:53:52.963" v="157"/>
          <ac:inkMkLst>
            <pc:docMk/>
            <pc:sldMk cId="1387047789" sldId="296"/>
            <ac:inkMk id="54" creationId="{E399E95F-85F1-4CE0-AF34-E89FB97F6731}"/>
          </ac:inkMkLst>
        </pc:inkChg>
        <pc:inkChg chg="add del">
          <ac:chgData name="Dr.Sugata Gangopadhyay" userId="5fbd9f87-0a98-489d-9d45-82abac52020a" providerId="ADAL" clId="{4ACBC6C6-645A-4BB1-96CC-1A36D3AF8CF8}" dt="2025-02-22T02:53:52.963" v="157"/>
          <ac:inkMkLst>
            <pc:docMk/>
            <pc:sldMk cId="1387047789" sldId="296"/>
            <ac:inkMk id="55" creationId="{63B24482-CCF3-46A4-BE27-C5736FC940EC}"/>
          </ac:inkMkLst>
        </pc:inkChg>
        <pc:inkChg chg="add del">
          <ac:chgData name="Dr.Sugata Gangopadhyay" userId="5fbd9f87-0a98-489d-9d45-82abac52020a" providerId="ADAL" clId="{4ACBC6C6-645A-4BB1-96CC-1A36D3AF8CF8}" dt="2025-02-22T02:53:52.963" v="157"/>
          <ac:inkMkLst>
            <pc:docMk/>
            <pc:sldMk cId="1387047789" sldId="296"/>
            <ac:inkMk id="56" creationId="{AE58F4E4-2BDF-433D-A240-E60A3B7896B8}"/>
          </ac:inkMkLst>
        </pc:inkChg>
        <pc:inkChg chg="add del">
          <ac:chgData name="Dr.Sugata Gangopadhyay" userId="5fbd9f87-0a98-489d-9d45-82abac52020a" providerId="ADAL" clId="{4ACBC6C6-645A-4BB1-96CC-1A36D3AF8CF8}" dt="2025-02-22T02:53:52.963" v="157"/>
          <ac:inkMkLst>
            <pc:docMk/>
            <pc:sldMk cId="1387047789" sldId="296"/>
            <ac:inkMk id="57" creationId="{4DE68F2C-FAF4-4A45-90D0-9AED83E2EC5E}"/>
          </ac:inkMkLst>
        </pc:inkChg>
        <pc:inkChg chg="add del">
          <ac:chgData name="Dr.Sugata Gangopadhyay" userId="5fbd9f87-0a98-489d-9d45-82abac52020a" providerId="ADAL" clId="{4ACBC6C6-645A-4BB1-96CC-1A36D3AF8CF8}" dt="2025-02-22T02:53:52.963" v="157"/>
          <ac:inkMkLst>
            <pc:docMk/>
            <pc:sldMk cId="1387047789" sldId="296"/>
            <ac:inkMk id="58" creationId="{DEAD5ECB-F6E9-4597-98C5-A21FA5F906D3}"/>
          </ac:inkMkLst>
        </pc:inkChg>
        <pc:inkChg chg="add del">
          <ac:chgData name="Dr.Sugata Gangopadhyay" userId="5fbd9f87-0a98-489d-9d45-82abac52020a" providerId="ADAL" clId="{4ACBC6C6-645A-4BB1-96CC-1A36D3AF8CF8}" dt="2025-02-22T02:53:52.963" v="157"/>
          <ac:inkMkLst>
            <pc:docMk/>
            <pc:sldMk cId="1387047789" sldId="296"/>
            <ac:inkMk id="59" creationId="{598C1E49-3BCC-438B-8056-822D89904CFF}"/>
          </ac:inkMkLst>
        </pc:inkChg>
        <pc:inkChg chg="add del">
          <ac:chgData name="Dr.Sugata Gangopadhyay" userId="5fbd9f87-0a98-489d-9d45-82abac52020a" providerId="ADAL" clId="{4ACBC6C6-645A-4BB1-96CC-1A36D3AF8CF8}" dt="2025-02-22T02:53:52.963" v="157"/>
          <ac:inkMkLst>
            <pc:docMk/>
            <pc:sldMk cId="1387047789" sldId="296"/>
            <ac:inkMk id="60" creationId="{DD68706A-3554-47DE-BBAC-179D5C026288}"/>
          </ac:inkMkLst>
        </pc:inkChg>
        <pc:inkChg chg="add del">
          <ac:chgData name="Dr.Sugata Gangopadhyay" userId="5fbd9f87-0a98-489d-9d45-82abac52020a" providerId="ADAL" clId="{4ACBC6C6-645A-4BB1-96CC-1A36D3AF8CF8}" dt="2025-02-22T02:53:52.963" v="157"/>
          <ac:inkMkLst>
            <pc:docMk/>
            <pc:sldMk cId="1387047789" sldId="296"/>
            <ac:inkMk id="61" creationId="{1B94BB50-65F2-4877-ACE0-359E55ED4BF5}"/>
          </ac:inkMkLst>
        </pc:inkChg>
        <pc:inkChg chg="add del">
          <ac:chgData name="Dr.Sugata Gangopadhyay" userId="5fbd9f87-0a98-489d-9d45-82abac52020a" providerId="ADAL" clId="{4ACBC6C6-645A-4BB1-96CC-1A36D3AF8CF8}" dt="2025-02-22T02:53:52.963" v="157"/>
          <ac:inkMkLst>
            <pc:docMk/>
            <pc:sldMk cId="1387047789" sldId="296"/>
            <ac:inkMk id="62" creationId="{DECB3DA3-0C86-46B2-BC71-AA5A10ED60D7}"/>
          </ac:inkMkLst>
        </pc:inkChg>
        <pc:inkChg chg="add del">
          <ac:chgData name="Dr.Sugata Gangopadhyay" userId="5fbd9f87-0a98-489d-9d45-82abac52020a" providerId="ADAL" clId="{4ACBC6C6-645A-4BB1-96CC-1A36D3AF8CF8}" dt="2025-02-22T02:53:52.963" v="157"/>
          <ac:inkMkLst>
            <pc:docMk/>
            <pc:sldMk cId="1387047789" sldId="296"/>
            <ac:inkMk id="63" creationId="{E8F1434A-761B-41D5-989A-BF5DCA9F7B29}"/>
          </ac:inkMkLst>
        </pc:inkChg>
        <pc:inkChg chg="add del">
          <ac:chgData name="Dr.Sugata Gangopadhyay" userId="5fbd9f87-0a98-489d-9d45-82abac52020a" providerId="ADAL" clId="{4ACBC6C6-645A-4BB1-96CC-1A36D3AF8CF8}" dt="2025-02-22T02:53:52.963" v="157"/>
          <ac:inkMkLst>
            <pc:docMk/>
            <pc:sldMk cId="1387047789" sldId="296"/>
            <ac:inkMk id="64" creationId="{7C406304-02E1-4392-9F88-C22E85652A9A}"/>
          </ac:inkMkLst>
        </pc:inkChg>
        <pc:inkChg chg="add del">
          <ac:chgData name="Dr.Sugata Gangopadhyay" userId="5fbd9f87-0a98-489d-9d45-82abac52020a" providerId="ADAL" clId="{4ACBC6C6-645A-4BB1-96CC-1A36D3AF8CF8}" dt="2025-02-22T02:53:52.963" v="157"/>
          <ac:inkMkLst>
            <pc:docMk/>
            <pc:sldMk cId="1387047789" sldId="296"/>
            <ac:inkMk id="65" creationId="{07FA4A8E-9CBA-4F5B-A3FF-9B86CA26ABC5}"/>
          </ac:inkMkLst>
        </pc:inkChg>
        <pc:inkChg chg="add del">
          <ac:chgData name="Dr.Sugata Gangopadhyay" userId="5fbd9f87-0a98-489d-9d45-82abac52020a" providerId="ADAL" clId="{4ACBC6C6-645A-4BB1-96CC-1A36D3AF8CF8}" dt="2025-02-22T02:53:52.963" v="157"/>
          <ac:inkMkLst>
            <pc:docMk/>
            <pc:sldMk cId="1387047789" sldId="296"/>
            <ac:inkMk id="66" creationId="{F568CFE8-8E77-487C-9886-5DCBDE85DE91}"/>
          </ac:inkMkLst>
        </pc:inkChg>
        <pc:inkChg chg="add del">
          <ac:chgData name="Dr.Sugata Gangopadhyay" userId="5fbd9f87-0a98-489d-9d45-82abac52020a" providerId="ADAL" clId="{4ACBC6C6-645A-4BB1-96CC-1A36D3AF8CF8}" dt="2025-02-22T02:53:52.963" v="157"/>
          <ac:inkMkLst>
            <pc:docMk/>
            <pc:sldMk cId="1387047789" sldId="296"/>
            <ac:inkMk id="67" creationId="{1AE3E8B9-740C-4EB1-A728-C33D0513BFE7}"/>
          </ac:inkMkLst>
        </pc:inkChg>
        <pc:inkChg chg="add">
          <ac:chgData name="Dr.Sugata Gangopadhyay" userId="5fbd9f87-0a98-489d-9d45-82abac52020a" providerId="ADAL" clId="{4ACBC6C6-645A-4BB1-96CC-1A36D3AF8CF8}" dt="2025-02-22T02:53:52.963" v="157"/>
          <ac:inkMkLst>
            <pc:docMk/>
            <pc:sldMk cId="1387047789" sldId="296"/>
            <ac:inkMk id="68" creationId="{1D409224-B59B-4740-9991-7AA1BBBDC25D}"/>
          </ac:inkMkLst>
        </pc:inkChg>
        <pc:inkChg chg="add del">
          <ac:chgData name="Dr.Sugata Gangopadhyay" userId="5fbd9f87-0a98-489d-9d45-82abac52020a" providerId="ADAL" clId="{4ACBC6C6-645A-4BB1-96CC-1A36D3AF8CF8}" dt="2025-02-22T02:53:57.354" v="165"/>
          <ac:inkMkLst>
            <pc:docMk/>
            <pc:sldMk cId="1387047789" sldId="296"/>
            <ac:inkMk id="69" creationId="{5D204F18-CCAE-4F34-BB0D-98E14D75A899}"/>
          </ac:inkMkLst>
        </pc:inkChg>
        <pc:inkChg chg="add del">
          <ac:chgData name="Dr.Sugata Gangopadhyay" userId="5fbd9f87-0a98-489d-9d45-82abac52020a" providerId="ADAL" clId="{4ACBC6C6-645A-4BB1-96CC-1A36D3AF8CF8}" dt="2025-02-22T02:53:57.354" v="165"/>
          <ac:inkMkLst>
            <pc:docMk/>
            <pc:sldMk cId="1387047789" sldId="296"/>
            <ac:inkMk id="70" creationId="{BC41A716-C718-4DEA-B21F-857E017C32A4}"/>
          </ac:inkMkLst>
        </pc:inkChg>
        <pc:inkChg chg="add del">
          <ac:chgData name="Dr.Sugata Gangopadhyay" userId="5fbd9f87-0a98-489d-9d45-82abac52020a" providerId="ADAL" clId="{4ACBC6C6-645A-4BB1-96CC-1A36D3AF8CF8}" dt="2025-02-22T02:53:57.354" v="165"/>
          <ac:inkMkLst>
            <pc:docMk/>
            <pc:sldMk cId="1387047789" sldId="296"/>
            <ac:inkMk id="71" creationId="{D4E0A073-3557-4AC3-9B02-6FE9C8C4CA82}"/>
          </ac:inkMkLst>
        </pc:inkChg>
        <pc:inkChg chg="add del">
          <ac:chgData name="Dr.Sugata Gangopadhyay" userId="5fbd9f87-0a98-489d-9d45-82abac52020a" providerId="ADAL" clId="{4ACBC6C6-645A-4BB1-96CC-1A36D3AF8CF8}" dt="2025-02-22T02:53:57.354" v="165"/>
          <ac:inkMkLst>
            <pc:docMk/>
            <pc:sldMk cId="1387047789" sldId="296"/>
            <ac:inkMk id="72" creationId="{714E9024-B2FC-4793-81BF-222991D49808}"/>
          </ac:inkMkLst>
        </pc:inkChg>
        <pc:inkChg chg="add del">
          <ac:chgData name="Dr.Sugata Gangopadhyay" userId="5fbd9f87-0a98-489d-9d45-82abac52020a" providerId="ADAL" clId="{4ACBC6C6-645A-4BB1-96CC-1A36D3AF8CF8}" dt="2025-02-22T02:53:57.354" v="165"/>
          <ac:inkMkLst>
            <pc:docMk/>
            <pc:sldMk cId="1387047789" sldId="296"/>
            <ac:inkMk id="73" creationId="{FAC06818-5AEC-44B5-BECE-1678C2DA623B}"/>
          </ac:inkMkLst>
        </pc:inkChg>
        <pc:inkChg chg="add del">
          <ac:chgData name="Dr.Sugata Gangopadhyay" userId="5fbd9f87-0a98-489d-9d45-82abac52020a" providerId="ADAL" clId="{4ACBC6C6-645A-4BB1-96CC-1A36D3AF8CF8}" dt="2025-02-22T02:53:57.354" v="165"/>
          <ac:inkMkLst>
            <pc:docMk/>
            <pc:sldMk cId="1387047789" sldId="296"/>
            <ac:inkMk id="74" creationId="{52D2D8EA-E3F4-4FAD-8A03-F6BAC3AD9D6C}"/>
          </ac:inkMkLst>
        </pc:inkChg>
        <pc:inkChg chg="add del">
          <ac:chgData name="Dr.Sugata Gangopadhyay" userId="5fbd9f87-0a98-489d-9d45-82abac52020a" providerId="ADAL" clId="{4ACBC6C6-645A-4BB1-96CC-1A36D3AF8CF8}" dt="2025-02-22T02:53:57.354" v="165"/>
          <ac:inkMkLst>
            <pc:docMk/>
            <pc:sldMk cId="1387047789" sldId="296"/>
            <ac:inkMk id="75" creationId="{0B8D5FDC-4387-431A-BD55-0806F779DA60}"/>
          </ac:inkMkLst>
        </pc:inkChg>
        <pc:inkChg chg="add">
          <ac:chgData name="Dr.Sugata Gangopadhyay" userId="5fbd9f87-0a98-489d-9d45-82abac52020a" providerId="ADAL" clId="{4ACBC6C6-645A-4BB1-96CC-1A36D3AF8CF8}" dt="2025-02-22T02:53:57.354" v="165"/>
          <ac:inkMkLst>
            <pc:docMk/>
            <pc:sldMk cId="1387047789" sldId="296"/>
            <ac:inkMk id="76" creationId="{FB1D4300-F1E9-46F1-BE5F-B1BEC0912271}"/>
          </ac:inkMkLst>
        </pc:inkChg>
      </pc:sldChg>
      <pc:sldChg chg="addSp delSp">
        <pc:chgData name="Dr.Sugata Gangopadhyay" userId="5fbd9f87-0a98-489d-9d45-82abac52020a" providerId="ADAL" clId="{4ACBC6C6-645A-4BB1-96CC-1A36D3AF8CF8}" dt="2025-02-22T02:54:22.284" v="169"/>
        <pc:sldMkLst>
          <pc:docMk/>
          <pc:sldMk cId="3868934444" sldId="297"/>
        </pc:sldMkLst>
        <pc:inkChg chg="add del">
          <ac:chgData name="Dr.Sugata Gangopadhyay" userId="5fbd9f87-0a98-489d-9d45-82abac52020a" providerId="ADAL" clId="{4ACBC6C6-645A-4BB1-96CC-1A36D3AF8CF8}" dt="2025-02-22T02:54:22.284" v="169"/>
          <ac:inkMkLst>
            <pc:docMk/>
            <pc:sldMk cId="3868934444" sldId="297"/>
            <ac:inkMk id="4" creationId="{5E39BBEE-4C95-4EDC-99EF-71B38910C61A}"/>
          </ac:inkMkLst>
        </pc:inkChg>
        <pc:inkChg chg="add del">
          <ac:chgData name="Dr.Sugata Gangopadhyay" userId="5fbd9f87-0a98-489d-9d45-82abac52020a" providerId="ADAL" clId="{4ACBC6C6-645A-4BB1-96CC-1A36D3AF8CF8}" dt="2025-02-22T02:54:22.284" v="169"/>
          <ac:inkMkLst>
            <pc:docMk/>
            <pc:sldMk cId="3868934444" sldId="297"/>
            <ac:inkMk id="5" creationId="{00BA8945-297E-4B8C-AEDD-F1EDA5736687}"/>
          </ac:inkMkLst>
        </pc:inkChg>
        <pc:inkChg chg="add del">
          <ac:chgData name="Dr.Sugata Gangopadhyay" userId="5fbd9f87-0a98-489d-9d45-82abac52020a" providerId="ADAL" clId="{4ACBC6C6-645A-4BB1-96CC-1A36D3AF8CF8}" dt="2025-02-22T02:54:22.284" v="169"/>
          <ac:inkMkLst>
            <pc:docMk/>
            <pc:sldMk cId="3868934444" sldId="297"/>
            <ac:inkMk id="6" creationId="{01F28E28-7BD3-4093-98F3-E2C5E06016B7}"/>
          </ac:inkMkLst>
        </pc:inkChg>
        <pc:inkChg chg="add">
          <ac:chgData name="Dr.Sugata Gangopadhyay" userId="5fbd9f87-0a98-489d-9d45-82abac52020a" providerId="ADAL" clId="{4ACBC6C6-645A-4BB1-96CC-1A36D3AF8CF8}" dt="2025-02-22T02:54:22.284" v="169"/>
          <ac:inkMkLst>
            <pc:docMk/>
            <pc:sldMk cId="3868934444" sldId="297"/>
            <ac:inkMk id="7" creationId="{7575B2CC-E64D-498D-A342-C8F961B99C9D}"/>
          </ac:inkMkLst>
        </pc:inkChg>
      </pc:sldChg>
      <pc:sldChg chg="addSp delSp modSp">
        <pc:chgData name="Dr.Sugata Gangopadhyay" userId="5fbd9f87-0a98-489d-9d45-82abac52020a" providerId="ADAL" clId="{4ACBC6C6-645A-4BB1-96CC-1A36D3AF8CF8}" dt="2025-02-22T03:01:43.499" v="229"/>
        <pc:sldMkLst>
          <pc:docMk/>
          <pc:sldMk cId="2733169910" sldId="299"/>
        </pc:sldMkLst>
        <pc:inkChg chg="add del">
          <ac:chgData name="Dr.Sugata Gangopadhyay" userId="5fbd9f87-0a98-489d-9d45-82abac52020a" providerId="ADAL" clId="{4ACBC6C6-645A-4BB1-96CC-1A36D3AF8CF8}" dt="2025-02-22T02:42:30.356" v="5" actId="478"/>
          <ac:inkMkLst>
            <pc:docMk/>
            <pc:sldMk cId="2733169910" sldId="299"/>
            <ac:inkMk id="4" creationId="{A7E23D9C-DF44-4055-9408-512218D86C51}"/>
          </ac:inkMkLst>
        </pc:inkChg>
        <pc:inkChg chg="add">
          <ac:chgData name="Dr.Sugata Gangopadhyay" userId="5fbd9f87-0a98-489d-9d45-82abac52020a" providerId="ADAL" clId="{4ACBC6C6-645A-4BB1-96CC-1A36D3AF8CF8}" dt="2025-02-22T02:57:04.465" v="170"/>
          <ac:inkMkLst>
            <pc:docMk/>
            <pc:sldMk cId="2733169910" sldId="299"/>
            <ac:inkMk id="5" creationId="{7836A4BE-8FA6-457A-9881-43E80A97E10C}"/>
          </ac:inkMkLst>
        </pc:inkChg>
        <pc:inkChg chg="del">
          <ac:chgData name="Dr.Sugata Gangopadhyay" userId="5fbd9f87-0a98-489d-9d45-82abac52020a" providerId="ADAL" clId="{4ACBC6C6-645A-4BB1-96CC-1A36D3AF8CF8}" dt="2025-02-22T02:41:39.430" v="2" actId="478"/>
          <ac:inkMkLst>
            <pc:docMk/>
            <pc:sldMk cId="2733169910" sldId="299"/>
            <ac:inkMk id="6" creationId="{002ADFE4-280F-440D-9387-4C5B1D9F313E}"/>
          </ac:inkMkLst>
        </pc:inkChg>
        <pc:inkChg chg="del">
          <ac:chgData name="Dr.Sugata Gangopadhyay" userId="5fbd9f87-0a98-489d-9d45-82abac52020a" providerId="ADAL" clId="{4ACBC6C6-645A-4BB1-96CC-1A36D3AF8CF8}" dt="2025-02-22T02:42:20.462" v="3" actId="478"/>
          <ac:inkMkLst>
            <pc:docMk/>
            <pc:sldMk cId="2733169910" sldId="299"/>
            <ac:inkMk id="7" creationId="{1BEF35E8-C78A-441C-A002-140CD7BF3DA6}"/>
          </ac:inkMkLst>
        </pc:inkChg>
        <pc:inkChg chg="add">
          <ac:chgData name="Dr.Sugata Gangopadhyay" userId="5fbd9f87-0a98-489d-9d45-82abac52020a" providerId="ADAL" clId="{4ACBC6C6-645A-4BB1-96CC-1A36D3AF8CF8}" dt="2025-02-22T02:57:34.255" v="171"/>
          <ac:inkMkLst>
            <pc:docMk/>
            <pc:sldMk cId="2733169910" sldId="299"/>
            <ac:inkMk id="8" creationId="{2CA745D2-2AC9-4F18-8604-05B3187D37CB}"/>
          </ac:inkMkLst>
        </pc:inkChg>
        <pc:inkChg chg="add">
          <ac:chgData name="Dr.Sugata Gangopadhyay" userId="5fbd9f87-0a98-489d-9d45-82abac52020a" providerId="ADAL" clId="{4ACBC6C6-645A-4BB1-96CC-1A36D3AF8CF8}" dt="2025-02-22T02:57:35.903" v="172"/>
          <ac:inkMkLst>
            <pc:docMk/>
            <pc:sldMk cId="2733169910" sldId="299"/>
            <ac:inkMk id="9" creationId="{D0F2C2D6-F675-4AD2-BF9D-F1D79256BEA4}"/>
          </ac:inkMkLst>
        </pc:inkChg>
        <pc:inkChg chg="del">
          <ac:chgData name="Dr.Sugata Gangopadhyay" userId="5fbd9f87-0a98-489d-9d45-82abac52020a" providerId="ADAL" clId="{4ACBC6C6-645A-4BB1-96CC-1A36D3AF8CF8}" dt="2025-02-22T02:42:20.462" v="3" actId="478"/>
          <ac:inkMkLst>
            <pc:docMk/>
            <pc:sldMk cId="2733169910" sldId="299"/>
            <ac:inkMk id="10" creationId="{2DC17371-A26B-41A4-A798-3280CB17F9EB}"/>
          </ac:inkMkLst>
        </pc:inkChg>
        <pc:inkChg chg="del">
          <ac:chgData name="Dr.Sugata Gangopadhyay" userId="5fbd9f87-0a98-489d-9d45-82abac52020a" providerId="ADAL" clId="{4ACBC6C6-645A-4BB1-96CC-1A36D3AF8CF8}" dt="2025-02-22T02:42:20.462" v="3" actId="478"/>
          <ac:inkMkLst>
            <pc:docMk/>
            <pc:sldMk cId="2733169910" sldId="299"/>
            <ac:inkMk id="11" creationId="{5A99A6DD-607D-4AEE-BC45-A5CB9C6198C7}"/>
          </ac:inkMkLst>
        </pc:inkChg>
        <pc:inkChg chg="add">
          <ac:chgData name="Dr.Sugata Gangopadhyay" userId="5fbd9f87-0a98-489d-9d45-82abac52020a" providerId="ADAL" clId="{4ACBC6C6-645A-4BB1-96CC-1A36D3AF8CF8}" dt="2025-02-22T02:57:38.029" v="173"/>
          <ac:inkMkLst>
            <pc:docMk/>
            <pc:sldMk cId="2733169910" sldId="299"/>
            <ac:inkMk id="12" creationId="{DBDD12BD-56B9-48C9-9CB7-22DAC9542D31}"/>
          </ac:inkMkLst>
        </pc:inkChg>
        <pc:inkChg chg="add">
          <ac:chgData name="Dr.Sugata Gangopadhyay" userId="5fbd9f87-0a98-489d-9d45-82abac52020a" providerId="ADAL" clId="{4ACBC6C6-645A-4BB1-96CC-1A36D3AF8CF8}" dt="2025-02-22T02:57:38.355" v="174"/>
          <ac:inkMkLst>
            <pc:docMk/>
            <pc:sldMk cId="2733169910" sldId="299"/>
            <ac:inkMk id="13" creationId="{5E0429C6-0801-4D24-B1E3-86A5F46FDB8C}"/>
          </ac:inkMkLst>
        </pc:inkChg>
        <pc:inkChg chg="del">
          <ac:chgData name="Dr.Sugata Gangopadhyay" userId="5fbd9f87-0a98-489d-9d45-82abac52020a" providerId="ADAL" clId="{4ACBC6C6-645A-4BB1-96CC-1A36D3AF8CF8}" dt="2025-02-22T02:42:20.462" v="3" actId="478"/>
          <ac:inkMkLst>
            <pc:docMk/>
            <pc:sldMk cId="2733169910" sldId="299"/>
            <ac:inkMk id="14" creationId="{F44218E7-B57D-4947-B529-AC3B4BE0024E}"/>
          </ac:inkMkLst>
        </pc:inkChg>
        <pc:inkChg chg="del">
          <ac:chgData name="Dr.Sugata Gangopadhyay" userId="5fbd9f87-0a98-489d-9d45-82abac52020a" providerId="ADAL" clId="{4ACBC6C6-645A-4BB1-96CC-1A36D3AF8CF8}" dt="2025-02-22T02:42:20.462" v="3" actId="478"/>
          <ac:inkMkLst>
            <pc:docMk/>
            <pc:sldMk cId="2733169910" sldId="299"/>
            <ac:inkMk id="15" creationId="{0C2D545D-A0A8-4592-976C-FB9F9E742C21}"/>
          </ac:inkMkLst>
        </pc:inkChg>
        <pc:inkChg chg="del">
          <ac:chgData name="Dr.Sugata Gangopadhyay" userId="5fbd9f87-0a98-489d-9d45-82abac52020a" providerId="ADAL" clId="{4ACBC6C6-645A-4BB1-96CC-1A36D3AF8CF8}" dt="2025-02-22T02:42:20.462" v="3" actId="478"/>
          <ac:inkMkLst>
            <pc:docMk/>
            <pc:sldMk cId="2733169910" sldId="299"/>
            <ac:inkMk id="16" creationId="{A15A492F-8346-4457-9B8E-8565D383B871}"/>
          </ac:inkMkLst>
        </pc:inkChg>
        <pc:inkChg chg="del">
          <ac:chgData name="Dr.Sugata Gangopadhyay" userId="5fbd9f87-0a98-489d-9d45-82abac52020a" providerId="ADAL" clId="{4ACBC6C6-645A-4BB1-96CC-1A36D3AF8CF8}" dt="2025-02-22T02:42:20.462" v="3" actId="478"/>
          <ac:inkMkLst>
            <pc:docMk/>
            <pc:sldMk cId="2733169910" sldId="299"/>
            <ac:inkMk id="17" creationId="{E6B473E5-B963-4A83-8D9A-390BF915A966}"/>
          </ac:inkMkLst>
        </pc:inkChg>
        <pc:inkChg chg="add">
          <ac:chgData name="Dr.Sugata Gangopadhyay" userId="5fbd9f87-0a98-489d-9d45-82abac52020a" providerId="ADAL" clId="{4ACBC6C6-645A-4BB1-96CC-1A36D3AF8CF8}" dt="2025-02-22T02:57:38.557" v="175"/>
          <ac:inkMkLst>
            <pc:docMk/>
            <pc:sldMk cId="2733169910" sldId="299"/>
            <ac:inkMk id="18" creationId="{3787C0D7-7B7B-4CD4-B9FC-4DACCD9D74F7}"/>
          </ac:inkMkLst>
        </pc:inkChg>
        <pc:inkChg chg="add">
          <ac:chgData name="Dr.Sugata Gangopadhyay" userId="5fbd9f87-0a98-489d-9d45-82abac52020a" providerId="ADAL" clId="{4ACBC6C6-645A-4BB1-96CC-1A36D3AF8CF8}" dt="2025-02-22T02:57:38.766" v="176"/>
          <ac:inkMkLst>
            <pc:docMk/>
            <pc:sldMk cId="2733169910" sldId="299"/>
            <ac:inkMk id="19" creationId="{2C1EC1FA-E0FB-42AA-B8B9-2EB0BA7FF479}"/>
          </ac:inkMkLst>
        </pc:inkChg>
        <pc:inkChg chg="del">
          <ac:chgData name="Dr.Sugata Gangopadhyay" userId="5fbd9f87-0a98-489d-9d45-82abac52020a" providerId="ADAL" clId="{4ACBC6C6-645A-4BB1-96CC-1A36D3AF8CF8}" dt="2025-02-22T02:42:20.462" v="3" actId="478"/>
          <ac:inkMkLst>
            <pc:docMk/>
            <pc:sldMk cId="2733169910" sldId="299"/>
            <ac:inkMk id="20" creationId="{B31C4003-45EA-47A6-A2C1-DECDF0BF7699}"/>
          </ac:inkMkLst>
        </pc:inkChg>
        <pc:inkChg chg="del">
          <ac:chgData name="Dr.Sugata Gangopadhyay" userId="5fbd9f87-0a98-489d-9d45-82abac52020a" providerId="ADAL" clId="{4ACBC6C6-645A-4BB1-96CC-1A36D3AF8CF8}" dt="2025-02-22T02:42:20.462" v="3" actId="478"/>
          <ac:inkMkLst>
            <pc:docMk/>
            <pc:sldMk cId="2733169910" sldId="299"/>
            <ac:inkMk id="21" creationId="{E731E177-6FD5-4984-97AF-545A8953F618}"/>
          </ac:inkMkLst>
        </pc:inkChg>
        <pc:inkChg chg="del">
          <ac:chgData name="Dr.Sugata Gangopadhyay" userId="5fbd9f87-0a98-489d-9d45-82abac52020a" providerId="ADAL" clId="{4ACBC6C6-645A-4BB1-96CC-1A36D3AF8CF8}" dt="2025-02-22T02:42:20.462" v="3" actId="478"/>
          <ac:inkMkLst>
            <pc:docMk/>
            <pc:sldMk cId="2733169910" sldId="299"/>
            <ac:inkMk id="22" creationId="{E1F41371-B204-4017-B0BA-51305044E095}"/>
          </ac:inkMkLst>
        </pc:inkChg>
        <pc:inkChg chg="del">
          <ac:chgData name="Dr.Sugata Gangopadhyay" userId="5fbd9f87-0a98-489d-9d45-82abac52020a" providerId="ADAL" clId="{4ACBC6C6-645A-4BB1-96CC-1A36D3AF8CF8}" dt="2025-02-22T02:42:20.462" v="3" actId="478"/>
          <ac:inkMkLst>
            <pc:docMk/>
            <pc:sldMk cId="2733169910" sldId="299"/>
            <ac:inkMk id="23" creationId="{63AFFCAD-A92E-4592-8331-66A63EF8906B}"/>
          </ac:inkMkLst>
        </pc:inkChg>
        <pc:inkChg chg="add">
          <ac:chgData name="Dr.Sugata Gangopadhyay" userId="5fbd9f87-0a98-489d-9d45-82abac52020a" providerId="ADAL" clId="{4ACBC6C6-645A-4BB1-96CC-1A36D3AF8CF8}" dt="2025-02-22T02:57:39.063" v="177"/>
          <ac:inkMkLst>
            <pc:docMk/>
            <pc:sldMk cId="2733169910" sldId="299"/>
            <ac:inkMk id="24" creationId="{194B06E6-9EAF-4551-B77C-FDF18D1FD3CB}"/>
          </ac:inkMkLst>
        </pc:inkChg>
        <pc:inkChg chg="add del">
          <ac:chgData name="Dr.Sugata Gangopadhyay" userId="5fbd9f87-0a98-489d-9d45-82abac52020a" providerId="ADAL" clId="{4ACBC6C6-645A-4BB1-96CC-1A36D3AF8CF8}" dt="2025-02-22T02:57:41.994" v="180"/>
          <ac:inkMkLst>
            <pc:docMk/>
            <pc:sldMk cId="2733169910" sldId="299"/>
            <ac:inkMk id="25" creationId="{E0F1F0BA-BFCE-4F61-AFA0-3A4CD9D54438}"/>
          </ac:inkMkLst>
        </pc:inkChg>
        <pc:inkChg chg="del">
          <ac:chgData name="Dr.Sugata Gangopadhyay" userId="5fbd9f87-0a98-489d-9d45-82abac52020a" providerId="ADAL" clId="{4ACBC6C6-645A-4BB1-96CC-1A36D3AF8CF8}" dt="2025-02-22T02:42:20.462" v="3" actId="478"/>
          <ac:inkMkLst>
            <pc:docMk/>
            <pc:sldMk cId="2733169910" sldId="299"/>
            <ac:inkMk id="26" creationId="{8A65946C-3D44-4F5D-9DD8-8563CE6249D4}"/>
          </ac:inkMkLst>
        </pc:inkChg>
        <pc:inkChg chg="del">
          <ac:chgData name="Dr.Sugata Gangopadhyay" userId="5fbd9f87-0a98-489d-9d45-82abac52020a" providerId="ADAL" clId="{4ACBC6C6-645A-4BB1-96CC-1A36D3AF8CF8}" dt="2025-02-22T02:42:20.462" v="3" actId="478"/>
          <ac:inkMkLst>
            <pc:docMk/>
            <pc:sldMk cId="2733169910" sldId="299"/>
            <ac:inkMk id="27" creationId="{F000988A-C0DA-4291-A605-8D76DC6439CB}"/>
          </ac:inkMkLst>
        </pc:inkChg>
        <pc:inkChg chg="del">
          <ac:chgData name="Dr.Sugata Gangopadhyay" userId="5fbd9f87-0a98-489d-9d45-82abac52020a" providerId="ADAL" clId="{4ACBC6C6-645A-4BB1-96CC-1A36D3AF8CF8}" dt="2025-02-22T02:42:20.462" v="3" actId="478"/>
          <ac:inkMkLst>
            <pc:docMk/>
            <pc:sldMk cId="2733169910" sldId="299"/>
            <ac:inkMk id="28" creationId="{CC4863CE-3E09-4DB3-8797-B5403BA76853}"/>
          </ac:inkMkLst>
        </pc:inkChg>
        <pc:inkChg chg="add del">
          <ac:chgData name="Dr.Sugata Gangopadhyay" userId="5fbd9f87-0a98-489d-9d45-82abac52020a" providerId="ADAL" clId="{4ACBC6C6-645A-4BB1-96CC-1A36D3AF8CF8}" dt="2025-02-22T02:57:41.994" v="180"/>
          <ac:inkMkLst>
            <pc:docMk/>
            <pc:sldMk cId="2733169910" sldId="299"/>
            <ac:inkMk id="29" creationId="{B768D0C4-0D0F-4434-9213-CEC5F9BE4FF4}"/>
          </ac:inkMkLst>
        </pc:inkChg>
        <pc:inkChg chg="add">
          <ac:chgData name="Dr.Sugata Gangopadhyay" userId="5fbd9f87-0a98-489d-9d45-82abac52020a" providerId="ADAL" clId="{4ACBC6C6-645A-4BB1-96CC-1A36D3AF8CF8}" dt="2025-02-22T02:57:41.994" v="180"/>
          <ac:inkMkLst>
            <pc:docMk/>
            <pc:sldMk cId="2733169910" sldId="299"/>
            <ac:inkMk id="30" creationId="{C7FEC7D5-1CD8-46C6-B439-A856AB7B3A95}"/>
          </ac:inkMkLst>
        </pc:inkChg>
        <pc:inkChg chg="del">
          <ac:chgData name="Dr.Sugata Gangopadhyay" userId="5fbd9f87-0a98-489d-9d45-82abac52020a" providerId="ADAL" clId="{4ACBC6C6-645A-4BB1-96CC-1A36D3AF8CF8}" dt="2025-02-22T02:42:20.462" v="3" actId="478"/>
          <ac:inkMkLst>
            <pc:docMk/>
            <pc:sldMk cId="2733169910" sldId="299"/>
            <ac:inkMk id="31" creationId="{3017F3B2-6B34-499D-8BC2-05044B7C1C9B}"/>
          </ac:inkMkLst>
        </pc:inkChg>
        <pc:inkChg chg="del">
          <ac:chgData name="Dr.Sugata Gangopadhyay" userId="5fbd9f87-0a98-489d-9d45-82abac52020a" providerId="ADAL" clId="{4ACBC6C6-645A-4BB1-96CC-1A36D3AF8CF8}" dt="2025-02-22T02:42:20.462" v="3" actId="478"/>
          <ac:inkMkLst>
            <pc:docMk/>
            <pc:sldMk cId="2733169910" sldId="299"/>
            <ac:inkMk id="32" creationId="{E27A4A02-EDF8-4752-B9DA-F1114C70171D}"/>
          </ac:inkMkLst>
        </pc:inkChg>
        <pc:inkChg chg="del">
          <ac:chgData name="Dr.Sugata Gangopadhyay" userId="5fbd9f87-0a98-489d-9d45-82abac52020a" providerId="ADAL" clId="{4ACBC6C6-645A-4BB1-96CC-1A36D3AF8CF8}" dt="2025-02-22T02:42:20.462" v="3" actId="478"/>
          <ac:inkMkLst>
            <pc:docMk/>
            <pc:sldMk cId="2733169910" sldId="299"/>
            <ac:inkMk id="33" creationId="{07DFA339-48EA-4CB0-B1BD-D3968B8C23B5}"/>
          </ac:inkMkLst>
        </pc:inkChg>
        <pc:inkChg chg="add">
          <ac:chgData name="Dr.Sugata Gangopadhyay" userId="5fbd9f87-0a98-489d-9d45-82abac52020a" providerId="ADAL" clId="{4ACBC6C6-645A-4BB1-96CC-1A36D3AF8CF8}" dt="2025-02-22T02:57:44.327" v="181"/>
          <ac:inkMkLst>
            <pc:docMk/>
            <pc:sldMk cId="2733169910" sldId="299"/>
            <ac:inkMk id="34" creationId="{B8D6E8EF-95E1-4E5C-83D1-7BFD1A1AD4C9}"/>
          </ac:inkMkLst>
        </pc:inkChg>
        <pc:inkChg chg="add del">
          <ac:chgData name="Dr.Sugata Gangopadhyay" userId="5fbd9f87-0a98-489d-9d45-82abac52020a" providerId="ADAL" clId="{4ACBC6C6-645A-4BB1-96CC-1A36D3AF8CF8}" dt="2025-02-22T02:57:47.705" v="184"/>
          <ac:inkMkLst>
            <pc:docMk/>
            <pc:sldMk cId="2733169910" sldId="299"/>
            <ac:inkMk id="35" creationId="{B8E8176C-A5F1-4D12-8AED-A9E64B7A8B8B}"/>
          </ac:inkMkLst>
        </pc:inkChg>
        <pc:inkChg chg="add del">
          <ac:chgData name="Dr.Sugata Gangopadhyay" userId="5fbd9f87-0a98-489d-9d45-82abac52020a" providerId="ADAL" clId="{4ACBC6C6-645A-4BB1-96CC-1A36D3AF8CF8}" dt="2025-02-22T02:57:47.705" v="184"/>
          <ac:inkMkLst>
            <pc:docMk/>
            <pc:sldMk cId="2733169910" sldId="299"/>
            <ac:inkMk id="36" creationId="{60AD74EF-A0FA-4038-ABF5-74EFAB26E3E4}"/>
          </ac:inkMkLst>
        </pc:inkChg>
        <pc:inkChg chg="add">
          <ac:chgData name="Dr.Sugata Gangopadhyay" userId="5fbd9f87-0a98-489d-9d45-82abac52020a" providerId="ADAL" clId="{4ACBC6C6-645A-4BB1-96CC-1A36D3AF8CF8}" dt="2025-02-22T02:57:47.705" v="184"/>
          <ac:inkMkLst>
            <pc:docMk/>
            <pc:sldMk cId="2733169910" sldId="299"/>
            <ac:inkMk id="37" creationId="{C45F6D0D-1481-4B36-8BD3-FB705CC43BAB}"/>
          </ac:inkMkLst>
        </pc:inkChg>
        <pc:inkChg chg="add">
          <ac:chgData name="Dr.Sugata Gangopadhyay" userId="5fbd9f87-0a98-489d-9d45-82abac52020a" providerId="ADAL" clId="{4ACBC6C6-645A-4BB1-96CC-1A36D3AF8CF8}" dt="2025-02-22T02:57:55.059" v="185"/>
          <ac:inkMkLst>
            <pc:docMk/>
            <pc:sldMk cId="2733169910" sldId="299"/>
            <ac:inkMk id="38" creationId="{438358B5-107B-495B-B4CC-8BC56EA7AB16}"/>
          </ac:inkMkLst>
        </pc:inkChg>
        <pc:inkChg chg="del">
          <ac:chgData name="Dr.Sugata Gangopadhyay" userId="5fbd9f87-0a98-489d-9d45-82abac52020a" providerId="ADAL" clId="{4ACBC6C6-645A-4BB1-96CC-1A36D3AF8CF8}" dt="2025-02-22T02:42:20.462" v="3" actId="478"/>
          <ac:inkMkLst>
            <pc:docMk/>
            <pc:sldMk cId="2733169910" sldId="299"/>
            <ac:inkMk id="39" creationId="{613E3D1B-6BB9-4DFA-85FE-6B1FB3B6F2DB}"/>
          </ac:inkMkLst>
        </pc:inkChg>
        <pc:inkChg chg="del">
          <ac:chgData name="Dr.Sugata Gangopadhyay" userId="5fbd9f87-0a98-489d-9d45-82abac52020a" providerId="ADAL" clId="{4ACBC6C6-645A-4BB1-96CC-1A36D3AF8CF8}" dt="2025-02-22T02:42:20.462" v="3" actId="478"/>
          <ac:inkMkLst>
            <pc:docMk/>
            <pc:sldMk cId="2733169910" sldId="299"/>
            <ac:inkMk id="40" creationId="{81062624-905B-4E03-8B8C-2BEF3F10A819}"/>
          </ac:inkMkLst>
        </pc:inkChg>
        <pc:inkChg chg="del">
          <ac:chgData name="Dr.Sugata Gangopadhyay" userId="5fbd9f87-0a98-489d-9d45-82abac52020a" providerId="ADAL" clId="{4ACBC6C6-645A-4BB1-96CC-1A36D3AF8CF8}" dt="2025-02-22T02:42:20.462" v="3" actId="478"/>
          <ac:inkMkLst>
            <pc:docMk/>
            <pc:sldMk cId="2733169910" sldId="299"/>
            <ac:inkMk id="41" creationId="{5843F458-0EBA-4BBE-BB85-1E80CEA7B779}"/>
          </ac:inkMkLst>
        </pc:inkChg>
        <pc:inkChg chg="del">
          <ac:chgData name="Dr.Sugata Gangopadhyay" userId="5fbd9f87-0a98-489d-9d45-82abac52020a" providerId="ADAL" clId="{4ACBC6C6-645A-4BB1-96CC-1A36D3AF8CF8}" dt="2025-02-22T02:42:20.462" v="3" actId="478"/>
          <ac:inkMkLst>
            <pc:docMk/>
            <pc:sldMk cId="2733169910" sldId="299"/>
            <ac:inkMk id="42" creationId="{AE09C7B4-8D96-4A1B-97ED-6D15A20FBD56}"/>
          </ac:inkMkLst>
        </pc:inkChg>
        <pc:inkChg chg="del">
          <ac:chgData name="Dr.Sugata Gangopadhyay" userId="5fbd9f87-0a98-489d-9d45-82abac52020a" providerId="ADAL" clId="{4ACBC6C6-645A-4BB1-96CC-1A36D3AF8CF8}" dt="2025-02-22T02:42:20.462" v="3" actId="478"/>
          <ac:inkMkLst>
            <pc:docMk/>
            <pc:sldMk cId="2733169910" sldId="299"/>
            <ac:inkMk id="43" creationId="{5AFEBD9A-D8CC-453E-B4C8-BB28CDBA6BD8}"/>
          </ac:inkMkLst>
        </pc:inkChg>
        <pc:inkChg chg="del">
          <ac:chgData name="Dr.Sugata Gangopadhyay" userId="5fbd9f87-0a98-489d-9d45-82abac52020a" providerId="ADAL" clId="{4ACBC6C6-645A-4BB1-96CC-1A36D3AF8CF8}" dt="2025-02-22T02:42:20.462" v="3" actId="478"/>
          <ac:inkMkLst>
            <pc:docMk/>
            <pc:sldMk cId="2733169910" sldId="299"/>
            <ac:inkMk id="44" creationId="{A48691D1-ACAA-4168-94F3-FEDBBB20924F}"/>
          </ac:inkMkLst>
        </pc:inkChg>
        <pc:inkChg chg="add del">
          <ac:chgData name="Dr.Sugata Gangopadhyay" userId="5fbd9f87-0a98-489d-9d45-82abac52020a" providerId="ADAL" clId="{4ACBC6C6-645A-4BB1-96CC-1A36D3AF8CF8}" dt="2025-02-22T02:57:59.017" v="191"/>
          <ac:inkMkLst>
            <pc:docMk/>
            <pc:sldMk cId="2733169910" sldId="299"/>
            <ac:inkMk id="45" creationId="{4174C2C5-DB0E-4070-97C4-16C4620F18C0}"/>
          </ac:inkMkLst>
        </pc:inkChg>
        <pc:inkChg chg="add del">
          <ac:chgData name="Dr.Sugata Gangopadhyay" userId="5fbd9f87-0a98-489d-9d45-82abac52020a" providerId="ADAL" clId="{4ACBC6C6-645A-4BB1-96CC-1A36D3AF8CF8}" dt="2025-02-22T02:57:59.017" v="191"/>
          <ac:inkMkLst>
            <pc:docMk/>
            <pc:sldMk cId="2733169910" sldId="299"/>
            <ac:inkMk id="46" creationId="{29D4ADC3-60EE-4563-9340-EF601BE5EFAF}"/>
          </ac:inkMkLst>
        </pc:inkChg>
        <pc:inkChg chg="add">
          <ac:chgData name="Dr.Sugata Gangopadhyay" userId="5fbd9f87-0a98-489d-9d45-82abac52020a" providerId="ADAL" clId="{4ACBC6C6-645A-4BB1-96CC-1A36D3AF8CF8}" dt="2025-02-22T02:57:57.262" v="188"/>
          <ac:inkMkLst>
            <pc:docMk/>
            <pc:sldMk cId="2733169910" sldId="299"/>
            <ac:inkMk id="47" creationId="{CA7FACD4-DD07-4FEB-9C4D-B970F8DD972D}"/>
          </ac:inkMkLst>
        </pc:inkChg>
        <pc:inkChg chg="del">
          <ac:chgData name="Dr.Sugata Gangopadhyay" userId="5fbd9f87-0a98-489d-9d45-82abac52020a" providerId="ADAL" clId="{4ACBC6C6-645A-4BB1-96CC-1A36D3AF8CF8}" dt="2025-02-22T02:42:20.462" v="3" actId="478"/>
          <ac:inkMkLst>
            <pc:docMk/>
            <pc:sldMk cId="2733169910" sldId="299"/>
            <ac:inkMk id="48" creationId="{4EEBF91C-2ABD-40AB-812E-64114C82B32C}"/>
          </ac:inkMkLst>
        </pc:inkChg>
        <pc:inkChg chg="add del">
          <ac:chgData name="Dr.Sugata Gangopadhyay" userId="5fbd9f87-0a98-489d-9d45-82abac52020a" providerId="ADAL" clId="{4ACBC6C6-645A-4BB1-96CC-1A36D3AF8CF8}" dt="2025-02-22T02:57:59.017" v="191"/>
          <ac:inkMkLst>
            <pc:docMk/>
            <pc:sldMk cId="2733169910" sldId="299"/>
            <ac:inkMk id="49" creationId="{1B7282DA-192D-4F9C-8AC3-FABC5878F85E}"/>
          </ac:inkMkLst>
        </pc:inkChg>
        <pc:inkChg chg="add del">
          <ac:chgData name="Dr.Sugata Gangopadhyay" userId="5fbd9f87-0a98-489d-9d45-82abac52020a" providerId="ADAL" clId="{4ACBC6C6-645A-4BB1-96CC-1A36D3AF8CF8}" dt="2025-02-22T02:57:59.017" v="191"/>
          <ac:inkMkLst>
            <pc:docMk/>
            <pc:sldMk cId="2733169910" sldId="299"/>
            <ac:inkMk id="50" creationId="{B2D05EDB-4881-450C-A2E4-14840F152C83}"/>
          </ac:inkMkLst>
        </pc:inkChg>
        <pc:inkChg chg="del mod">
          <ac:chgData name="Dr.Sugata Gangopadhyay" userId="5fbd9f87-0a98-489d-9d45-82abac52020a" providerId="ADAL" clId="{4ACBC6C6-645A-4BB1-96CC-1A36D3AF8CF8}" dt="2025-02-22T02:41:37.367" v="1" actId="478"/>
          <ac:inkMkLst>
            <pc:docMk/>
            <pc:sldMk cId="2733169910" sldId="299"/>
            <ac:inkMk id="51" creationId="{43B06D90-6A0F-432E-A2D4-EA12E2B7C236}"/>
          </ac:inkMkLst>
        </pc:inkChg>
        <pc:inkChg chg="add">
          <ac:chgData name="Dr.Sugata Gangopadhyay" userId="5fbd9f87-0a98-489d-9d45-82abac52020a" providerId="ADAL" clId="{4ACBC6C6-645A-4BB1-96CC-1A36D3AF8CF8}" dt="2025-02-22T02:57:59.017" v="191"/>
          <ac:inkMkLst>
            <pc:docMk/>
            <pc:sldMk cId="2733169910" sldId="299"/>
            <ac:inkMk id="52" creationId="{05D3635C-BFFF-4996-A756-239CC9FAB01E}"/>
          </ac:inkMkLst>
        </pc:inkChg>
        <pc:inkChg chg="add">
          <ac:chgData name="Dr.Sugata Gangopadhyay" userId="5fbd9f87-0a98-489d-9d45-82abac52020a" providerId="ADAL" clId="{4ACBC6C6-645A-4BB1-96CC-1A36D3AF8CF8}" dt="2025-02-22T02:57:59.017" v="191"/>
          <ac:inkMkLst>
            <pc:docMk/>
            <pc:sldMk cId="2733169910" sldId="299"/>
            <ac:inkMk id="53" creationId="{A95D4D74-4B9C-43D9-9864-B84596E5DD9A}"/>
          </ac:inkMkLst>
        </pc:inkChg>
        <pc:inkChg chg="add">
          <ac:chgData name="Dr.Sugata Gangopadhyay" userId="5fbd9f87-0a98-489d-9d45-82abac52020a" providerId="ADAL" clId="{4ACBC6C6-645A-4BB1-96CC-1A36D3AF8CF8}" dt="2025-02-22T02:57:59.709" v="192"/>
          <ac:inkMkLst>
            <pc:docMk/>
            <pc:sldMk cId="2733169910" sldId="299"/>
            <ac:inkMk id="54" creationId="{667CC1A8-2C57-4235-8ED3-6F354466209C}"/>
          </ac:inkMkLst>
        </pc:inkChg>
        <pc:inkChg chg="add">
          <ac:chgData name="Dr.Sugata Gangopadhyay" userId="5fbd9f87-0a98-489d-9d45-82abac52020a" providerId="ADAL" clId="{4ACBC6C6-645A-4BB1-96CC-1A36D3AF8CF8}" dt="2025-02-22T02:58:00.290" v="193"/>
          <ac:inkMkLst>
            <pc:docMk/>
            <pc:sldMk cId="2733169910" sldId="299"/>
            <ac:inkMk id="55" creationId="{09B84F03-A872-47A8-915D-53691FD103E6}"/>
          </ac:inkMkLst>
        </pc:inkChg>
        <pc:inkChg chg="del">
          <ac:chgData name="Dr.Sugata Gangopadhyay" userId="5fbd9f87-0a98-489d-9d45-82abac52020a" providerId="ADAL" clId="{4ACBC6C6-645A-4BB1-96CC-1A36D3AF8CF8}" dt="2025-02-22T02:42:20.462" v="3" actId="478"/>
          <ac:inkMkLst>
            <pc:docMk/>
            <pc:sldMk cId="2733169910" sldId="299"/>
            <ac:inkMk id="56" creationId="{CC73116B-EA48-4A1E-9613-F76E3556B312}"/>
          </ac:inkMkLst>
        </pc:inkChg>
        <pc:inkChg chg="del">
          <ac:chgData name="Dr.Sugata Gangopadhyay" userId="5fbd9f87-0a98-489d-9d45-82abac52020a" providerId="ADAL" clId="{4ACBC6C6-645A-4BB1-96CC-1A36D3AF8CF8}" dt="2025-02-22T02:42:20.462" v="3" actId="478"/>
          <ac:inkMkLst>
            <pc:docMk/>
            <pc:sldMk cId="2733169910" sldId="299"/>
            <ac:inkMk id="57" creationId="{A2A53306-867B-424F-96B5-3CBF268FBD33}"/>
          </ac:inkMkLst>
        </pc:inkChg>
        <pc:inkChg chg="del">
          <ac:chgData name="Dr.Sugata Gangopadhyay" userId="5fbd9f87-0a98-489d-9d45-82abac52020a" providerId="ADAL" clId="{4ACBC6C6-645A-4BB1-96CC-1A36D3AF8CF8}" dt="2025-02-22T02:42:20.462" v="3" actId="478"/>
          <ac:inkMkLst>
            <pc:docMk/>
            <pc:sldMk cId="2733169910" sldId="299"/>
            <ac:inkMk id="58" creationId="{926C0A4C-3106-4DAF-BEF8-3EAD5F5DC28B}"/>
          </ac:inkMkLst>
        </pc:inkChg>
        <pc:inkChg chg="add del">
          <ac:chgData name="Dr.Sugata Gangopadhyay" userId="5fbd9f87-0a98-489d-9d45-82abac52020a" providerId="ADAL" clId="{4ACBC6C6-645A-4BB1-96CC-1A36D3AF8CF8}" dt="2025-02-22T02:58:01.668" v="196"/>
          <ac:inkMkLst>
            <pc:docMk/>
            <pc:sldMk cId="2733169910" sldId="299"/>
            <ac:inkMk id="59" creationId="{4621A2B7-FD8D-4FD9-8B95-B3991D9390A0}"/>
          </ac:inkMkLst>
        </pc:inkChg>
        <pc:inkChg chg="add del">
          <ac:chgData name="Dr.Sugata Gangopadhyay" userId="5fbd9f87-0a98-489d-9d45-82abac52020a" providerId="ADAL" clId="{4ACBC6C6-645A-4BB1-96CC-1A36D3AF8CF8}" dt="2025-02-22T02:58:01.668" v="196"/>
          <ac:inkMkLst>
            <pc:docMk/>
            <pc:sldMk cId="2733169910" sldId="299"/>
            <ac:inkMk id="60" creationId="{4D5A71AE-4629-4172-AC59-68BC0A569816}"/>
          </ac:inkMkLst>
        </pc:inkChg>
        <pc:inkChg chg="add">
          <ac:chgData name="Dr.Sugata Gangopadhyay" userId="5fbd9f87-0a98-489d-9d45-82abac52020a" providerId="ADAL" clId="{4ACBC6C6-645A-4BB1-96CC-1A36D3AF8CF8}" dt="2025-02-22T02:58:01.668" v="196"/>
          <ac:inkMkLst>
            <pc:docMk/>
            <pc:sldMk cId="2733169910" sldId="299"/>
            <ac:inkMk id="61" creationId="{A8E21DBD-DE95-4B76-915B-833AA48962C5}"/>
          </ac:inkMkLst>
        </pc:inkChg>
        <pc:inkChg chg="add">
          <ac:chgData name="Dr.Sugata Gangopadhyay" userId="5fbd9f87-0a98-489d-9d45-82abac52020a" providerId="ADAL" clId="{4ACBC6C6-645A-4BB1-96CC-1A36D3AF8CF8}" dt="2025-02-22T02:59:34.010" v="197"/>
          <ac:inkMkLst>
            <pc:docMk/>
            <pc:sldMk cId="2733169910" sldId="299"/>
            <ac:inkMk id="62" creationId="{C556A3C9-7F16-499D-A21B-42A8A0A4E77E}"/>
          </ac:inkMkLst>
        </pc:inkChg>
        <pc:inkChg chg="add">
          <ac:chgData name="Dr.Sugata Gangopadhyay" userId="5fbd9f87-0a98-489d-9d45-82abac52020a" providerId="ADAL" clId="{4ACBC6C6-645A-4BB1-96CC-1A36D3AF8CF8}" dt="2025-02-22T02:59:34.489" v="198"/>
          <ac:inkMkLst>
            <pc:docMk/>
            <pc:sldMk cId="2733169910" sldId="299"/>
            <ac:inkMk id="63" creationId="{B2430D60-5072-4CBD-BD84-7D5841CA0509}"/>
          </ac:inkMkLst>
        </pc:inkChg>
        <pc:inkChg chg="add">
          <ac:chgData name="Dr.Sugata Gangopadhyay" userId="5fbd9f87-0a98-489d-9d45-82abac52020a" providerId="ADAL" clId="{4ACBC6C6-645A-4BB1-96CC-1A36D3AF8CF8}" dt="2025-02-22T02:59:35.711" v="199"/>
          <ac:inkMkLst>
            <pc:docMk/>
            <pc:sldMk cId="2733169910" sldId="299"/>
            <ac:inkMk id="64" creationId="{09483A80-708A-45F9-AAFA-0B8591E16EE5}"/>
          </ac:inkMkLst>
        </pc:inkChg>
        <pc:inkChg chg="add">
          <ac:chgData name="Dr.Sugata Gangopadhyay" userId="5fbd9f87-0a98-489d-9d45-82abac52020a" providerId="ADAL" clId="{4ACBC6C6-645A-4BB1-96CC-1A36D3AF8CF8}" dt="2025-02-22T02:59:36.057" v="200"/>
          <ac:inkMkLst>
            <pc:docMk/>
            <pc:sldMk cId="2733169910" sldId="299"/>
            <ac:inkMk id="65" creationId="{CBFB3673-3974-48B3-AC10-B25460E4885C}"/>
          </ac:inkMkLst>
        </pc:inkChg>
        <pc:inkChg chg="del">
          <ac:chgData name="Dr.Sugata Gangopadhyay" userId="5fbd9f87-0a98-489d-9d45-82abac52020a" providerId="ADAL" clId="{4ACBC6C6-645A-4BB1-96CC-1A36D3AF8CF8}" dt="2025-02-22T02:42:20.462" v="3" actId="478"/>
          <ac:inkMkLst>
            <pc:docMk/>
            <pc:sldMk cId="2733169910" sldId="299"/>
            <ac:inkMk id="66" creationId="{59E65C81-21AA-4090-8847-D2BCF743ECCD}"/>
          </ac:inkMkLst>
        </pc:inkChg>
        <pc:inkChg chg="del">
          <ac:chgData name="Dr.Sugata Gangopadhyay" userId="5fbd9f87-0a98-489d-9d45-82abac52020a" providerId="ADAL" clId="{4ACBC6C6-645A-4BB1-96CC-1A36D3AF8CF8}" dt="2025-02-22T02:42:20.462" v="3" actId="478"/>
          <ac:inkMkLst>
            <pc:docMk/>
            <pc:sldMk cId="2733169910" sldId="299"/>
            <ac:inkMk id="67" creationId="{8A0A4B62-E4A8-4E38-8B86-E74B04F19E0A}"/>
          </ac:inkMkLst>
        </pc:inkChg>
        <pc:inkChg chg="add">
          <ac:chgData name="Dr.Sugata Gangopadhyay" userId="5fbd9f87-0a98-489d-9d45-82abac52020a" providerId="ADAL" clId="{4ACBC6C6-645A-4BB1-96CC-1A36D3AF8CF8}" dt="2025-02-22T02:59:36.317" v="201"/>
          <ac:inkMkLst>
            <pc:docMk/>
            <pc:sldMk cId="2733169910" sldId="299"/>
            <ac:inkMk id="68" creationId="{A27B15A1-CBF5-4528-A44A-10FB24DEEFD2}"/>
          </ac:inkMkLst>
        </pc:inkChg>
        <pc:inkChg chg="del">
          <ac:chgData name="Dr.Sugata Gangopadhyay" userId="5fbd9f87-0a98-489d-9d45-82abac52020a" providerId="ADAL" clId="{4ACBC6C6-645A-4BB1-96CC-1A36D3AF8CF8}" dt="2025-02-22T02:42:20.462" v="3" actId="478"/>
          <ac:inkMkLst>
            <pc:docMk/>
            <pc:sldMk cId="2733169910" sldId="299"/>
            <ac:inkMk id="69" creationId="{CAA7B3F0-4152-49AF-B78F-3A7555052C26}"/>
          </ac:inkMkLst>
        </pc:inkChg>
        <pc:inkChg chg="add">
          <ac:chgData name="Dr.Sugata Gangopadhyay" userId="5fbd9f87-0a98-489d-9d45-82abac52020a" providerId="ADAL" clId="{4ACBC6C6-645A-4BB1-96CC-1A36D3AF8CF8}" dt="2025-02-22T02:59:36.485" v="202"/>
          <ac:inkMkLst>
            <pc:docMk/>
            <pc:sldMk cId="2733169910" sldId="299"/>
            <ac:inkMk id="70" creationId="{D61693BB-953E-4212-8A39-0A50FD4FC0E3}"/>
          </ac:inkMkLst>
        </pc:inkChg>
        <pc:inkChg chg="add">
          <ac:chgData name="Dr.Sugata Gangopadhyay" userId="5fbd9f87-0a98-489d-9d45-82abac52020a" providerId="ADAL" clId="{4ACBC6C6-645A-4BB1-96CC-1A36D3AF8CF8}" dt="2025-02-22T02:59:36.747" v="203"/>
          <ac:inkMkLst>
            <pc:docMk/>
            <pc:sldMk cId="2733169910" sldId="299"/>
            <ac:inkMk id="71" creationId="{FAF7F5F5-A4F1-4ED8-B1E9-5E1100C59134}"/>
          </ac:inkMkLst>
        </pc:inkChg>
        <pc:inkChg chg="del">
          <ac:chgData name="Dr.Sugata Gangopadhyay" userId="5fbd9f87-0a98-489d-9d45-82abac52020a" providerId="ADAL" clId="{4ACBC6C6-645A-4BB1-96CC-1A36D3AF8CF8}" dt="2025-02-22T02:42:20.462" v="3" actId="478"/>
          <ac:inkMkLst>
            <pc:docMk/>
            <pc:sldMk cId="2733169910" sldId="299"/>
            <ac:inkMk id="72" creationId="{079CF48F-C13F-4DEA-B965-E65D89DC75CE}"/>
          </ac:inkMkLst>
        </pc:inkChg>
        <pc:inkChg chg="del">
          <ac:chgData name="Dr.Sugata Gangopadhyay" userId="5fbd9f87-0a98-489d-9d45-82abac52020a" providerId="ADAL" clId="{4ACBC6C6-645A-4BB1-96CC-1A36D3AF8CF8}" dt="2025-02-22T02:42:20.462" v="3" actId="478"/>
          <ac:inkMkLst>
            <pc:docMk/>
            <pc:sldMk cId="2733169910" sldId="299"/>
            <ac:inkMk id="73" creationId="{D79CB675-0D9D-4A9E-9B1A-4555590FF386}"/>
          </ac:inkMkLst>
        </pc:inkChg>
        <pc:inkChg chg="add del">
          <ac:chgData name="Dr.Sugata Gangopadhyay" userId="5fbd9f87-0a98-489d-9d45-82abac52020a" providerId="ADAL" clId="{4ACBC6C6-645A-4BB1-96CC-1A36D3AF8CF8}" dt="2025-02-22T02:59:39.473" v="206"/>
          <ac:inkMkLst>
            <pc:docMk/>
            <pc:sldMk cId="2733169910" sldId="299"/>
            <ac:inkMk id="74" creationId="{CACC2ABA-D962-4BEF-BC48-49CEE49F465B}"/>
          </ac:inkMkLst>
        </pc:inkChg>
        <pc:inkChg chg="add del">
          <ac:chgData name="Dr.Sugata Gangopadhyay" userId="5fbd9f87-0a98-489d-9d45-82abac52020a" providerId="ADAL" clId="{4ACBC6C6-645A-4BB1-96CC-1A36D3AF8CF8}" dt="2025-02-22T02:59:39.473" v="206"/>
          <ac:inkMkLst>
            <pc:docMk/>
            <pc:sldMk cId="2733169910" sldId="299"/>
            <ac:inkMk id="75" creationId="{0B757CEA-C826-4DCE-892A-EFB9A169879A}"/>
          </ac:inkMkLst>
        </pc:inkChg>
        <pc:inkChg chg="del">
          <ac:chgData name="Dr.Sugata Gangopadhyay" userId="5fbd9f87-0a98-489d-9d45-82abac52020a" providerId="ADAL" clId="{4ACBC6C6-645A-4BB1-96CC-1A36D3AF8CF8}" dt="2025-02-22T02:42:20.462" v="3" actId="478"/>
          <ac:inkMkLst>
            <pc:docMk/>
            <pc:sldMk cId="2733169910" sldId="299"/>
            <ac:inkMk id="76" creationId="{FA563086-B74C-4B89-A4E3-41A2A2CD6A41}"/>
          </ac:inkMkLst>
        </pc:inkChg>
        <pc:inkChg chg="add">
          <ac:chgData name="Dr.Sugata Gangopadhyay" userId="5fbd9f87-0a98-489d-9d45-82abac52020a" providerId="ADAL" clId="{4ACBC6C6-645A-4BB1-96CC-1A36D3AF8CF8}" dt="2025-02-22T02:59:39.473" v="206"/>
          <ac:inkMkLst>
            <pc:docMk/>
            <pc:sldMk cId="2733169910" sldId="299"/>
            <ac:inkMk id="77" creationId="{E8F6A0FD-8AE9-4E4B-8A69-39A9B94FC80D}"/>
          </ac:inkMkLst>
        </pc:inkChg>
        <pc:inkChg chg="add">
          <ac:chgData name="Dr.Sugata Gangopadhyay" userId="5fbd9f87-0a98-489d-9d45-82abac52020a" providerId="ADAL" clId="{4ACBC6C6-645A-4BB1-96CC-1A36D3AF8CF8}" dt="2025-02-22T02:59:47.029" v="207"/>
          <ac:inkMkLst>
            <pc:docMk/>
            <pc:sldMk cId="2733169910" sldId="299"/>
            <ac:inkMk id="78" creationId="{BD4AE172-1F40-4F12-8714-9F89AA2470F1}"/>
          </ac:inkMkLst>
        </pc:inkChg>
        <pc:inkChg chg="add">
          <ac:chgData name="Dr.Sugata Gangopadhyay" userId="5fbd9f87-0a98-489d-9d45-82abac52020a" providerId="ADAL" clId="{4ACBC6C6-645A-4BB1-96CC-1A36D3AF8CF8}" dt="2025-02-22T02:59:48.218" v="208"/>
          <ac:inkMkLst>
            <pc:docMk/>
            <pc:sldMk cId="2733169910" sldId="299"/>
            <ac:inkMk id="79" creationId="{C3AEC1F4-6958-4B5F-B3AD-EF895A6A5B53}"/>
          </ac:inkMkLst>
        </pc:inkChg>
        <pc:inkChg chg="add">
          <ac:chgData name="Dr.Sugata Gangopadhyay" userId="5fbd9f87-0a98-489d-9d45-82abac52020a" providerId="ADAL" clId="{4ACBC6C6-645A-4BB1-96CC-1A36D3AF8CF8}" dt="2025-02-22T02:59:49.358" v="209"/>
          <ac:inkMkLst>
            <pc:docMk/>
            <pc:sldMk cId="2733169910" sldId="299"/>
            <ac:inkMk id="80" creationId="{18BCB49E-4E1D-477F-ADBE-5C91D5896B2F}"/>
          </ac:inkMkLst>
        </pc:inkChg>
        <pc:inkChg chg="add del">
          <ac:chgData name="Dr.Sugata Gangopadhyay" userId="5fbd9f87-0a98-489d-9d45-82abac52020a" providerId="ADAL" clId="{4ACBC6C6-645A-4BB1-96CC-1A36D3AF8CF8}" dt="2025-02-22T02:59:57.975" v="218"/>
          <ac:inkMkLst>
            <pc:docMk/>
            <pc:sldMk cId="2733169910" sldId="299"/>
            <ac:inkMk id="81" creationId="{B7E37111-55C3-46B6-A02F-DB06D59DAC62}"/>
          </ac:inkMkLst>
        </pc:inkChg>
        <pc:inkChg chg="add del">
          <ac:chgData name="Dr.Sugata Gangopadhyay" userId="5fbd9f87-0a98-489d-9d45-82abac52020a" providerId="ADAL" clId="{4ACBC6C6-645A-4BB1-96CC-1A36D3AF8CF8}" dt="2025-02-22T02:59:57.975" v="218"/>
          <ac:inkMkLst>
            <pc:docMk/>
            <pc:sldMk cId="2733169910" sldId="299"/>
            <ac:inkMk id="82" creationId="{7E342B1D-B362-433E-BD17-F4837DAF64ED}"/>
          </ac:inkMkLst>
        </pc:inkChg>
        <pc:inkChg chg="add del">
          <ac:chgData name="Dr.Sugata Gangopadhyay" userId="5fbd9f87-0a98-489d-9d45-82abac52020a" providerId="ADAL" clId="{4ACBC6C6-645A-4BB1-96CC-1A36D3AF8CF8}" dt="2025-02-22T02:59:57.975" v="218"/>
          <ac:inkMkLst>
            <pc:docMk/>
            <pc:sldMk cId="2733169910" sldId="299"/>
            <ac:inkMk id="83" creationId="{08025053-AF36-41FE-99B7-5C793D0A2BE7}"/>
          </ac:inkMkLst>
        </pc:inkChg>
        <pc:inkChg chg="del">
          <ac:chgData name="Dr.Sugata Gangopadhyay" userId="5fbd9f87-0a98-489d-9d45-82abac52020a" providerId="ADAL" clId="{4ACBC6C6-645A-4BB1-96CC-1A36D3AF8CF8}" dt="2025-02-22T02:42:20.462" v="3" actId="478"/>
          <ac:inkMkLst>
            <pc:docMk/>
            <pc:sldMk cId="2733169910" sldId="299"/>
            <ac:inkMk id="84" creationId="{F8AD25D6-DE8A-469E-818B-78FF0A9C54DE}"/>
          </ac:inkMkLst>
        </pc:inkChg>
        <pc:inkChg chg="del">
          <ac:chgData name="Dr.Sugata Gangopadhyay" userId="5fbd9f87-0a98-489d-9d45-82abac52020a" providerId="ADAL" clId="{4ACBC6C6-645A-4BB1-96CC-1A36D3AF8CF8}" dt="2025-02-22T02:42:20.462" v="3" actId="478"/>
          <ac:inkMkLst>
            <pc:docMk/>
            <pc:sldMk cId="2733169910" sldId="299"/>
            <ac:inkMk id="85" creationId="{F9250DA6-D045-43BD-805D-DEEEAC05D339}"/>
          </ac:inkMkLst>
        </pc:inkChg>
        <pc:inkChg chg="del">
          <ac:chgData name="Dr.Sugata Gangopadhyay" userId="5fbd9f87-0a98-489d-9d45-82abac52020a" providerId="ADAL" clId="{4ACBC6C6-645A-4BB1-96CC-1A36D3AF8CF8}" dt="2025-02-22T02:42:20.462" v="3" actId="478"/>
          <ac:inkMkLst>
            <pc:docMk/>
            <pc:sldMk cId="2733169910" sldId="299"/>
            <ac:inkMk id="86" creationId="{050E2FD5-B30A-4E70-B663-461084F8C638}"/>
          </ac:inkMkLst>
        </pc:inkChg>
        <pc:inkChg chg="del">
          <ac:chgData name="Dr.Sugata Gangopadhyay" userId="5fbd9f87-0a98-489d-9d45-82abac52020a" providerId="ADAL" clId="{4ACBC6C6-645A-4BB1-96CC-1A36D3AF8CF8}" dt="2025-02-22T02:42:20.462" v="3" actId="478"/>
          <ac:inkMkLst>
            <pc:docMk/>
            <pc:sldMk cId="2733169910" sldId="299"/>
            <ac:inkMk id="87" creationId="{23673B21-928A-4AEB-9C59-F6231FB6DD61}"/>
          </ac:inkMkLst>
        </pc:inkChg>
        <pc:inkChg chg="add del">
          <ac:chgData name="Dr.Sugata Gangopadhyay" userId="5fbd9f87-0a98-489d-9d45-82abac52020a" providerId="ADAL" clId="{4ACBC6C6-645A-4BB1-96CC-1A36D3AF8CF8}" dt="2025-02-22T02:59:57.975" v="218"/>
          <ac:inkMkLst>
            <pc:docMk/>
            <pc:sldMk cId="2733169910" sldId="299"/>
            <ac:inkMk id="88" creationId="{E607E26C-9675-46DD-91BD-291D8DA4404D}"/>
          </ac:inkMkLst>
        </pc:inkChg>
        <pc:inkChg chg="add del">
          <ac:chgData name="Dr.Sugata Gangopadhyay" userId="5fbd9f87-0a98-489d-9d45-82abac52020a" providerId="ADAL" clId="{4ACBC6C6-645A-4BB1-96CC-1A36D3AF8CF8}" dt="2025-02-22T02:59:57.975" v="218"/>
          <ac:inkMkLst>
            <pc:docMk/>
            <pc:sldMk cId="2733169910" sldId="299"/>
            <ac:inkMk id="89" creationId="{858AFEC5-5B07-44A7-A4BC-67F8BF0C170F}"/>
          </ac:inkMkLst>
        </pc:inkChg>
        <pc:inkChg chg="add del">
          <ac:chgData name="Dr.Sugata Gangopadhyay" userId="5fbd9f87-0a98-489d-9d45-82abac52020a" providerId="ADAL" clId="{4ACBC6C6-645A-4BB1-96CC-1A36D3AF8CF8}" dt="2025-02-22T02:59:57.975" v="218"/>
          <ac:inkMkLst>
            <pc:docMk/>
            <pc:sldMk cId="2733169910" sldId="299"/>
            <ac:inkMk id="90" creationId="{51BBDE72-8FB9-407E-9178-1836CC94628D}"/>
          </ac:inkMkLst>
        </pc:inkChg>
        <pc:inkChg chg="add del">
          <ac:chgData name="Dr.Sugata Gangopadhyay" userId="5fbd9f87-0a98-489d-9d45-82abac52020a" providerId="ADAL" clId="{4ACBC6C6-645A-4BB1-96CC-1A36D3AF8CF8}" dt="2025-02-22T02:59:57.975" v="218"/>
          <ac:inkMkLst>
            <pc:docMk/>
            <pc:sldMk cId="2733169910" sldId="299"/>
            <ac:inkMk id="91" creationId="{B7EB30A3-20A9-4464-BD22-12C4E3462289}"/>
          </ac:inkMkLst>
        </pc:inkChg>
        <pc:inkChg chg="add del">
          <ac:chgData name="Dr.Sugata Gangopadhyay" userId="5fbd9f87-0a98-489d-9d45-82abac52020a" providerId="ADAL" clId="{4ACBC6C6-645A-4BB1-96CC-1A36D3AF8CF8}" dt="2025-02-22T02:59:57.975" v="218"/>
          <ac:inkMkLst>
            <pc:docMk/>
            <pc:sldMk cId="2733169910" sldId="299"/>
            <ac:inkMk id="92" creationId="{6948764E-5A6C-44A7-8548-97801C4613A9}"/>
          </ac:inkMkLst>
        </pc:inkChg>
        <pc:inkChg chg="add del">
          <ac:chgData name="Dr.Sugata Gangopadhyay" userId="5fbd9f87-0a98-489d-9d45-82abac52020a" providerId="ADAL" clId="{4ACBC6C6-645A-4BB1-96CC-1A36D3AF8CF8}" dt="2025-02-22T02:59:58.956" v="220"/>
          <ac:inkMkLst>
            <pc:docMk/>
            <pc:sldMk cId="2733169910" sldId="299"/>
            <ac:inkMk id="93" creationId="{87068B09-A021-430D-B2D8-89B55E1D1BEA}"/>
          </ac:inkMkLst>
        </pc:inkChg>
        <pc:inkChg chg="del">
          <ac:chgData name="Dr.Sugata Gangopadhyay" userId="5fbd9f87-0a98-489d-9d45-82abac52020a" providerId="ADAL" clId="{4ACBC6C6-645A-4BB1-96CC-1A36D3AF8CF8}" dt="2025-02-22T02:42:20.462" v="3" actId="478"/>
          <ac:inkMkLst>
            <pc:docMk/>
            <pc:sldMk cId="2733169910" sldId="299"/>
            <ac:inkMk id="94" creationId="{7E320398-826F-4FED-BBC3-6BDA79F7EC47}"/>
          </ac:inkMkLst>
        </pc:inkChg>
        <pc:inkChg chg="add">
          <ac:chgData name="Dr.Sugata Gangopadhyay" userId="5fbd9f87-0a98-489d-9d45-82abac52020a" providerId="ADAL" clId="{4ACBC6C6-645A-4BB1-96CC-1A36D3AF8CF8}" dt="2025-02-22T02:59:57.975" v="218"/>
          <ac:inkMkLst>
            <pc:docMk/>
            <pc:sldMk cId="2733169910" sldId="299"/>
            <ac:inkMk id="95" creationId="{74F8624F-8148-4950-8592-D058CD58A2FE}"/>
          </ac:inkMkLst>
        </pc:inkChg>
        <pc:inkChg chg="del">
          <ac:chgData name="Dr.Sugata Gangopadhyay" userId="5fbd9f87-0a98-489d-9d45-82abac52020a" providerId="ADAL" clId="{4ACBC6C6-645A-4BB1-96CC-1A36D3AF8CF8}" dt="2025-02-22T02:42:20.462" v="3" actId="478"/>
          <ac:inkMkLst>
            <pc:docMk/>
            <pc:sldMk cId="2733169910" sldId="299"/>
            <ac:inkMk id="96" creationId="{1002FE42-8F75-4D72-A4A5-7F4C66BA4C06}"/>
          </ac:inkMkLst>
        </pc:inkChg>
        <pc:inkChg chg="del">
          <ac:chgData name="Dr.Sugata Gangopadhyay" userId="5fbd9f87-0a98-489d-9d45-82abac52020a" providerId="ADAL" clId="{4ACBC6C6-645A-4BB1-96CC-1A36D3AF8CF8}" dt="2025-02-22T02:42:20.462" v="3" actId="478"/>
          <ac:inkMkLst>
            <pc:docMk/>
            <pc:sldMk cId="2733169910" sldId="299"/>
            <ac:inkMk id="97" creationId="{132D5C62-B241-4007-B7EB-AA76F5D04B43}"/>
          </ac:inkMkLst>
        </pc:inkChg>
        <pc:inkChg chg="add">
          <ac:chgData name="Dr.Sugata Gangopadhyay" userId="5fbd9f87-0a98-489d-9d45-82abac52020a" providerId="ADAL" clId="{4ACBC6C6-645A-4BB1-96CC-1A36D3AF8CF8}" dt="2025-02-22T02:59:57.975" v="218"/>
          <ac:inkMkLst>
            <pc:docMk/>
            <pc:sldMk cId="2733169910" sldId="299"/>
            <ac:inkMk id="98" creationId="{EFE4550C-41E4-44F7-85DD-E2078FD13703}"/>
          </ac:inkMkLst>
        </pc:inkChg>
        <pc:inkChg chg="add del">
          <ac:chgData name="Dr.Sugata Gangopadhyay" userId="5fbd9f87-0a98-489d-9d45-82abac52020a" providerId="ADAL" clId="{4ACBC6C6-645A-4BB1-96CC-1A36D3AF8CF8}" dt="2025-02-22T02:59:58.956" v="220"/>
          <ac:inkMkLst>
            <pc:docMk/>
            <pc:sldMk cId="2733169910" sldId="299"/>
            <ac:inkMk id="99" creationId="{95598981-C979-482A-8558-B200CB31A773}"/>
          </ac:inkMkLst>
        </pc:inkChg>
        <pc:inkChg chg="del">
          <ac:chgData name="Dr.Sugata Gangopadhyay" userId="5fbd9f87-0a98-489d-9d45-82abac52020a" providerId="ADAL" clId="{4ACBC6C6-645A-4BB1-96CC-1A36D3AF8CF8}" dt="2025-02-22T02:42:20.462" v="3" actId="478"/>
          <ac:inkMkLst>
            <pc:docMk/>
            <pc:sldMk cId="2733169910" sldId="299"/>
            <ac:inkMk id="100" creationId="{236FE239-2A07-496F-9A1C-E68507A981CA}"/>
          </ac:inkMkLst>
        </pc:inkChg>
        <pc:inkChg chg="add">
          <ac:chgData name="Dr.Sugata Gangopadhyay" userId="5fbd9f87-0a98-489d-9d45-82abac52020a" providerId="ADAL" clId="{4ACBC6C6-645A-4BB1-96CC-1A36D3AF8CF8}" dt="2025-02-22T02:59:58.956" v="220"/>
          <ac:inkMkLst>
            <pc:docMk/>
            <pc:sldMk cId="2733169910" sldId="299"/>
            <ac:inkMk id="101" creationId="{BEFE7CDB-6849-4EB1-8603-D991C644F70D}"/>
          </ac:inkMkLst>
        </pc:inkChg>
        <pc:inkChg chg="add">
          <ac:chgData name="Dr.Sugata Gangopadhyay" userId="5fbd9f87-0a98-489d-9d45-82abac52020a" providerId="ADAL" clId="{4ACBC6C6-645A-4BB1-96CC-1A36D3AF8CF8}" dt="2025-02-22T03:01:33.785" v="221"/>
          <ac:inkMkLst>
            <pc:docMk/>
            <pc:sldMk cId="2733169910" sldId="299"/>
            <ac:inkMk id="102" creationId="{838C3750-A4FA-4772-9016-E2EA2E1937ED}"/>
          </ac:inkMkLst>
        </pc:inkChg>
        <pc:inkChg chg="add">
          <ac:chgData name="Dr.Sugata Gangopadhyay" userId="5fbd9f87-0a98-489d-9d45-82abac52020a" providerId="ADAL" clId="{4ACBC6C6-645A-4BB1-96CC-1A36D3AF8CF8}" dt="2025-02-22T03:01:35.265" v="222"/>
          <ac:inkMkLst>
            <pc:docMk/>
            <pc:sldMk cId="2733169910" sldId="299"/>
            <ac:inkMk id="103" creationId="{03AE59A0-7727-41E4-B3BE-D41C6EB37BD8}"/>
          </ac:inkMkLst>
        </pc:inkChg>
        <pc:inkChg chg="add">
          <ac:chgData name="Dr.Sugata Gangopadhyay" userId="5fbd9f87-0a98-489d-9d45-82abac52020a" providerId="ADAL" clId="{4ACBC6C6-645A-4BB1-96CC-1A36D3AF8CF8}" dt="2025-02-22T03:01:38.435" v="223"/>
          <ac:inkMkLst>
            <pc:docMk/>
            <pc:sldMk cId="2733169910" sldId="299"/>
            <ac:inkMk id="104" creationId="{04C9E16D-F2BB-48C7-8B97-840668C718FF}"/>
          </ac:inkMkLst>
        </pc:inkChg>
        <pc:inkChg chg="add">
          <ac:chgData name="Dr.Sugata Gangopadhyay" userId="5fbd9f87-0a98-489d-9d45-82abac52020a" providerId="ADAL" clId="{4ACBC6C6-645A-4BB1-96CC-1A36D3AF8CF8}" dt="2025-02-22T03:01:39.194" v="224"/>
          <ac:inkMkLst>
            <pc:docMk/>
            <pc:sldMk cId="2733169910" sldId="299"/>
            <ac:inkMk id="105" creationId="{C30FC850-9693-4964-8E71-7D9B4545F0AB}"/>
          </ac:inkMkLst>
        </pc:inkChg>
        <pc:inkChg chg="add del">
          <ac:chgData name="Dr.Sugata Gangopadhyay" userId="5fbd9f87-0a98-489d-9d45-82abac52020a" providerId="ADAL" clId="{4ACBC6C6-645A-4BB1-96CC-1A36D3AF8CF8}" dt="2025-02-22T03:01:43.499" v="229"/>
          <ac:inkMkLst>
            <pc:docMk/>
            <pc:sldMk cId="2733169910" sldId="299"/>
            <ac:inkMk id="106" creationId="{72166E00-E97B-445B-A2AB-7E850F2FF6E8}"/>
          </ac:inkMkLst>
        </pc:inkChg>
        <pc:inkChg chg="add del">
          <ac:chgData name="Dr.Sugata Gangopadhyay" userId="5fbd9f87-0a98-489d-9d45-82abac52020a" providerId="ADAL" clId="{4ACBC6C6-645A-4BB1-96CC-1A36D3AF8CF8}" dt="2025-02-22T03:01:43.499" v="229"/>
          <ac:inkMkLst>
            <pc:docMk/>
            <pc:sldMk cId="2733169910" sldId="299"/>
            <ac:inkMk id="107" creationId="{99B0A7D1-AD23-48CE-B19A-B01868A1C7E1}"/>
          </ac:inkMkLst>
        </pc:inkChg>
        <pc:inkChg chg="add del">
          <ac:chgData name="Dr.Sugata Gangopadhyay" userId="5fbd9f87-0a98-489d-9d45-82abac52020a" providerId="ADAL" clId="{4ACBC6C6-645A-4BB1-96CC-1A36D3AF8CF8}" dt="2025-02-22T03:01:43.499" v="229"/>
          <ac:inkMkLst>
            <pc:docMk/>
            <pc:sldMk cId="2733169910" sldId="299"/>
            <ac:inkMk id="108" creationId="{FACF94A8-E0A2-456F-B73B-07ECCCFF3AD5}"/>
          </ac:inkMkLst>
        </pc:inkChg>
        <pc:inkChg chg="add del">
          <ac:chgData name="Dr.Sugata Gangopadhyay" userId="5fbd9f87-0a98-489d-9d45-82abac52020a" providerId="ADAL" clId="{4ACBC6C6-645A-4BB1-96CC-1A36D3AF8CF8}" dt="2025-02-22T03:01:43.499" v="229"/>
          <ac:inkMkLst>
            <pc:docMk/>
            <pc:sldMk cId="2733169910" sldId="299"/>
            <ac:inkMk id="109" creationId="{D74737EC-DAF9-44AC-BD4E-250386AB7E20}"/>
          </ac:inkMkLst>
        </pc:inkChg>
        <pc:inkChg chg="add">
          <ac:chgData name="Dr.Sugata Gangopadhyay" userId="5fbd9f87-0a98-489d-9d45-82abac52020a" providerId="ADAL" clId="{4ACBC6C6-645A-4BB1-96CC-1A36D3AF8CF8}" dt="2025-02-22T03:01:43.499" v="229"/>
          <ac:inkMkLst>
            <pc:docMk/>
            <pc:sldMk cId="2733169910" sldId="299"/>
            <ac:inkMk id="110" creationId="{09FAE69B-320A-4C75-966F-6FE1FA32186E}"/>
          </ac:inkMkLst>
        </pc:inkChg>
        <pc:inkChg chg="del">
          <ac:chgData name="Dr.Sugata Gangopadhyay" userId="5fbd9f87-0a98-489d-9d45-82abac52020a" providerId="ADAL" clId="{4ACBC6C6-645A-4BB1-96CC-1A36D3AF8CF8}" dt="2025-02-22T02:42:20.462" v="3" actId="478"/>
          <ac:inkMkLst>
            <pc:docMk/>
            <pc:sldMk cId="2733169910" sldId="299"/>
            <ac:inkMk id="112" creationId="{3DBC90ED-089D-435C-8EA0-535083691BDA}"/>
          </ac:inkMkLst>
        </pc:inkChg>
        <pc:inkChg chg="del">
          <ac:chgData name="Dr.Sugata Gangopadhyay" userId="5fbd9f87-0a98-489d-9d45-82abac52020a" providerId="ADAL" clId="{4ACBC6C6-645A-4BB1-96CC-1A36D3AF8CF8}" dt="2025-02-22T02:42:20.462" v="3" actId="478"/>
          <ac:inkMkLst>
            <pc:docMk/>
            <pc:sldMk cId="2733169910" sldId="299"/>
            <ac:inkMk id="113" creationId="{7C99217F-428A-4110-8593-7E745828B012}"/>
          </ac:inkMkLst>
        </pc:inkChg>
        <pc:inkChg chg="del">
          <ac:chgData name="Dr.Sugata Gangopadhyay" userId="5fbd9f87-0a98-489d-9d45-82abac52020a" providerId="ADAL" clId="{4ACBC6C6-645A-4BB1-96CC-1A36D3AF8CF8}" dt="2025-02-22T02:42:20.462" v="3" actId="478"/>
          <ac:inkMkLst>
            <pc:docMk/>
            <pc:sldMk cId="2733169910" sldId="299"/>
            <ac:inkMk id="114" creationId="{105EDDD6-DAD1-45A7-B51A-1F8AB6AD25E2}"/>
          </ac:inkMkLst>
        </pc:inkChg>
        <pc:inkChg chg="del">
          <ac:chgData name="Dr.Sugata Gangopadhyay" userId="5fbd9f87-0a98-489d-9d45-82abac52020a" providerId="ADAL" clId="{4ACBC6C6-645A-4BB1-96CC-1A36D3AF8CF8}" dt="2025-02-22T02:42:20.462" v="3" actId="478"/>
          <ac:inkMkLst>
            <pc:docMk/>
            <pc:sldMk cId="2733169910" sldId="299"/>
            <ac:inkMk id="115" creationId="{94D8500A-728B-437E-8C73-63606E5FE8E3}"/>
          </ac:inkMkLst>
        </pc:inkChg>
        <pc:inkChg chg="del">
          <ac:chgData name="Dr.Sugata Gangopadhyay" userId="5fbd9f87-0a98-489d-9d45-82abac52020a" providerId="ADAL" clId="{4ACBC6C6-645A-4BB1-96CC-1A36D3AF8CF8}" dt="2025-02-22T02:42:20.462" v="3" actId="478"/>
          <ac:inkMkLst>
            <pc:docMk/>
            <pc:sldMk cId="2733169910" sldId="299"/>
            <ac:inkMk id="116" creationId="{26D04845-1578-4B57-BDD0-32D7759A9A7B}"/>
          </ac:inkMkLst>
        </pc:inkChg>
        <pc:inkChg chg="del">
          <ac:chgData name="Dr.Sugata Gangopadhyay" userId="5fbd9f87-0a98-489d-9d45-82abac52020a" providerId="ADAL" clId="{4ACBC6C6-645A-4BB1-96CC-1A36D3AF8CF8}" dt="2025-02-22T02:42:20.462" v="3" actId="478"/>
          <ac:inkMkLst>
            <pc:docMk/>
            <pc:sldMk cId="2733169910" sldId="299"/>
            <ac:inkMk id="125" creationId="{103BC39D-0CEB-4B69-BE8A-A24937EFA661}"/>
          </ac:inkMkLst>
        </pc:inkChg>
        <pc:inkChg chg="del">
          <ac:chgData name="Dr.Sugata Gangopadhyay" userId="5fbd9f87-0a98-489d-9d45-82abac52020a" providerId="ADAL" clId="{4ACBC6C6-645A-4BB1-96CC-1A36D3AF8CF8}" dt="2025-02-22T02:42:20.462" v="3" actId="478"/>
          <ac:inkMkLst>
            <pc:docMk/>
            <pc:sldMk cId="2733169910" sldId="299"/>
            <ac:inkMk id="129" creationId="{C9DA306C-3012-4008-B8C8-7697CB7FEF12}"/>
          </ac:inkMkLst>
        </pc:inkChg>
        <pc:inkChg chg="del">
          <ac:chgData name="Dr.Sugata Gangopadhyay" userId="5fbd9f87-0a98-489d-9d45-82abac52020a" providerId="ADAL" clId="{4ACBC6C6-645A-4BB1-96CC-1A36D3AF8CF8}" dt="2025-02-22T02:42:20.462" v="3" actId="478"/>
          <ac:inkMkLst>
            <pc:docMk/>
            <pc:sldMk cId="2733169910" sldId="299"/>
            <ac:inkMk id="130" creationId="{B9281B29-EA26-497D-8016-6BAE6C84699B}"/>
          </ac:inkMkLst>
        </pc:inkChg>
        <pc:inkChg chg="del">
          <ac:chgData name="Dr.Sugata Gangopadhyay" userId="5fbd9f87-0a98-489d-9d45-82abac52020a" providerId="ADAL" clId="{4ACBC6C6-645A-4BB1-96CC-1A36D3AF8CF8}" dt="2025-02-22T02:42:20.462" v="3" actId="478"/>
          <ac:inkMkLst>
            <pc:docMk/>
            <pc:sldMk cId="2733169910" sldId="299"/>
            <ac:inkMk id="131" creationId="{7C48F929-F16E-4062-9F4F-9571E8D3B124}"/>
          </ac:inkMkLst>
        </pc:inkChg>
        <pc:inkChg chg="del">
          <ac:chgData name="Dr.Sugata Gangopadhyay" userId="5fbd9f87-0a98-489d-9d45-82abac52020a" providerId="ADAL" clId="{4ACBC6C6-645A-4BB1-96CC-1A36D3AF8CF8}" dt="2025-02-22T02:42:30.356" v="5" actId="478"/>
          <ac:inkMkLst>
            <pc:docMk/>
            <pc:sldMk cId="2733169910" sldId="299"/>
            <ac:inkMk id="132" creationId="{B71AFA7B-EA9E-49D0-A7E7-35E13B228431}"/>
          </ac:inkMkLst>
        </pc:inkChg>
        <pc:inkChg chg="del">
          <ac:chgData name="Dr.Sugata Gangopadhyay" userId="5fbd9f87-0a98-489d-9d45-82abac52020a" providerId="ADAL" clId="{4ACBC6C6-645A-4BB1-96CC-1A36D3AF8CF8}" dt="2025-02-22T02:42:30.356" v="5" actId="478"/>
          <ac:inkMkLst>
            <pc:docMk/>
            <pc:sldMk cId="2733169910" sldId="299"/>
            <ac:inkMk id="133" creationId="{877F5F1C-BADC-4B77-BD4C-E5B288CE997C}"/>
          </ac:inkMkLst>
        </pc:inkChg>
        <pc:inkChg chg="del">
          <ac:chgData name="Dr.Sugata Gangopadhyay" userId="5fbd9f87-0a98-489d-9d45-82abac52020a" providerId="ADAL" clId="{4ACBC6C6-645A-4BB1-96CC-1A36D3AF8CF8}" dt="2025-02-22T02:42:30.356" v="5" actId="478"/>
          <ac:inkMkLst>
            <pc:docMk/>
            <pc:sldMk cId="2733169910" sldId="299"/>
            <ac:inkMk id="136" creationId="{BB6AD18B-EA4E-4A5A-8CD3-61BD9F2011F0}"/>
          </ac:inkMkLst>
        </pc:inkChg>
      </pc:sldChg>
      <pc:sldChg chg="addSp delSp">
        <pc:chgData name="Dr.Sugata Gangopadhyay" userId="5fbd9f87-0a98-489d-9d45-82abac52020a" providerId="ADAL" clId="{4ACBC6C6-645A-4BB1-96CC-1A36D3AF8CF8}" dt="2025-02-22T03:04:16.929" v="346"/>
        <pc:sldMkLst>
          <pc:docMk/>
          <pc:sldMk cId="202196332" sldId="300"/>
        </pc:sldMkLst>
        <pc:inkChg chg="del">
          <ac:chgData name="Dr.Sugata Gangopadhyay" userId="5fbd9f87-0a98-489d-9d45-82abac52020a" providerId="ADAL" clId="{4ACBC6C6-645A-4BB1-96CC-1A36D3AF8CF8}" dt="2025-02-22T02:42:40.729" v="7" actId="478"/>
          <ac:inkMkLst>
            <pc:docMk/>
            <pc:sldMk cId="202196332" sldId="300"/>
            <ac:inkMk id="4" creationId="{62E6AB9C-E280-43CA-9FAA-00731C747B9E}"/>
          </ac:inkMkLst>
        </pc:inkChg>
        <pc:inkChg chg="add del">
          <ac:chgData name="Dr.Sugata Gangopadhyay" userId="5fbd9f87-0a98-489d-9d45-82abac52020a" providerId="ADAL" clId="{4ACBC6C6-645A-4BB1-96CC-1A36D3AF8CF8}" dt="2025-02-22T02:42:40.729" v="7" actId="478"/>
          <ac:inkMkLst>
            <pc:docMk/>
            <pc:sldMk cId="202196332" sldId="300"/>
            <ac:inkMk id="5" creationId="{7CDEA0B5-4593-44AC-9928-A396ECE0EE04}"/>
          </ac:inkMkLst>
        </pc:inkChg>
        <pc:inkChg chg="add del">
          <ac:chgData name="Dr.Sugata Gangopadhyay" userId="5fbd9f87-0a98-489d-9d45-82abac52020a" providerId="ADAL" clId="{4ACBC6C6-645A-4BB1-96CC-1A36D3AF8CF8}" dt="2025-02-22T03:02:33.383" v="236"/>
          <ac:inkMkLst>
            <pc:docMk/>
            <pc:sldMk cId="202196332" sldId="300"/>
            <ac:inkMk id="6" creationId="{B97609CC-2F52-46E1-858F-0AF008830ED2}"/>
          </ac:inkMkLst>
        </pc:inkChg>
        <pc:inkChg chg="add del">
          <ac:chgData name="Dr.Sugata Gangopadhyay" userId="5fbd9f87-0a98-489d-9d45-82abac52020a" providerId="ADAL" clId="{4ACBC6C6-645A-4BB1-96CC-1A36D3AF8CF8}" dt="2025-02-22T03:02:33.383" v="236"/>
          <ac:inkMkLst>
            <pc:docMk/>
            <pc:sldMk cId="202196332" sldId="300"/>
            <ac:inkMk id="7" creationId="{8CB1D637-F481-419D-81D3-FFACF5821C48}"/>
          </ac:inkMkLst>
        </pc:inkChg>
        <pc:inkChg chg="add del">
          <ac:chgData name="Dr.Sugata Gangopadhyay" userId="5fbd9f87-0a98-489d-9d45-82abac52020a" providerId="ADAL" clId="{4ACBC6C6-645A-4BB1-96CC-1A36D3AF8CF8}" dt="2025-02-22T03:02:33.383" v="236"/>
          <ac:inkMkLst>
            <pc:docMk/>
            <pc:sldMk cId="202196332" sldId="300"/>
            <ac:inkMk id="8" creationId="{7DEF4210-8BD9-44F0-BA9D-D54E702DC927}"/>
          </ac:inkMkLst>
        </pc:inkChg>
        <pc:inkChg chg="add del">
          <ac:chgData name="Dr.Sugata Gangopadhyay" userId="5fbd9f87-0a98-489d-9d45-82abac52020a" providerId="ADAL" clId="{4ACBC6C6-645A-4BB1-96CC-1A36D3AF8CF8}" dt="2025-02-22T03:02:33.383" v="236"/>
          <ac:inkMkLst>
            <pc:docMk/>
            <pc:sldMk cId="202196332" sldId="300"/>
            <ac:inkMk id="9" creationId="{6EBF7741-D365-40AC-99B7-5D3705EE0473}"/>
          </ac:inkMkLst>
        </pc:inkChg>
        <pc:inkChg chg="add del">
          <ac:chgData name="Dr.Sugata Gangopadhyay" userId="5fbd9f87-0a98-489d-9d45-82abac52020a" providerId="ADAL" clId="{4ACBC6C6-645A-4BB1-96CC-1A36D3AF8CF8}" dt="2025-02-22T03:02:33.383" v="236"/>
          <ac:inkMkLst>
            <pc:docMk/>
            <pc:sldMk cId="202196332" sldId="300"/>
            <ac:inkMk id="10" creationId="{891F92A5-4F23-4725-A1C1-439FD0120872}"/>
          </ac:inkMkLst>
        </pc:inkChg>
        <pc:inkChg chg="del">
          <ac:chgData name="Dr.Sugata Gangopadhyay" userId="5fbd9f87-0a98-489d-9d45-82abac52020a" providerId="ADAL" clId="{4ACBC6C6-645A-4BB1-96CC-1A36D3AF8CF8}" dt="2025-02-22T02:42:40.729" v="7" actId="478"/>
          <ac:inkMkLst>
            <pc:docMk/>
            <pc:sldMk cId="202196332" sldId="300"/>
            <ac:inkMk id="11" creationId="{7A19F7E3-06FF-40FF-803A-FC438BFD2FA8}"/>
          </ac:inkMkLst>
        </pc:inkChg>
        <pc:inkChg chg="del">
          <ac:chgData name="Dr.Sugata Gangopadhyay" userId="5fbd9f87-0a98-489d-9d45-82abac52020a" providerId="ADAL" clId="{4ACBC6C6-645A-4BB1-96CC-1A36D3AF8CF8}" dt="2025-02-22T02:42:40.729" v="7" actId="478"/>
          <ac:inkMkLst>
            <pc:docMk/>
            <pc:sldMk cId="202196332" sldId="300"/>
            <ac:inkMk id="12" creationId="{4B4C486E-C81C-4F92-AF63-944A2F0CA0CF}"/>
          </ac:inkMkLst>
        </pc:inkChg>
        <pc:inkChg chg="del">
          <ac:chgData name="Dr.Sugata Gangopadhyay" userId="5fbd9f87-0a98-489d-9d45-82abac52020a" providerId="ADAL" clId="{4ACBC6C6-645A-4BB1-96CC-1A36D3AF8CF8}" dt="2025-02-22T02:42:40.729" v="7" actId="478"/>
          <ac:inkMkLst>
            <pc:docMk/>
            <pc:sldMk cId="202196332" sldId="300"/>
            <ac:inkMk id="13" creationId="{BADCE629-5C8C-41D8-B0DC-CFD3542A971D}"/>
          </ac:inkMkLst>
        </pc:inkChg>
        <pc:inkChg chg="del">
          <ac:chgData name="Dr.Sugata Gangopadhyay" userId="5fbd9f87-0a98-489d-9d45-82abac52020a" providerId="ADAL" clId="{4ACBC6C6-645A-4BB1-96CC-1A36D3AF8CF8}" dt="2025-02-22T02:42:40.729" v="7" actId="478"/>
          <ac:inkMkLst>
            <pc:docMk/>
            <pc:sldMk cId="202196332" sldId="300"/>
            <ac:inkMk id="14" creationId="{1E386F3D-C6C0-45FA-9948-952E5B257026}"/>
          </ac:inkMkLst>
        </pc:inkChg>
        <pc:inkChg chg="add del">
          <ac:chgData name="Dr.Sugata Gangopadhyay" userId="5fbd9f87-0a98-489d-9d45-82abac52020a" providerId="ADAL" clId="{4ACBC6C6-645A-4BB1-96CC-1A36D3AF8CF8}" dt="2025-02-22T03:02:33.383" v="236"/>
          <ac:inkMkLst>
            <pc:docMk/>
            <pc:sldMk cId="202196332" sldId="300"/>
            <ac:inkMk id="15" creationId="{E703ED51-0AB7-4D90-91AD-13B30E54535C}"/>
          </ac:inkMkLst>
        </pc:inkChg>
        <pc:inkChg chg="add">
          <ac:chgData name="Dr.Sugata Gangopadhyay" userId="5fbd9f87-0a98-489d-9d45-82abac52020a" providerId="ADAL" clId="{4ACBC6C6-645A-4BB1-96CC-1A36D3AF8CF8}" dt="2025-02-22T03:02:33.383" v="236"/>
          <ac:inkMkLst>
            <pc:docMk/>
            <pc:sldMk cId="202196332" sldId="300"/>
            <ac:inkMk id="16" creationId="{4259F083-EEB6-43C4-958E-C1650498A734}"/>
          </ac:inkMkLst>
        </pc:inkChg>
        <pc:inkChg chg="del">
          <ac:chgData name="Dr.Sugata Gangopadhyay" userId="5fbd9f87-0a98-489d-9d45-82abac52020a" providerId="ADAL" clId="{4ACBC6C6-645A-4BB1-96CC-1A36D3AF8CF8}" dt="2025-02-22T02:42:40.729" v="7" actId="478"/>
          <ac:inkMkLst>
            <pc:docMk/>
            <pc:sldMk cId="202196332" sldId="300"/>
            <ac:inkMk id="17" creationId="{91FC8045-9B21-4AD2-964C-AB4696D53245}"/>
          </ac:inkMkLst>
        </pc:inkChg>
        <pc:inkChg chg="del">
          <ac:chgData name="Dr.Sugata Gangopadhyay" userId="5fbd9f87-0a98-489d-9d45-82abac52020a" providerId="ADAL" clId="{4ACBC6C6-645A-4BB1-96CC-1A36D3AF8CF8}" dt="2025-02-22T02:42:40.729" v="7" actId="478"/>
          <ac:inkMkLst>
            <pc:docMk/>
            <pc:sldMk cId="202196332" sldId="300"/>
            <ac:inkMk id="18" creationId="{D190F5FB-BAD1-4706-9117-9CEACF7E1799}"/>
          </ac:inkMkLst>
        </pc:inkChg>
        <pc:inkChg chg="add">
          <ac:chgData name="Dr.Sugata Gangopadhyay" userId="5fbd9f87-0a98-489d-9d45-82abac52020a" providerId="ADAL" clId="{4ACBC6C6-645A-4BB1-96CC-1A36D3AF8CF8}" dt="2025-02-22T03:02:34.847" v="237"/>
          <ac:inkMkLst>
            <pc:docMk/>
            <pc:sldMk cId="202196332" sldId="300"/>
            <ac:inkMk id="19" creationId="{13B71D0C-98CE-4038-80EF-B88827BCC7CF}"/>
          </ac:inkMkLst>
        </pc:inkChg>
        <pc:inkChg chg="add">
          <ac:chgData name="Dr.Sugata Gangopadhyay" userId="5fbd9f87-0a98-489d-9d45-82abac52020a" providerId="ADAL" clId="{4ACBC6C6-645A-4BB1-96CC-1A36D3AF8CF8}" dt="2025-02-22T03:02:35.261" v="238"/>
          <ac:inkMkLst>
            <pc:docMk/>
            <pc:sldMk cId="202196332" sldId="300"/>
            <ac:inkMk id="20" creationId="{A3C260D7-454E-4A48-93B4-E43C75A0A943}"/>
          </ac:inkMkLst>
        </pc:inkChg>
        <pc:inkChg chg="add">
          <ac:chgData name="Dr.Sugata Gangopadhyay" userId="5fbd9f87-0a98-489d-9d45-82abac52020a" providerId="ADAL" clId="{4ACBC6C6-645A-4BB1-96CC-1A36D3AF8CF8}" dt="2025-02-22T03:02:35.925" v="239"/>
          <ac:inkMkLst>
            <pc:docMk/>
            <pc:sldMk cId="202196332" sldId="300"/>
            <ac:inkMk id="21" creationId="{98C3320B-B870-47C6-8A65-F178832131FC}"/>
          </ac:inkMkLst>
        </pc:inkChg>
        <pc:inkChg chg="add del">
          <ac:chgData name="Dr.Sugata Gangopadhyay" userId="5fbd9f87-0a98-489d-9d45-82abac52020a" providerId="ADAL" clId="{4ACBC6C6-645A-4BB1-96CC-1A36D3AF8CF8}" dt="2025-02-22T03:02:48.758" v="243"/>
          <ac:inkMkLst>
            <pc:docMk/>
            <pc:sldMk cId="202196332" sldId="300"/>
            <ac:inkMk id="22" creationId="{C07199B0-2893-4AB0-BA66-5087A5626487}"/>
          </ac:inkMkLst>
        </pc:inkChg>
        <pc:inkChg chg="add del">
          <ac:chgData name="Dr.Sugata Gangopadhyay" userId="5fbd9f87-0a98-489d-9d45-82abac52020a" providerId="ADAL" clId="{4ACBC6C6-645A-4BB1-96CC-1A36D3AF8CF8}" dt="2025-02-22T03:02:48.758" v="243"/>
          <ac:inkMkLst>
            <pc:docMk/>
            <pc:sldMk cId="202196332" sldId="300"/>
            <ac:inkMk id="23" creationId="{D8111CE6-8093-443B-976D-EE69CF0A008B}"/>
          </ac:inkMkLst>
        </pc:inkChg>
        <pc:inkChg chg="add del">
          <ac:chgData name="Dr.Sugata Gangopadhyay" userId="5fbd9f87-0a98-489d-9d45-82abac52020a" providerId="ADAL" clId="{4ACBC6C6-645A-4BB1-96CC-1A36D3AF8CF8}" dt="2025-02-22T03:02:48.758" v="243"/>
          <ac:inkMkLst>
            <pc:docMk/>
            <pc:sldMk cId="202196332" sldId="300"/>
            <ac:inkMk id="24" creationId="{E60C8D61-F921-41A7-9066-D408D4910DD0}"/>
          </ac:inkMkLst>
        </pc:inkChg>
        <pc:inkChg chg="del">
          <ac:chgData name="Dr.Sugata Gangopadhyay" userId="5fbd9f87-0a98-489d-9d45-82abac52020a" providerId="ADAL" clId="{4ACBC6C6-645A-4BB1-96CC-1A36D3AF8CF8}" dt="2025-02-22T02:42:40.729" v="7" actId="478"/>
          <ac:inkMkLst>
            <pc:docMk/>
            <pc:sldMk cId="202196332" sldId="300"/>
            <ac:inkMk id="25" creationId="{46407715-CF49-4E1D-8F01-432AC9A2A8C3}"/>
          </ac:inkMkLst>
        </pc:inkChg>
        <pc:inkChg chg="del">
          <ac:chgData name="Dr.Sugata Gangopadhyay" userId="5fbd9f87-0a98-489d-9d45-82abac52020a" providerId="ADAL" clId="{4ACBC6C6-645A-4BB1-96CC-1A36D3AF8CF8}" dt="2025-02-22T02:42:40.729" v="7" actId="478"/>
          <ac:inkMkLst>
            <pc:docMk/>
            <pc:sldMk cId="202196332" sldId="300"/>
            <ac:inkMk id="26" creationId="{06754116-5EA5-4FA6-9C8E-3A2258DA0CF3}"/>
          </ac:inkMkLst>
        </pc:inkChg>
        <pc:inkChg chg="add">
          <ac:chgData name="Dr.Sugata Gangopadhyay" userId="5fbd9f87-0a98-489d-9d45-82abac52020a" providerId="ADAL" clId="{4ACBC6C6-645A-4BB1-96CC-1A36D3AF8CF8}" dt="2025-02-22T03:02:48.758" v="243"/>
          <ac:inkMkLst>
            <pc:docMk/>
            <pc:sldMk cId="202196332" sldId="300"/>
            <ac:inkMk id="27" creationId="{BE5CE438-02C8-4352-8184-D7EF58DFA50A}"/>
          </ac:inkMkLst>
        </pc:inkChg>
        <pc:inkChg chg="del">
          <ac:chgData name="Dr.Sugata Gangopadhyay" userId="5fbd9f87-0a98-489d-9d45-82abac52020a" providerId="ADAL" clId="{4ACBC6C6-645A-4BB1-96CC-1A36D3AF8CF8}" dt="2025-02-22T02:42:40.729" v="7" actId="478"/>
          <ac:inkMkLst>
            <pc:docMk/>
            <pc:sldMk cId="202196332" sldId="300"/>
            <ac:inkMk id="28" creationId="{1D4DC422-EEBE-4F0E-A10C-1FC370695DF8}"/>
          </ac:inkMkLst>
        </pc:inkChg>
        <pc:inkChg chg="add del">
          <ac:chgData name="Dr.Sugata Gangopadhyay" userId="5fbd9f87-0a98-489d-9d45-82abac52020a" providerId="ADAL" clId="{4ACBC6C6-645A-4BB1-96CC-1A36D3AF8CF8}" dt="2025-02-22T03:02:54.685" v="248"/>
          <ac:inkMkLst>
            <pc:docMk/>
            <pc:sldMk cId="202196332" sldId="300"/>
            <ac:inkMk id="29" creationId="{13611676-A6E5-497B-A370-373E946A0718}"/>
          </ac:inkMkLst>
        </pc:inkChg>
        <pc:inkChg chg="add del">
          <ac:chgData name="Dr.Sugata Gangopadhyay" userId="5fbd9f87-0a98-489d-9d45-82abac52020a" providerId="ADAL" clId="{4ACBC6C6-645A-4BB1-96CC-1A36D3AF8CF8}" dt="2025-02-22T03:02:54.685" v="248"/>
          <ac:inkMkLst>
            <pc:docMk/>
            <pc:sldMk cId="202196332" sldId="300"/>
            <ac:inkMk id="30" creationId="{FF3AC776-A8AF-4450-B2E4-925497FA8400}"/>
          </ac:inkMkLst>
        </pc:inkChg>
        <pc:inkChg chg="del">
          <ac:chgData name="Dr.Sugata Gangopadhyay" userId="5fbd9f87-0a98-489d-9d45-82abac52020a" providerId="ADAL" clId="{4ACBC6C6-645A-4BB1-96CC-1A36D3AF8CF8}" dt="2025-02-22T02:42:40.729" v="7" actId="478"/>
          <ac:inkMkLst>
            <pc:docMk/>
            <pc:sldMk cId="202196332" sldId="300"/>
            <ac:inkMk id="31" creationId="{7693E690-896E-4206-A277-7EC93B6F606E}"/>
          </ac:inkMkLst>
        </pc:inkChg>
        <pc:inkChg chg="add del">
          <ac:chgData name="Dr.Sugata Gangopadhyay" userId="5fbd9f87-0a98-489d-9d45-82abac52020a" providerId="ADAL" clId="{4ACBC6C6-645A-4BB1-96CC-1A36D3AF8CF8}" dt="2025-02-22T03:02:54.685" v="248"/>
          <ac:inkMkLst>
            <pc:docMk/>
            <pc:sldMk cId="202196332" sldId="300"/>
            <ac:inkMk id="32" creationId="{75315D35-AA02-4F54-A0D0-0CA61364F228}"/>
          </ac:inkMkLst>
        </pc:inkChg>
        <pc:inkChg chg="add del">
          <ac:chgData name="Dr.Sugata Gangopadhyay" userId="5fbd9f87-0a98-489d-9d45-82abac52020a" providerId="ADAL" clId="{4ACBC6C6-645A-4BB1-96CC-1A36D3AF8CF8}" dt="2025-02-22T03:02:54.685" v="248"/>
          <ac:inkMkLst>
            <pc:docMk/>
            <pc:sldMk cId="202196332" sldId="300"/>
            <ac:inkMk id="33" creationId="{CFDF65C5-644A-463A-AFB0-F2F9BF79ABB7}"/>
          </ac:inkMkLst>
        </pc:inkChg>
        <pc:inkChg chg="add">
          <ac:chgData name="Dr.Sugata Gangopadhyay" userId="5fbd9f87-0a98-489d-9d45-82abac52020a" providerId="ADAL" clId="{4ACBC6C6-645A-4BB1-96CC-1A36D3AF8CF8}" dt="2025-02-22T03:02:54.685" v="248"/>
          <ac:inkMkLst>
            <pc:docMk/>
            <pc:sldMk cId="202196332" sldId="300"/>
            <ac:inkMk id="34" creationId="{7E9F2DC2-04E7-4FE5-972F-0F5011E89BEB}"/>
          </ac:inkMkLst>
        </pc:inkChg>
        <pc:inkChg chg="add">
          <ac:chgData name="Dr.Sugata Gangopadhyay" userId="5fbd9f87-0a98-489d-9d45-82abac52020a" providerId="ADAL" clId="{4ACBC6C6-645A-4BB1-96CC-1A36D3AF8CF8}" dt="2025-02-22T03:02:54.696" v="249"/>
          <ac:inkMkLst>
            <pc:docMk/>
            <pc:sldMk cId="202196332" sldId="300"/>
            <ac:inkMk id="35" creationId="{87347CF4-48F4-493E-8E9C-0FA778C730CC}"/>
          </ac:inkMkLst>
        </pc:inkChg>
        <pc:inkChg chg="add">
          <ac:chgData name="Dr.Sugata Gangopadhyay" userId="5fbd9f87-0a98-489d-9d45-82abac52020a" providerId="ADAL" clId="{4ACBC6C6-645A-4BB1-96CC-1A36D3AF8CF8}" dt="2025-02-22T03:02:54.966" v="250"/>
          <ac:inkMkLst>
            <pc:docMk/>
            <pc:sldMk cId="202196332" sldId="300"/>
            <ac:inkMk id="36" creationId="{0EEB5450-D633-4B28-A22B-B16737A9DC62}"/>
          </ac:inkMkLst>
        </pc:inkChg>
        <pc:inkChg chg="del">
          <ac:chgData name="Dr.Sugata Gangopadhyay" userId="5fbd9f87-0a98-489d-9d45-82abac52020a" providerId="ADAL" clId="{4ACBC6C6-645A-4BB1-96CC-1A36D3AF8CF8}" dt="2025-02-22T02:42:40.729" v="7" actId="478"/>
          <ac:inkMkLst>
            <pc:docMk/>
            <pc:sldMk cId="202196332" sldId="300"/>
            <ac:inkMk id="37" creationId="{BEE8D65F-E37F-4431-9609-11AC29383A1A}"/>
          </ac:inkMkLst>
        </pc:inkChg>
        <pc:inkChg chg="del">
          <ac:chgData name="Dr.Sugata Gangopadhyay" userId="5fbd9f87-0a98-489d-9d45-82abac52020a" providerId="ADAL" clId="{4ACBC6C6-645A-4BB1-96CC-1A36D3AF8CF8}" dt="2025-02-22T02:42:40.729" v="7" actId="478"/>
          <ac:inkMkLst>
            <pc:docMk/>
            <pc:sldMk cId="202196332" sldId="300"/>
            <ac:inkMk id="38" creationId="{9CE49BE8-72B0-4A11-8B3C-FCC0F05626E2}"/>
          </ac:inkMkLst>
        </pc:inkChg>
        <pc:inkChg chg="add del">
          <ac:chgData name="Dr.Sugata Gangopadhyay" userId="5fbd9f87-0a98-489d-9d45-82abac52020a" providerId="ADAL" clId="{4ACBC6C6-645A-4BB1-96CC-1A36D3AF8CF8}" dt="2025-02-22T03:02:57.224" v="254"/>
          <ac:inkMkLst>
            <pc:docMk/>
            <pc:sldMk cId="202196332" sldId="300"/>
            <ac:inkMk id="39" creationId="{215B637E-AD63-4736-9799-F9490625F8D2}"/>
          </ac:inkMkLst>
        </pc:inkChg>
        <pc:inkChg chg="add del">
          <ac:chgData name="Dr.Sugata Gangopadhyay" userId="5fbd9f87-0a98-489d-9d45-82abac52020a" providerId="ADAL" clId="{4ACBC6C6-645A-4BB1-96CC-1A36D3AF8CF8}" dt="2025-02-22T03:02:57.224" v="254"/>
          <ac:inkMkLst>
            <pc:docMk/>
            <pc:sldMk cId="202196332" sldId="300"/>
            <ac:inkMk id="40" creationId="{1B2FE063-45BE-4985-B85B-20B509BDE87D}"/>
          </ac:inkMkLst>
        </pc:inkChg>
        <pc:inkChg chg="add del">
          <ac:chgData name="Dr.Sugata Gangopadhyay" userId="5fbd9f87-0a98-489d-9d45-82abac52020a" providerId="ADAL" clId="{4ACBC6C6-645A-4BB1-96CC-1A36D3AF8CF8}" dt="2025-02-22T03:02:57.224" v="254"/>
          <ac:inkMkLst>
            <pc:docMk/>
            <pc:sldMk cId="202196332" sldId="300"/>
            <ac:inkMk id="41" creationId="{7508AE3D-9EEF-4FED-90BE-5A08AE7C795D}"/>
          </ac:inkMkLst>
        </pc:inkChg>
        <pc:inkChg chg="add">
          <ac:chgData name="Dr.Sugata Gangopadhyay" userId="5fbd9f87-0a98-489d-9d45-82abac52020a" providerId="ADAL" clId="{4ACBC6C6-645A-4BB1-96CC-1A36D3AF8CF8}" dt="2025-02-22T03:02:57.224" v="254"/>
          <ac:inkMkLst>
            <pc:docMk/>
            <pc:sldMk cId="202196332" sldId="300"/>
            <ac:inkMk id="42" creationId="{1CEC6E80-7BA6-4B25-898E-5185AB5018B8}"/>
          </ac:inkMkLst>
        </pc:inkChg>
        <pc:inkChg chg="del">
          <ac:chgData name="Dr.Sugata Gangopadhyay" userId="5fbd9f87-0a98-489d-9d45-82abac52020a" providerId="ADAL" clId="{4ACBC6C6-645A-4BB1-96CC-1A36D3AF8CF8}" dt="2025-02-22T02:42:40.729" v="7" actId="478"/>
          <ac:inkMkLst>
            <pc:docMk/>
            <pc:sldMk cId="202196332" sldId="300"/>
            <ac:inkMk id="43" creationId="{84397A3E-5A94-4A74-95F8-645BEC62754F}"/>
          </ac:inkMkLst>
        </pc:inkChg>
        <pc:inkChg chg="add del">
          <ac:chgData name="Dr.Sugata Gangopadhyay" userId="5fbd9f87-0a98-489d-9d45-82abac52020a" providerId="ADAL" clId="{4ACBC6C6-645A-4BB1-96CC-1A36D3AF8CF8}" dt="2025-02-22T03:03:00.870" v="258"/>
          <ac:inkMkLst>
            <pc:docMk/>
            <pc:sldMk cId="202196332" sldId="300"/>
            <ac:inkMk id="44" creationId="{B59FBC4E-F5A6-4092-A75E-1AEED6EBED3B}"/>
          </ac:inkMkLst>
        </pc:inkChg>
        <pc:inkChg chg="add del">
          <ac:chgData name="Dr.Sugata Gangopadhyay" userId="5fbd9f87-0a98-489d-9d45-82abac52020a" providerId="ADAL" clId="{4ACBC6C6-645A-4BB1-96CC-1A36D3AF8CF8}" dt="2025-02-22T03:03:00.870" v="258"/>
          <ac:inkMkLst>
            <pc:docMk/>
            <pc:sldMk cId="202196332" sldId="300"/>
            <ac:inkMk id="45" creationId="{FE8E0207-F094-40EE-967B-53E1A41733C0}"/>
          </ac:inkMkLst>
        </pc:inkChg>
        <pc:inkChg chg="add del">
          <ac:chgData name="Dr.Sugata Gangopadhyay" userId="5fbd9f87-0a98-489d-9d45-82abac52020a" providerId="ADAL" clId="{4ACBC6C6-645A-4BB1-96CC-1A36D3AF8CF8}" dt="2025-02-22T03:03:00.870" v="258"/>
          <ac:inkMkLst>
            <pc:docMk/>
            <pc:sldMk cId="202196332" sldId="300"/>
            <ac:inkMk id="46" creationId="{767C2DB8-578C-4BF1-BC24-DED5FAAD8E27}"/>
          </ac:inkMkLst>
        </pc:inkChg>
        <pc:inkChg chg="del">
          <ac:chgData name="Dr.Sugata Gangopadhyay" userId="5fbd9f87-0a98-489d-9d45-82abac52020a" providerId="ADAL" clId="{4ACBC6C6-645A-4BB1-96CC-1A36D3AF8CF8}" dt="2025-02-22T02:42:40.729" v="7" actId="478"/>
          <ac:inkMkLst>
            <pc:docMk/>
            <pc:sldMk cId="202196332" sldId="300"/>
            <ac:inkMk id="47" creationId="{9A314479-E3B1-4719-BA9A-5A49DB935193}"/>
          </ac:inkMkLst>
        </pc:inkChg>
        <pc:inkChg chg="del">
          <ac:chgData name="Dr.Sugata Gangopadhyay" userId="5fbd9f87-0a98-489d-9d45-82abac52020a" providerId="ADAL" clId="{4ACBC6C6-645A-4BB1-96CC-1A36D3AF8CF8}" dt="2025-02-22T02:42:40.729" v="7" actId="478"/>
          <ac:inkMkLst>
            <pc:docMk/>
            <pc:sldMk cId="202196332" sldId="300"/>
            <ac:inkMk id="48" creationId="{D26413A1-0974-4353-BFF3-35918DAB066F}"/>
          </ac:inkMkLst>
        </pc:inkChg>
        <pc:inkChg chg="add">
          <ac:chgData name="Dr.Sugata Gangopadhyay" userId="5fbd9f87-0a98-489d-9d45-82abac52020a" providerId="ADAL" clId="{4ACBC6C6-645A-4BB1-96CC-1A36D3AF8CF8}" dt="2025-02-22T03:03:00.870" v="258"/>
          <ac:inkMkLst>
            <pc:docMk/>
            <pc:sldMk cId="202196332" sldId="300"/>
            <ac:inkMk id="49" creationId="{6A0C7402-0BDB-43DD-B766-168B7FCBB0D3}"/>
          </ac:inkMkLst>
        </pc:inkChg>
        <pc:inkChg chg="del">
          <ac:chgData name="Dr.Sugata Gangopadhyay" userId="5fbd9f87-0a98-489d-9d45-82abac52020a" providerId="ADAL" clId="{4ACBC6C6-645A-4BB1-96CC-1A36D3AF8CF8}" dt="2025-02-22T02:42:40.729" v="7" actId="478"/>
          <ac:inkMkLst>
            <pc:docMk/>
            <pc:sldMk cId="202196332" sldId="300"/>
            <ac:inkMk id="50" creationId="{8309C854-FBC2-481B-8197-E269F42054D8}"/>
          </ac:inkMkLst>
        </pc:inkChg>
        <pc:inkChg chg="add del">
          <ac:chgData name="Dr.Sugata Gangopadhyay" userId="5fbd9f87-0a98-489d-9d45-82abac52020a" providerId="ADAL" clId="{4ACBC6C6-645A-4BB1-96CC-1A36D3AF8CF8}" dt="2025-02-22T03:03:09.301" v="271"/>
          <ac:inkMkLst>
            <pc:docMk/>
            <pc:sldMk cId="202196332" sldId="300"/>
            <ac:inkMk id="51" creationId="{0953A44E-DA60-4E92-8112-A41F692AE923}"/>
          </ac:inkMkLst>
        </pc:inkChg>
        <pc:inkChg chg="add del">
          <ac:chgData name="Dr.Sugata Gangopadhyay" userId="5fbd9f87-0a98-489d-9d45-82abac52020a" providerId="ADAL" clId="{4ACBC6C6-645A-4BB1-96CC-1A36D3AF8CF8}" dt="2025-02-22T03:03:09.301" v="271"/>
          <ac:inkMkLst>
            <pc:docMk/>
            <pc:sldMk cId="202196332" sldId="300"/>
            <ac:inkMk id="52" creationId="{8E1B8F2A-CF07-46D9-8E03-6241FAEA26E8}"/>
          </ac:inkMkLst>
        </pc:inkChg>
        <pc:inkChg chg="add del">
          <ac:chgData name="Dr.Sugata Gangopadhyay" userId="5fbd9f87-0a98-489d-9d45-82abac52020a" providerId="ADAL" clId="{4ACBC6C6-645A-4BB1-96CC-1A36D3AF8CF8}" dt="2025-02-22T03:03:09.301" v="271"/>
          <ac:inkMkLst>
            <pc:docMk/>
            <pc:sldMk cId="202196332" sldId="300"/>
            <ac:inkMk id="53" creationId="{9AA050D1-1C72-4BA7-81D3-CD068E189A56}"/>
          </ac:inkMkLst>
        </pc:inkChg>
        <pc:inkChg chg="del">
          <ac:chgData name="Dr.Sugata Gangopadhyay" userId="5fbd9f87-0a98-489d-9d45-82abac52020a" providerId="ADAL" clId="{4ACBC6C6-645A-4BB1-96CC-1A36D3AF8CF8}" dt="2025-02-22T02:42:40.729" v="7" actId="478"/>
          <ac:inkMkLst>
            <pc:docMk/>
            <pc:sldMk cId="202196332" sldId="300"/>
            <ac:inkMk id="54" creationId="{1598E26A-7CB4-45C2-86F1-79CF97FA6DFF}"/>
          </ac:inkMkLst>
        </pc:inkChg>
        <pc:inkChg chg="del">
          <ac:chgData name="Dr.Sugata Gangopadhyay" userId="5fbd9f87-0a98-489d-9d45-82abac52020a" providerId="ADAL" clId="{4ACBC6C6-645A-4BB1-96CC-1A36D3AF8CF8}" dt="2025-02-22T02:42:40.729" v="7" actId="478"/>
          <ac:inkMkLst>
            <pc:docMk/>
            <pc:sldMk cId="202196332" sldId="300"/>
            <ac:inkMk id="55" creationId="{E53094EA-CB7D-447F-9A62-DCAEEEF72E5C}"/>
          </ac:inkMkLst>
        </pc:inkChg>
        <pc:inkChg chg="add del">
          <ac:chgData name="Dr.Sugata Gangopadhyay" userId="5fbd9f87-0a98-489d-9d45-82abac52020a" providerId="ADAL" clId="{4ACBC6C6-645A-4BB1-96CC-1A36D3AF8CF8}" dt="2025-02-22T03:03:09.301" v="271"/>
          <ac:inkMkLst>
            <pc:docMk/>
            <pc:sldMk cId="202196332" sldId="300"/>
            <ac:inkMk id="56" creationId="{64C8C9C7-2EFE-49E3-96AA-DFEB548053CD}"/>
          </ac:inkMkLst>
        </pc:inkChg>
        <pc:inkChg chg="add del">
          <ac:chgData name="Dr.Sugata Gangopadhyay" userId="5fbd9f87-0a98-489d-9d45-82abac52020a" providerId="ADAL" clId="{4ACBC6C6-645A-4BB1-96CC-1A36D3AF8CF8}" dt="2025-02-22T03:03:09.301" v="271"/>
          <ac:inkMkLst>
            <pc:docMk/>
            <pc:sldMk cId="202196332" sldId="300"/>
            <ac:inkMk id="57" creationId="{83683154-BB33-4388-945E-29783FC64316}"/>
          </ac:inkMkLst>
        </pc:inkChg>
        <pc:inkChg chg="add del">
          <ac:chgData name="Dr.Sugata Gangopadhyay" userId="5fbd9f87-0a98-489d-9d45-82abac52020a" providerId="ADAL" clId="{4ACBC6C6-645A-4BB1-96CC-1A36D3AF8CF8}" dt="2025-02-22T03:03:09.301" v="271"/>
          <ac:inkMkLst>
            <pc:docMk/>
            <pc:sldMk cId="202196332" sldId="300"/>
            <ac:inkMk id="58" creationId="{ECD83838-FB60-4FC0-89EE-B09A17DF1B4D}"/>
          </ac:inkMkLst>
        </pc:inkChg>
        <pc:inkChg chg="add del">
          <ac:chgData name="Dr.Sugata Gangopadhyay" userId="5fbd9f87-0a98-489d-9d45-82abac52020a" providerId="ADAL" clId="{4ACBC6C6-645A-4BB1-96CC-1A36D3AF8CF8}" dt="2025-02-22T03:03:09.301" v="271"/>
          <ac:inkMkLst>
            <pc:docMk/>
            <pc:sldMk cId="202196332" sldId="300"/>
            <ac:inkMk id="59" creationId="{85285EC7-6B2A-471D-9947-1456E820E96E}"/>
          </ac:inkMkLst>
        </pc:inkChg>
        <pc:inkChg chg="add del">
          <ac:chgData name="Dr.Sugata Gangopadhyay" userId="5fbd9f87-0a98-489d-9d45-82abac52020a" providerId="ADAL" clId="{4ACBC6C6-645A-4BB1-96CC-1A36D3AF8CF8}" dt="2025-02-22T03:03:09.301" v="271"/>
          <ac:inkMkLst>
            <pc:docMk/>
            <pc:sldMk cId="202196332" sldId="300"/>
            <ac:inkMk id="60" creationId="{69E8E8E6-28E4-4812-A61B-E68CB2D051C0}"/>
          </ac:inkMkLst>
        </pc:inkChg>
        <pc:inkChg chg="add del">
          <ac:chgData name="Dr.Sugata Gangopadhyay" userId="5fbd9f87-0a98-489d-9d45-82abac52020a" providerId="ADAL" clId="{4ACBC6C6-645A-4BB1-96CC-1A36D3AF8CF8}" dt="2025-02-22T03:03:09.301" v="271"/>
          <ac:inkMkLst>
            <pc:docMk/>
            <pc:sldMk cId="202196332" sldId="300"/>
            <ac:inkMk id="61" creationId="{7573E627-2E42-4E85-961B-2B982C1DBA43}"/>
          </ac:inkMkLst>
        </pc:inkChg>
        <pc:inkChg chg="add del">
          <ac:chgData name="Dr.Sugata Gangopadhyay" userId="5fbd9f87-0a98-489d-9d45-82abac52020a" providerId="ADAL" clId="{4ACBC6C6-645A-4BB1-96CC-1A36D3AF8CF8}" dt="2025-02-22T03:03:09.301" v="271"/>
          <ac:inkMkLst>
            <pc:docMk/>
            <pc:sldMk cId="202196332" sldId="300"/>
            <ac:inkMk id="62" creationId="{568DE6B6-11C3-4A89-8664-54BB43B1E9E3}"/>
          </ac:inkMkLst>
        </pc:inkChg>
        <pc:inkChg chg="add del">
          <ac:chgData name="Dr.Sugata Gangopadhyay" userId="5fbd9f87-0a98-489d-9d45-82abac52020a" providerId="ADAL" clId="{4ACBC6C6-645A-4BB1-96CC-1A36D3AF8CF8}" dt="2025-02-22T03:03:09.301" v="271"/>
          <ac:inkMkLst>
            <pc:docMk/>
            <pc:sldMk cId="202196332" sldId="300"/>
            <ac:inkMk id="63" creationId="{409B0637-8E5B-405F-A9A6-7FEEEA20D894}"/>
          </ac:inkMkLst>
        </pc:inkChg>
        <pc:inkChg chg="add del">
          <ac:chgData name="Dr.Sugata Gangopadhyay" userId="5fbd9f87-0a98-489d-9d45-82abac52020a" providerId="ADAL" clId="{4ACBC6C6-645A-4BB1-96CC-1A36D3AF8CF8}" dt="2025-02-22T03:03:09.301" v="271"/>
          <ac:inkMkLst>
            <pc:docMk/>
            <pc:sldMk cId="202196332" sldId="300"/>
            <ac:inkMk id="64" creationId="{901465E4-30B4-421F-A2B0-DDD05B0E71D1}"/>
          </ac:inkMkLst>
        </pc:inkChg>
        <pc:inkChg chg="add">
          <ac:chgData name="Dr.Sugata Gangopadhyay" userId="5fbd9f87-0a98-489d-9d45-82abac52020a" providerId="ADAL" clId="{4ACBC6C6-645A-4BB1-96CC-1A36D3AF8CF8}" dt="2025-02-22T03:03:09.301" v="271"/>
          <ac:inkMkLst>
            <pc:docMk/>
            <pc:sldMk cId="202196332" sldId="300"/>
            <ac:inkMk id="65" creationId="{F815A040-72FE-4E97-93E9-CE019BCFB9C8}"/>
          </ac:inkMkLst>
        </pc:inkChg>
        <pc:inkChg chg="add">
          <ac:chgData name="Dr.Sugata Gangopadhyay" userId="5fbd9f87-0a98-489d-9d45-82abac52020a" providerId="ADAL" clId="{4ACBC6C6-645A-4BB1-96CC-1A36D3AF8CF8}" dt="2025-02-22T03:03:09.301" v="271"/>
          <ac:inkMkLst>
            <pc:docMk/>
            <pc:sldMk cId="202196332" sldId="300"/>
            <ac:inkMk id="66" creationId="{6907A863-5C24-4D27-A690-E27BA98D983A}"/>
          </ac:inkMkLst>
        </pc:inkChg>
        <pc:inkChg chg="del">
          <ac:chgData name="Dr.Sugata Gangopadhyay" userId="5fbd9f87-0a98-489d-9d45-82abac52020a" providerId="ADAL" clId="{4ACBC6C6-645A-4BB1-96CC-1A36D3AF8CF8}" dt="2025-02-22T02:42:40.729" v="7" actId="478"/>
          <ac:inkMkLst>
            <pc:docMk/>
            <pc:sldMk cId="202196332" sldId="300"/>
            <ac:inkMk id="67" creationId="{8A81C26C-8A20-44BB-806A-72E73815791B}"/>
          </ac:inkMkLst>
        </pc:inkChg>
        <pc:inkChg chg="del">
          <ac:chgData name="Dr.Sugata Gangopadhyay" userId="5fbd9f87-0a98-489d-9d45-82abac52020a" providerId="ADAL" clId="{4ACBC6C6-645A-4BB1-96CC-1A36D3AF8CF8}" dt="2025-02-22T02:42:40.729" v="7" actId="478"/>
          <ac:inkMkLst>
            <pc:docMk/>
            <pc:sldMk cId="202196332" sldId="300"/>
            <ac:inkMk id="68" creationId="{69D5F052-6398-4E49-8F9C-40AA415ADE4A}"/>
          </ac:inkMkLst>
        </pc:inkChg>
        <pc:inkChg chg="del">
          <ac:chgData name="Dr.Sugata Gangopadhyay" userId="5fbd9f87-0a98-489d-9d45-82abac52020a" providerId="ADAL" clId="{4ACBC6C6-645A-4BB1-96CC-1A36D3AF8CF8}" dt="2025-02-22T02:42:40.729" v="7" actId="478"/>
          <ac:inkMkLst>
            <pc:docMk/>
            <pc:sldMk cId="202196332" sldId="300"/>
            <ac:inkMk id="69" creationId="{A8A512A9-1E03-4432-8B3A-27D72B5D822B}"/>
          </ac:inkMkLst>
        </pc:inkChg>
        <pc:inkChg chg="del">
          <ac:chgData name="Dr.Sugata Gangopadhyay" userId="5fbd9f87-0a98-489d-9d45-82abac52020a" providerId="ADAL" clId="{4ACBC6C6-645A-4BB1-96CC-1A36D3AF8CF8}" dt="2025-02-22T02:42:40.729" v="7" actId="478"/>
          <ac:inkMkLst>
            <pc:docMk/>
            <pc:sldMk cId="202196332" sldId="300"/>
            <ac:inkMk id="70" creationId="{D8BBDACC-0D26-43AB-A97C-32F9D43D1D4C}"/>
          </ac:inkMkLst>
        </pc:inkChg>
        <pc:inkChg chg="add">
          <ac:chgData name="Dr.Sugata Gangopadhyay" userId="5fbd9f87-0a98-489d-9d45-82abac52020a" providerId="ADAL" clId="{4ACBC6C6-645A-4BB1-96CC-1A36D3AF8CF8}" dt="2025-02-22T03:03:09.301" v="271"/>
          <ac:inkMkLst>
            <pc:docMk/>
            <pc:sldMk cId="202196332" sldId="300"/>
            <ac:inkMk id="71" creationId="{ABA19A12-B1EE-42CB-9958-B9502D60C88E}"/>
          </ac:inkMkLst>
        </pc:inkChg>
        <pc:inkChg chg="add del">
          <ac:chgData name="Dr.Sugata Gangopadhyay" userId="5fbd9f87-0a98-489d-9d45-82abac52020a" providerId="ADAL" clId="{4ACBC6C6-645A-4BB1-96CC-1A36D3AF8CF8}" dt="2025-02-22T03:03:17.069" v="282"/>
          <ac:inkMkLst>
            <pc:docMk/>
            <pc:sldMk cId="202196332" sldId="300"/>
            <ac:inkMk id="72" creationId="{B7C0F8EF-B06C-4202-AE5F-8045CD831C17}"/>
          </ac:inkMkLst>
        </pc:inkChg>
        <pc:inkChg chg="add del">
          <ac:chgData name="Dr.Sugata Gangopadhyay" userId="5fbd9f87-0a98-489d-9d45-82abac52020a" providerId="ADAL" clId="{4ACBC6C6-645A-4BB1-96CC-1A36D3AF8CF8}" dt="2025-02-22T03:03:17.069" v="282"/>
          <ac:inkMkLst>
            <pc:docMk/>
            <pc:sldMk cId="202196332" sldId="300"/>
            <ac:inkMk id="73" creationId="{997FD36E-FFB6-49EE-8CE0-E759A0834829}"/>
          </ac:inkMkLst>
        </pc:inkChg>
        <pc:inkChg chg="add del">
          <ac:chgData name="Dr.Sugata Gangopadhyay" userId="5fbd9f87-0a98-489d-9d45-82abac52020a" providerId="ADAL" clId="{4ACBC6C6-645A-4BB1-96CC-1A36D3AF8CF8}" dt="2025-02-22T03:03:17.069" v="282"/>
          <ac:inkMkLst>
            <pc:docMk/>
            <pc:sldMk cId="202196332" sldId="300"/>
            <ac:inkMk id="74" creationId="{2AF6FF1C-8ACC-478C-96AB-E2D3C97E370E}"/>
          </ac:inkMkLst>
        </pc:inkChg>
        <pc:inkChg chg="add del">
          <ac:chgData name="Dr.Sugata Gangopadhyay" userId="5fbd9f87-0a98-489d-9d45-82abac52020a" providerId="ADAL" clId="{4ACBC6C6-645A-4BB1-96CC-1A36D3AF8CF8}" dt="2025-02-22T03:03:17.069" v="282"/>
          <ac:inkMkLst>
            <pc:docMk/>
            <pc:sldMk cId="202196332" sldId="300"/>
            <ac:inkMk id="75" creationId="{C30C19AD-FA2D-4E0C-92D9-25B892A77266}"/>
          </ac:inkMkLst>
        </pc:inkChg>
        <pc:inkChg chg="add del">
          <ac:chgData name="Dr.Sugata Gangopadhyay" userId="5fbd9f87-0a98-489d-9d45-82abac52020a" providerId="ADAL" clId="{4ACBC6C6-645A-4BB1-96CC-1A36D3AF8CF8}" dt="2025-02-22T03:03:17.069" v="282"/>
          <ac:inkMkLst>
            <pc:docMk/>
            <pc:sldMk cId="202196332" sldId="300"/>
            <ac:inkMk id="76" creationId="{C3092361-FC06-4374-8E6B-FA09DAEA441C}"/>
          </ac:inkMkLst>
        </pc:inkChg>
        <pc:inkChg chg="add del">
          <ac:chgData name="Dr.Sugata Gangopadhyay" userId="5fbd9f87-0a98-489d-9d45-82abac52020a" providerId="ADAL" clId="{4ACBC6C6-645A-4BB1-96CC-1A36D3AF8CF8}" dt="2025-02-22T03:03:17.069" v="282"/>
          <ac:inkMkLst>
            <pc:docMk/>
            <pc:sldMk cId="202196332" sldId="300"/>
            <ac:inkMk id="77" creationId="{86DEEADA-B9B3-4385-9A89-E3B9B2EF86C3}"/>
          </ac:inkMkLst>
        </pc:inkChg>
        <pc:inkChg chg="add del">
          <ac:chgData name="Dr.Sugata Gangopadhyay" userId="5fbd9f87-0a98-489d-9d45-82abac52020a" providerId="ADAL" clId="{4ACBC6C6-645A-4BB1-96CC-1A36D3AF8CF8}" dt="2025-02-22T03:03:17.069" v="282"/>
          <ac:inkMkLst>
            <pc:docMk/>
            <pc:sldMk cId="202196332" sldId="300"/>
            <ac:inkMk id="78" creationId="{3A688223-1E7F-4DE2-A9ED-B22D426FD3A1}"/>
          </ac:inkMkLst>
        </pc:inkChg>
        <pc:inkChg chg="add del">
          <ac:chgData name="Dr.Sugata Gangopadhyay" userId="5fbd9f87-0a98-489d-9d45-82abac52020a" providerId="ADAL" clId="{4ACBC6C6-645A-4BB1-96CC-1A36D3AF8CF8}" dt="2025-02-22T03:03:17.069" v="282"/>
          <ac:inkMkLst>
            <pc:docMk/>
            <pc:sldMk cId="202196332" sldId="300"/>
            <ac:inkMk id="79" creationId="{65C575D3-C3A1-4C6C-87D0-BB65F684B854}"/>
          </ac:inkMkLst>
        </pc:inkChg>
        <pc:inkChg chg="add del">
          <ac:chgData name="Dr.Sugata Gangopadhyay" userId="5fbd9f87-0a98-489d-9d45-82abac52020a" providerId="ADAL" clId="{4ACBC6C6-645A-4BB1-96CC-1A36D3AF8CF8}" dt="2025-02-22T03:03:17.069" v="282"/>
          <ac:inkMkLst>
            <pc:docMk/>
            <pc:sldMk cId="202196332" sldId="300"/>
            <ac:inkMk id="80" creationId="{B202CDAF-A99B-40FE-B1BD-39235C830DC6}"/>
          </ac:inkMkLst>
        </pc:inkChg>
        <pc:inkChg chg="add del">
          <ac:chgData name="Dr.Sugata Gangopadhyay" userId="5fbd9f87-0a98-489d-9d45-82abac52020a" providerId="ADAL" clId="{4ACBC6C6-645A-4BB1-96CC-1A36D3AF8CF8}" dt="2025-02-22T03:03:17.069" v="282"/>
          <ac:inkMkLst>
            <pc:docMk/>
            <pc:sldMk cId="202196332" sldId="300"/>
            <ac:inkMk id="81" creationId="{9EA16113-DA03-4CB0-A8BE-F56C98C1988D}"/>
          </ac:inkMkLst>
        </pc:inkChg>
        <pc:inkChg chg="add del">
          <ac:chgData name="Dr.Sugata Gangopadhyay" userId="5fbd9f87-0a98-489d-9d45-82abac52020a" providerId="ADAL" clId="{4ACBC6C6-645A-4BB1-96CC-1A36D3AF8CF8}" dt="2025-02-22T03:03:22.681" v="287"/>
          <ac:inkMkLst>
            <pc:docMk/>
            <pc:sldMk cId="202196332" sldId="300"/>
            <ac:inkMk id="82" creationId="{679F42C1-BFF1-432D-9DA1-4C39E9236760}"/>
          </ac:inkMkLst>
        </pc:inkChg>
        <pc:inkChg chg="add">
          <ac:chgData name="Dr.Sugata Gangopadhyay" userId="5fbd9f87-0a98-489d-9d45-82abac52020a" providerId="ADAL" clId="{4ACBC6C6-645A-4BB1-96CC-1A36D3AF8CF8}" dt="2025-02-22T03:03:17.069" v="282"/>
          <ac:inkMkLst>
            <pc:docMk/>
            <pc:sldMk cId="202196332" sldId="300"/>
            <ac:inkMk id="83" creationId="{D12B8C7D-C077-4C33-8EA8-19DAA6AAFAAC}"/>
          </ac:inkMkLst>
        </pc:inkChg>
        <pc:inkChg chg="add">
          <ac:chgData name="Dr.Sugata Gangopadhyay" userId="5fbd9f87-0a98-489d-9d45-82abac52020a" providerId="ADAL" clId="{4ACBC6C6-645A-4BB1-96CC-1A36D3AF8CF8}" dt="2025-02-22T03:03:17.069" v="282"/>
          <ac:inkMkLst>
            <pc:docMk/>
            <pc:sldMk cId="202196332" sldId="300"/>
            <ac:inkMk id="84" creationId="{A86935DE-2E4A-4B96-A59C-23A521A9A444}"/>
          </ac:inkMkLst>
        </pc:inkChg>
        <pc:inkChg chg="add del">
          <ac:chgData name="Dr.Sugata Gangopadhyay" userId="5fbd9f87-0a98-489d-9d45-82abac52020a" providerId="ADAL" clId="{4ACBC6C6-645A-4BB1-96CC-1A36D3AF8CF8}" dt="2025-02-22T03:03:22.681" v="287"/>
          <ac:inkMkLst>
            <pc:docMk/>
            <pc:sldMk cId="202196332" sldId="300"/>
            <ac:inkMk id="85" creationId="{48781B81-456C-4F03-9D65-CF8BE3D01E4A}"/>
          </ac:inkMkLst>
        </pc:inkChg>
        <pc:inkChg chg="add del">
          <ac:chgData name="Dr.Sugata Gangopadhyay" userId="5fbd9f87-0a98-489d-9d45-82abac52020a" providerId="ADAL" clId="{4ACBC6C6-645A-4BB1-96CC-1A36D3AF8CF8}" dt="2025-02-22T03:03:22.681" v="287"/>
          <ac:inkMkLst>
            <pc:docMk/>
            <pc:sldMk cId="202196332" sldId="300"/>
            <ac:inkMk id="86" creationId="{321AC083-C2CF-4550-B549-50D1E5C9107F}"/>
          </ac:inkMkLst>
        </pc:inkChg>
        <pc:inkChg chg="del">
          <ac:chgData name="Dr.Sugata Gangopadhyay" userId="5fbd9f87-0a98-489d-9d45-82abac52020a" providerId="ADAL" clId="{4ACBC6C6-645A-4BB1-96CC-1A36D3AF8CF8}" dt="2025-02-22T02:42:40.729" v="7" actId="478"/>
          <ac:inkMkLst>
            <pc:docMk/>
            <pc:sldMk cId="202196332" sldId="300"/>
            <ac:inkMk id="87" creationId="{BD6E5ACA-A614-4F9E-BAA9-FE66A4BFE5D0}"/>
          </ac:inkMkLst>
        </pc:inkChg>
        <pc:inkChg chg="add del">
          <ac:chgData name="Dr.Sugata Gangopadhyay" userId="5fbd9f87-0a98-489d-9d45-82abac52020a" providerId="ADAL" clId="{4ACBC6C6-645A-4BB1-96CC-1A36D3AF8CF8}" dt="2025-02-22T03:03:22.681" v="287"/>
          <ac:inkMkLst>
            <pc:docMk/>
            <pc:sldMk cId="202196332" sldId="300"/>
            <ac:inkMk id="88" creationId="{A6BB3449-8119-404F-80FA-E6E3B80935F8}"/>
          </ac:inkMkLst>
        </pc:inkChg>
        <pc:inkChg chg="add del">
          <ac:chgData name="Dr.Sugata Gangopadhyay" userId="5fbd9f87-0a98-489d-9d45-82abac52020a" providerId="ADAL" clId="{4ACBC6C6-645A-4BB1-96CC-1A36D3AF8CF8}" dt="2025-02-22T03:03:22.681" v="287"/>
          <ac:inkMkLst>
            <pc:docMk/>
            <pc:sldMk cId="202196332" sldId="300"/>
            <ac:inkMk id="89" creationId="{00818E93-B940-46CC-950A-3D060CC19ED5}"/>
          </ac:inkMkLst>
        </pc:inkChg>
        <pc:inkChg chg="add">
          <ac:chgData name="Dr.Sugata Gangopadhyay" userId="5fbd9f87-0a98-489d-9d45-82abac52020a" providerId="ADAL" clId="{4ACBC6C6-645A-4BB1-96CC-1A36D3AF8CF8}" dt="2025-02-22T03:03:22.681" v="287"/>
          <ac:inkMkLst>
            <pc:docMk/>
            <pc:sldMk cId="202196332" sldId="300"/>
            <ac:inkMk id="90" creationId="{032D6B46-36E5-4F94-8CD1-3479953A5CB0}"/>
          </ac:inkMkLst>
        </pc:inkChg>
        <pc:inkChg chg="add del">
          <ac:chgData name="Dr.Sugata Gangopadhyay" userId="5fbd9f87-0a98-489d-9d45-82abac52020a" providerId="ADAL" clId="{4ACBC6C6-645A-4BB1-96CC-1A36D3AF8CF8}" dt="2025-02-22T03:03:30.258" v="296"/>
          <ac:inkMkLst>
            <pc:docMk/>
            <pc:sldMk cId="202196332" sldId="300"/>
            <ac:inkMk id="91" creationId="{B43D0DC9-0CCB-4422-85C4-E9FABC161ECD}"/>
          </ac:inkMkLst>
        </pc:inkChg>
        <pc:inkChg chg="add del">
          <ac:chgData name="Dr.Sugata Gangopadhyay" userId="5fbd9f87-0a98-489d-9d45-82abac52020a" providerId="ADAL" clId="{4ACBC6C6-645A-4BB1-96CC-1A36D3AF8CF8}" dt="2025-02-22T03:03:30.258" v="296"/>
          <ac:inkMkLst>
            <pc:docMk/>
            <pc:sldMk cId="202196332" sldId="300"/>
            <ac:inkMk id="92" creationId="{B44ADE21-4B75-45A3-AE69-441704022A1A}"/>
          </ac:inkMkLst>
        </pc:inkChg>
        <pc:inkChg chg="add del">
          <ac:chgData name="Dr.Sugata Gangopadhyay" userId="5fbd9f87-0a98-489d-9d45-82abac52020a" providerId="ADAL" clId="{4ACBC6C6-645A-4BB1-96CC-1A36D3AF8CF8}" dt="2025-02-22T03:03:30.258" v="296"/>
          <ac:inkMkLst>
            <pc:docMk/>
            <pc:sldMk cId="202196332" sldId="300"/>
            <ac:inkMk id="93" creationId="{73430949-711E-48C7-B9AD-FC89CD1B2DD0}"/>
          </ac:inkMkLst>
        </pc:inkChg>
        <pc:inkChg chg="add del">
          <ac:chgData name="Dr.Sugata Gangopadhyay" userId="5fbd9f87-0a98-489d-9d45-82abac52020a" providerId="ADAL" clId="{4ACBC6C6-645A-4BB1-96CC-1A36D3AF8CF8}" dt="2025-02-22T03:03:30.258" v="296"/>
          <ac:inkMkLst>
            <pc:docMk/>
            <pc:sldMk cId="202196332" sldId="300"/>
            <ac:inkMk id="94" creationId="{C4B1C9C6-BCB3-4B10-AB86-CDD7F61649FF}"/>
          </ac:inkMkLst>
        </pc:inkChg>
        <pc:inkChg chg="add del">
          <ac:chgData name="Dr.Sugata Gangopadhyay" userId="5fbd9f87-0a98-489d-9d45-82abac52020a" providerId="ADAL" clId="{4ACBC6C6-645A-4BB1-96CC-1A36D3AF8CF8}" dt="2025-02-22T03:03:30.258" v="296"/>
          <ac:inkMkLst>
            <pc:docMk/>
            <pc:sldMk cId="202196332" sldId="300"/>
            <ac:inkMk id="95" creationId="{A3552990-E387-44FF-A3C4-625725748301}"/>
          </ac:inkMkLst>
        </pc:inkChg>
        <pc:inkChg chg="del">
          <ac:chgData name="Dr.Sugata Gangopadhyay" userId="5fbd9f87-0a98-489d-9d45-82abac52020a" providerId="ADAL" clId="{4ACBC6C6-645A-4BB1-96CC-1A36D3AF8CF8}" dt="2025-02-22T02:42:40.729" v="7" actId="478"/>
          <ac:inkMkLst>
            <pc:docMk/>
            <pc:sldMk cId="202196332" sldId="300"/>
            <ac:inkMk id="96" creationId="{FDF38203-D624-4F1F-AA9C-3F2EAB7ACDE1}"/>
          </ac:inkMkLst>
        </pc:inkChg>
        <pc:inkChg chg="del">
          <ac:chgData name="Dr.Sugata Gangopadhyay" userId="5fbd9f87-0a98-489d-9d45-82abac52020a" providerId="ADAL" clId="{4ACBC6C6-645A-4BB1-96CC-1A36D3AF8CF8}" dt="2025-02-22T02:42:40.729" v="7" actId="478"/>
          <ac:inkMkLst>
            <pc:docMk/>
            <pc:sldMk cId="202196332" sldId="300"/>
            <ac:inkMk id="97" creationId="{47CEFA7B-ACB6-4EEF-86D3-3AA35B80C009}"/>
          </ac:inkMkLst>
        </pc:inkChg>
        <pc:inkChg chg="del">
          <ac:chgData name="Dr.Sugata Gangopadhyay" userId="5fbd9f87-0a98-489d-9d45-82abac52020a" providerId="ADAL" clId="{4ACBC6C6-645A-4BB1-96CC-1A36D3AF8CF8}" dt="2025-02-22T02:42:40.729" v="7" actId="478"/>
          <ac:inkMkLst>
            <pc:docMk/>
            <pc:sldMk cId="202196332" sldId="300"/>
            <ac:inkMk id="98" creationId="{F102649C-AEAF-4CAA-AE88-8B036A7B148C}"/>
          </ac:inkMkLst>
        </pc:inkChg>
        <pc:inkChg chg="del">
          <ac:chgData name="Dr.Sugata Gangopadhyay" userId="5fbd9f87-0a98-489d-9d45-82abac52020a" providerId="ADAL" clId="{4ACBC6C6-645A-4BB1-96CC-1A36D3AF8CF8}" dt="2025-02-22T02:42:40.729" v="7" actId="478"/>
          <ac:inkMkLst>
            <pc:docMk/>
            <pc:sldMk cId="202196332" sldId="300"/>
            <ac:inkMk id="99" creationId="{7BB2EBC5-8AE5-460B-9871-822A8E366A9A}"/>
          </ac:inkMkLst>
        </pc:inkChg>
        <pc:inkChg chg="del">
          <ac:chgData name="Dr.Sugata Gangopadhyay" userId="5fbd9f87-0a98-489d-9d45-82abac52020a" providerId="ADAL" clId="{4ACBC6C6-645A-4BB1-96CC-1A36D3AF8CF8}" dt="2025-02-22T02:42:40.729" v="7" actId="478"/>
          <ac:inkMkLst>
            <pc:docMk/>
            <pc:sldMk cId="202196332" sldId="300"/>
            <ac:inkMk id="100" creationId="{61389F19-D8CD-4F68-90C2-244A74BA5C4C}"/>
          </ac:inkMkLst>
        </pc:inkChg>
        <pc:inkChg chg="del">
          <ac:chgData name="Dr.Sugata Gangopadhyay" userId="5fbd9f87-0a98-489d-9d45-82abac52020a" providerId="ADAL" clId="{4ACBC6C6-645A-4BB1-96CC-1A36D3AF8CF8}" dt="2025-02-22T02:42:40.729" v="7" actId="478"/>
          <ac:inkMkLst>
            <pc:docMk/>
            <pc:sldMk cId="202196332" sldId="300"/>
            <ac:inkMk id="101" creationId="{E696D10D-B215-4068-A016-B1078E041A98}"/>
          </ac:inkMkLst>
        </pc:inkChg>
        <pc:inkChg chg="del">
          <ac:chgData name="Dr.Sugata Gangopadhyay" userId="5fbd9f87-0a98-489d-9d45-82abac52020a" providerId="ADAL" clId="{4ACBC6C6-645A-4BB1-96CC-1A36D3AF8CF8}" dt="2025-02-22T02:42:40.729" v="7" actId="478"/>
          <ac:inkMkLst>
            <pc:docMk/>
            <pc:sldMk cId="202196332" sldId="300"/>
            <ac:inkMk id="102" creationId="{7CB21CEF-08CE-4CAD-A320-01D88D062435}"/>
          </ac:inkMkLst>
        </pc:inkChg>
        <pc:inkChg chg="add del">
          <ac:chgData name="Dr.Sugata Gangopadhyay" userId="5fbd9f87-0a98-489d-9d45-82abac52020a" providerId="ADAL" clId="{4ACBC6C6-645A-4BB1-96CC-1A36D3AF8CF8}" dt="2025-02-22T03:03:30.258" v="296"/>
          <ac:inkMkLst>
            <pc:docMk/>
            <pc:sldMk cId="202196332" sldId="300"/>
            <ac:inkMk id="103" creationId="{B3DAE72E-2FBE-4C05-BA96-2D3B3CD9EB76}"/>
          </ac:inkMkLst>
        </pc:inkChg>
        <pc:inkChg chg="add del">
          <ac:chgData name="Dr.Sugata Gangopadhyay" userId="5fbd9f87-0a98-489d-9d45-82abac52020a" providerId="ADAL" clId="{4ACBC6C6-645A-4BB1-96CC-1A36D3AF8CF8}" dt="2025-02-22T03:03:30.258" v="296"/>
          <ac:inkMkLst>
            <pc:docMk/>
            <pc:sldMk cId="202196332" sldId="300"/>
            <ac:inkMk id="104" creationId="{55296810-0A70-48EF-AC77-A5DF14B9C372}"/>
          </ac:inkMkLst>
        </pc:inkChg>
        <pc:inkChg chg="add del">
          <ac:chgData name="Dr.Sugata Gangopadhyay" userId="5fbd9f87-0a98-489d-9d45-82abac52020a" providerId="ADAL" clId="{4ACBC6C6-645A-4BB1-96CC-1A36D3AF8CF8}" dt="2025-02-22T03:03:30.258" v="296"/>
          <ac:inkMkLst>
            <pc:docMk/>
            <pc:sldMk cId="202196332" sldId="300"/>
            <ac:inkMk id="105" creationId="{F622BC04-32E4-4659-91D4-BF8AAB6D3FFE}"/>
          </ac:inkMkLst>
        </pc:inkChg>
        <pc:inkChg chg="add">
          <ac:chgData name="Dr.Sugata Gangopadhyay" userId="5fbd9f87-0a98-489d-9d45-82abac52020a" providerId="ADAL" clId="{4ACBC6C6-645A-4BB1-96CC-1A36D3AF8CF8}" dt="2025-02-22T03:03:30.258" v="296"/>
          <ac:inkMkLst>
            <pc:docMk/>
            <pc:sldMk cId="202196332" sldId="300"/>
            <ac:inkMk id="106" creationId="{F651F71C-3EC6-4EF2-8EF6-EDA0598E93BF}"/>
          </ac:inkMkLst>
        </pc:inkChg>
        <pc:inkChg chg="add">
          <ac:chgData name="Dr.Sugata Gangopadhyay" userId="5fbd9f87-0a98-489d-9d45-82abac52020a" providerId="ADAL" clId="{4ACBC6C6-645A-4BB1-96CC-1A36D3AF8CF8}" dt="2025-02-22T03:03:30.258" v="296"/>
          <ac:inkMkLst>
            <pc:docMk/>
            <pc:sldMk cId="202196332" sldId="300"/>
            <ac:inkMk id="107" creationId="{878EAF5E-560E-470D-8D0A-9936001A40E5}"/>
          </ac:inkMkLst>
        </pc:inkChg>
        <pc:inkChg chg="add">
          <ac:chgData name="Dr.Sugata Gangopadhyay" userId="5fbd9f87-0a98-489d-9d45-82abac52020a" providerId="ADAL" clId="{4ACBC6C6-645A-4BB1-96CC-1A36D3AF8CF8}" dt="2025-02-22T03:03:36.988" v="297"/>
          <ac:inkMkLst>
            <pc:docMk/>
            <pc:sldMk cId="202196332" sldId="300"/>
            <ac:inkMk id="108" creationId="{0DE5B344-6809-42C7-8A3D-489F97A26024}"/>
          </ac:inkMkLst>
        </pc:inkChg>
        <pc:inkChg chg="del">
          <ac:chgData name="Dr.Sugata Gangopadhyay" userId="5fbd9f87-0a98-489d-9d45-82abac52020a" providerId="ADAL" clId="{4ACBC6C6-645A-4BB1-96CC-1A36D3AF8CF8}" dt="2025-02-22T02:42:40.729" v="7" actId="478"/>
          <ac:inkMkLst>
            <pc:docMk/>
            <pc:sldMk cId="202196332" sldId="300"/>
            <ac:inkMk id="109" creationId="{1379CF3E-10C0-4847-875F-BDEDD69DBE41}"/>
          </ac:inkMkLst>
        </pc:inkChg>
        <pc:inkChg chg="del">
          <ac:chgData name="Dr.Sugata Gangopadhyay" userId="5fbd9f87-0a98-489d-9d45-82abac52020a" providerId="ADAL" clId="{4ACBC6C6-645A-4BB1-96CC-1A36D3AF8CF8}" dt="2025-02-22T02:42:40.729" v="7" actId="478"/>
          <ac:inkMkLst>
            <pc:docMk/>
            <pc:sldMk cId="202196332" sldId="300"/>
            <ac:inkMk id="110" creationId="{C033D166-9BE1-4B0C-87A3-45778F300D3B}"/>
          </ac:inkMkLst>
        </pc:inkChg>
        <pc:inkChg chg="del">
          <ac:chgData name="Dr.Sugata Gangopadhyay" userId="5fbd9f87-0a98-489d-9d45-82abac52020a" providerId="ADAL" clId="{4ACBC6C6-645A-4BB1-96CC-1A36D3AF8CF8}" dt="2025-02-22T02:42:40.729" v="7" actId="478"/>
          <ac:inkMkLst>
            <pc:docMk/>
            <pc:sldMk cId="202196332" sldId="300"/>
            <ac:inkMk id="111" creationId="{1F668F85-EF85-4C3F-80E0-1662EF88BA04}"/>
          </ac:inkMkLst>
        </pc:inkChg>
        <pc:inkChg chg="del">
          <ac:chgData name="Dr.Sugata Gangopadhyay" userId="5fbd9f87-0a98-489d-9d45-82abac52020a" providerId="ADAL" clId="{4ACBC6C6-645A-4BB1-96CC-1A36D3AF8CF8}" dt="2025-02-22T02:42:40.729" v="7" actId="478"/>
          <ac:inkMkLst>
            <pc:docMk/>
            <pc:sldMk cId="202196332" sldId="300"/>
            <ac:inkMk id="112" creationId="{3FAC871D-C029-48DF-B4FF-38B02407C401}"/>
          </ac:inkMkLst>
        </pc:inkChg>
        <pc:inkChg chg="add del">
          <ac:chgData name="Dr.Sugata Gangopadhyay" userId="5fbd9f87-0a98-489d-9d45-82abac52020a" providerId="ADAL" clId="{4ACBC6C6-645A-4BB1-96CC-1A36D3AF8CF8}" dt="2025-02-22T03:03:49.135" v="307"/>
          <ac:inkMkLst>
            <pc:docMk/>
            <pc:sldMk cId="202196332" sldId="300"/>
            <ac:inkMk id="113" creationId="{DAFA87F2-24A1-45F8-AD29-FB7309F75DBB}"/>
          </ac:inkMkLst>
        </pc:inkChg>
        <pc:inkChg chg="add del">
          <ac:chgData name="Dr.Sugata Gangopadhyay" userId="5fbd9f87-0a98-489d-9d45-82abac52020a" providerId="ADAL" clId="{4ACBC6C6-645A-4BB1-96CC-1A36D3AF8CF8}" dt="2025-02-22T03:03:49.135" v="307"/>
          <ac:inkMkLst>
            <pc:docMk/>
            <pc:sldMk cId="202196332" sldId="300"/>
            <ac:inkMk id="114" creationId="{8861780F-99FB-4622-84F6-15D3FC9B0F1D}"/>
          </ac:inkMkLst>
        </pc:inkChg>
        <pc:inkChg chg="add del">
          <ac:chgData name="Dr.Sugata Gangopadhyay" userId="5fbd9f87-0a98-489d-9d45-82abac52020a" providerId="ADAL" clId="{4ACBC6C6-645A-4BB1-96CC-1A36D3AF8CF8}" dt="2025-02-22T03:03:49.135" v="307"/>
          <ac:inkMkLst>
            <pc:docMk/>
            <pc:sldMk cId="202196332" sldId="300"/>
            <ac:inkMk id="115" creationId="{FA321DE2-D6EC-4634-9C80-739F2D47D7A0}"/>
          </ac:inkMkLst>
        </pc:inkChg>
        <pc:inkChg chg="add del">
          <ac:chgData name="Dr.Sugata Gangopadhyay" userId="5fbd9f87-0a98-489d-9d45-82abac52020a" providerId="ADAL" clId="{4ACBC6C6-645A-4BB1-96CC-1A36D3AF8CF8}" dt="2025-02-22T03:03:49.135" v="307"/>
          <ac:inkMkLst>
            <pc:docMk/>
            <pc:sldMk cId="202196332" sldId="300"/>
            <ac:inkMk id="116" creationId="{8280C39B-3CDD-4B89-8CEB-B40E28CA6FC1}"/>
          </ac:inkMkLst>
        </pc:inkChg>
        <pc:inkChg chg="add del">
          <ac:chgData name="Dr.Sugata Gangopadhyay" userId="5fbd9f87-0a98-489d-9d45-82abac52020a" providerId="ADAL" clId="{4ACBC6C6-645A-4BB1-96CC-1A36D3AF8CF8}" dt="2025-02-22T03:03:49.135" v="307"/>
          <ac:inkMkLst>
            <pc:docMk/>
            <pc:sldMk cId="202196332" sldId="300"/>
            <ac:inkMk id="117" creationId="{0630F6A0-0A6B-409D-A272-5EDC9349083F}"/>
          </ac:inkMkLst>
        </pc:inkChg>
        <pc:inkChg chg="add">
          <ac:chgData name="Dr.Sugata Gangopadhyay" userId="5fbd9f87-0a98-489d-9d45-82abac52020a" providerId="ADAL" clId="{4ACBC6C6-645A-4BB1-96CC-1A36D3AF8CF8}" dt="2025-02-22T03:03:44.927" v="303"/>
          <ac:inkMkLst>
            <pc:docMk/>
            <pc:sldMk cId="202196332" sldId="300"/>
            <ac:inkMk id="118" creationId="{63987742-68C2-4B02-A63C-DD62285AAB93}"/>
          </ac:inkMkLst>
        </pc:inkChg>
        <pc:inkChg chg="add">
          <ac:chgData name="Dr.Sugata Gangopadhyay" userId="5fbd9f87-0a98-489d-9d45-82abac52020a" providerId="ADAL" clId="{4ACBC6C6-645A-4BB1-96CC-1A36D3AF8CF8}" dt="2025-02-22T03:03:45.754" v="304"/>
          <ac:inkMkLst>
            <pc:docMk/>
            <pc:sldMk cId="202196332" sldId="300"/>
            <ac:inkMk id="119" creationId="{F08CBE48-D837-4A2F-A818-CD6744A4546F}"/>
          </ac:inkMkLst>
        </pc:inkChg>
        <pc:inkChg chg="add del">
          <ac:chgData name="Dr.Sugata Gangopadhyay" userId="5fbd9f87-0a98-489d-9d45-82abac52020a" providerId="ADAL" clId="{4ACBC6C6-645A-4BB1-96CC-1A36D3AF8CF8}" dt="2025-02-22T03:03:49.135" v="307"/>
          <ac:inkMkLst>
            <pc:docMk/>
            <pc:sldMk cId="202196332" sldId="300"/>
            <ac:inkMk id="120" creationId="{430F5F8E-7787-4936-AB96-0CEBA1C8607C}"/>
          </ac:inkMkLst>
        </pc:inkChg>
        <pc:inkChg chg="add del">
          <ac:chgData name="Dr.Sugata Gangopadhyay" userId="5fbd9f87-0a98-489d-9d45-82abac52020a" providerId="ADAL" clId="{4ACBC6C6-645A-4BB1-96CC-1A36D3AF8CF8}" dt="2025-02-22T03:03:49.135" v="307"/>
          <ac:inkMkLst>
            <pc:docMk/>
            <pc:sldMk cId="202196332" sldId="300"/>
            <ac:inkMk id="121" creationId="{374AAC3D-1F03-47E1-B08B-8BCD6CF2D6FD}"/>
          </ac:inkMkLst>
        </pc:inkChg>
        <pc:inkChg chg="add">
          <ac:chgData name="Dr.Sugata Gangopadhyay" userId="5fbd9f87-0a98-489d-9d45-82abac52020a" providerId="ADAL" clId="{4ACBC6C6-645A-4BB1-96CC-1A36D3AF8CF8}" dt="2025-02-22T03:03:49.135" v="307"/>
          <ac:inkMkLst>
            <pc:docMk/>
            <pc:sldMk cId="202196332" sldId="300"/>
            <ac:inkMk id="122" creationId="{15F750BD-262F-4699-AC34-4102B284FACB}"/>
          </ac:inkMkLst>
        </pc:inkChg>
        <pc:inkChg chg="add">
          <ac:chgData name="Dr.Sugata Gangopadhyay" userId="5fbd9f87-0a98-489d-9d45-82abac52020a" providerId="ADAL" clId="{4ACBC6C6-645A-4BB1-96CC-1A36D3AF8CF8}" dt="2025-02-22T03:03:49.135" v="307"/>
          <ac:inkMkLst>
            <pc:docMk/>
            <pc:sldMk cId="202196332" sldId="300"/>
            <ac:inkMk id="123" creationId="{523826C0-2420-4E10-BED3-008F677B6196}"/>
          </ac:inkMkLst>
        </pc:inkChg>
        <pc:inkChg chg="add">
          <ac:chgData name="Dr.Sugata Gangopadhyay" userId="5fbd9f87-0a98-489d-9d45-82abac52020a" providerId="ADAL" clId="{4ACBC6C6-645A-4BB1-96CC-1A36D3AF8CF8}" dt="2025-02-22T03:03:49.135" v="307"/>
          <ac:inkMkLst>
            <pc:docMk/>
            <pc:sldMk cId="202196332" sldId="300"/>
            <ac:inkMk id="124" creationId="{3733050F-4FC4-4555-84BA-D3961039F1EF}"/>
          </ac:inkMkLst>
        </pc:inkChg>
        <pc:inkChg chg="add del">
          <ac:chgData name="Dr.Sugata Gangopadhyay" userId="5fbd9f87-0a98-489d-9d45-82abac52020a" providerId="ADAL" clId="{4ACBC6C6-645A-4BB1-96CC-1A36D3AF8CF8}" dt="2025-02-22T03:03:52.684" v="311"/>
          <ac:inkMkLst>
            <pc:docMk/>
            <pc:sldMk cId="202196332" sldId="300"/>
            <ac:inkMk id="125" creationId="{DB0BE65C-91CC-42B0-A3F5-9F33AC061205}"/>
          </ac:inkMkLst>
        </pc:inkChg>
        <pc:inkChg chg="del">
          <ac:chgData name="Dr.Sugata Gangopadhyay" userId="5fbd9f87-0a98-489d-9d45-82abac52020a" providerId="ADAL" clId="{4ACBC6C6-645A-4BB1-96CC-1A36D3AF8CF8}" dt="2025-02-22T02:42:40.729" v="7" actId="478"/>
          <ac:inkMkLst>
            <pc:docMk/>
            <pc:sldMk cId="202196332" sldId="300"/>
            <ac:inkMk id="126" creationId="{43E8B17F-36E4-4C02-AD0A-C06423E494FC}"/>
          </ac:inkMkLst>
        </pc:inkChg>
        <pc:inkChg chg="del">
          <ac:chgData name="Dr.Sugata Gangopadhyay" userId="5fbd9f87-0a98-489d-9d45-82abac52020a" providerId="ADAL" clId="{4ACBC6C6-645A-4BB1-96CC-1A36D3AF8CF8}" dt="2025-02-22T02:42:40.729" v="7" actId="478"/>
          <ac:inkMkLst>
            <pc:docMk/>
            <pc:sldMk cId="202196332" sldId="300"/>
            <ac:inkMk id="127" creationId="{5D3C220D-238D-47D1-9E13-592FF240BFE2}"/>
          </ac:inkMkLst>
        </pc:inkChg>
        <pc:inkChg chg="del">
          <ac:chgData name="Dr.Sugata Gangopadhyay" userId="5fbd9f87-0a98-489d-9d45-82abac52020a" providerId="ADAL" clId="{4ACBC6C6-645A-4BB1-96CC-1A36D3AF8CF8}" dt="2025-02-22T02:42:40.729" v="7" actId="478"/>
          <ac:inkMkLst>
            <pc:docMk/>
            <pc:sldMk cId="202196332" sldId="300"/>
            <ac:inkMk id="128" creationId="{A167F936-FBAA-4820-9D8B-43A16B7E015B}"/>
          </ac:inkMkLst>
        </pc:inkChg>
        <pc:inkChg chg="add del">
          <ac:chgData name="Dr.Sugata Gangopadhyay" userId="5fbd9f87-0a98-489d-9d45-82abac52020a" providerId="ADAL" clId="{4ACBC6C6-645A-4BB1-96CC-1A36D3AF8CF8}" dt="2025-02-22T03:03:52.684" v="311"/>
          <ac:inkMkLst>
            <pc:docMk/>
            <pc:sldMk cId="202196332" sldId="300"/>
            <ac:inkMk id="129" creationId="{56BEB926-D7BA-4D66-AA97-56EC037B45D0}"/>
          </ac:inkMkLst>
        </pc:inkChg>
        <pc:inkChg chg="add del">
          <ac:chgData name="Dr.Sugata Gangopadhyay" userId="5fbd9f87-0a98-489d-9d45-82abac52020a" providerId="ADAL" clId="{4ACBC6C6-645A-4BB1-96CC-1A36D3AF8CF8}" dt="2025-02-22T03:03:52.684" v="311"/>
          <ac:inkMkLst>
            <pc:docMk/>
            <pc:sldMk cId="202196332" sldId="300"/>
            <ac:inkMk id="130" creationId="{1E680464-126C-4916-9ABE-7E11748C2A58}"/>
          </ac:inkMkLst>
        </pc:inkChg>
        <pc:inkChg chg="del">
          <ac:chgData name="Dr.Sugata Gangopadhyay" userId="5fbd9f87-0a98-489d-9d45-82abac52020a" providerId="ADAL" clId="{4ACBC6C6-645A-4BB1-96CC-1A36D3AF8CF8}" dt="2025-02-22T02:42:40.729" v="7" actId="478"/>
          <ac:inkMkLst>
            <pc:docMk/>
            <pc:sldMk cId="202196332" sldId="300"/>
            <ac:inkMk id="131" creationId="{D6FCDA25-31E0-4C25-AB92-40695864B3E6}"/>
          </ac:inkMkLst>
        </pc:inkChg>
        <pc:inkChg chg="add del">
          <ac:chgData name="Dr.Sugata Gangopadhyay" userId="5fbd9f87-0a98-489d-9d45-82abac52020a" providerId="ADAL" clId="{4ACBC6C6-645A-4BB1-96CC-1A36D3AF8CF8}" dt="2025-02-22T03:03:56.655" v="315"/>
          <ac:inkMkLst>
            <pc:docMk/>
            <pc:sldMk cId="202196332" sldId="300"/>
            <ac:inkMk id="132" creationId="{9A6F1D89-6E67-4DE5-B5EE-9C610BE47A97}"/>
          </ac:inkMkLst>
        </pc:inkChg>
        <pc:inkChg chg="add del">
          <ac:chgData name="Dr.Sugata Gangopadhyay" userId="5fbd9f87-0a98-489d-9d45-82abac52020a" providerId="ADAL" clId="{4ACBC6C6-645A-4BB1-96CC-1A36D3AF8CF8}" dt="2025-02-22T03:03:56.655" v="315"/>
          <ac:inkMkLst>
            <pc:docMk/>
            <pc:sldMk cId="202196332" sldId="300"/>
            <ac:inkMk id="133" creationId="{2F6E5588-BFDE-4A87-AB5C-A1EF667C475C}"/>
          </ac:inkMkLst>
        </pc:inkChg>
        <pc:inkChg chg="add del">
          <ac:chgData name="Dr.Sugata Gangopadhyay" userId="5fbd9f87-0a98-489d-9d45-82abac52020a" providerId="ADAL" clId="{4ACBC6C6-645A-4BB1-96CC-1A36D3AF8CF8}" dt="2025-02-22T03:03:56.655" v="315"/>
          <ac:inkMkLst>
            <pc:docMk/>
            <pc:sldMk cId="202196332" sldId="300"/>
            <ac:inkMk id="134" creationId="{ADAC3C97-43D7-4441-80BB-CF4808EB3CAB}"/>
          </ac:inkMkLst>
        </pc:inkChg>
        <pc:inkChg chg="add del">
          <ac:chgData name="Dr.Sugata Gangopadhyay" userId="5fbd9f87-0a98-489d-9d45-82abac52020a" providerId="ADAL" clId="{4ACBC6C6-645A-4BB1-96CC-1A36D3AF8CF8}" dt="2025-02-22T03:03:56.655" v="315"/>
          <ac:inkMkLst>
            <pc:docMk/>
            <pc:sldMk cId="202196332" sldId="300"/>
            <ac:inkMk id="135" creationId="{8D1A6DE2-472C-41F5-9468-2F13DCC6E432}"/>
          </ac:inkMkLst>
        </pc:inkChg>
        <pc:inkChg chg="add">
          <ac:chgData name="Dr.Sugata Gangopadhyay" userId="5fbd9f87-0a98-489d-9d45-82abac52020a" providerId="ADAL" clId="{4ACBC6C6-645A-4BB1-96CC-1A36D3AF8CF8}" dt="2025-02-22T03:03:56.655" v="315"/>
          <ac:inkMkLst>
            <pc:docMk/>
            <pc:sldMk cId="202196332" sldId="300"/>
            <ac:inkMk id="136" creationId="{94AB2DE7-CAB9-4FF9-8DC6-58E49A8D894B}"/>
          </ac:inkMkLst>
        </pc:inkChg>
        <pc:inkChg chg="add">
          <ac:chgData name="Dr.Sugata Gangopadhyay" userId="5fbd9f87-0a98-489d-9d45-82abac52020a" providerId="ADAL" clId="{4ACBC6C6-645A-4BB1-96CC-1A36D3AF8CF8}" dt="2025-02-22T03:03:56.655" v="315"/>
          <ac:inkMkLst>
            <pc:docMk/>
            <pc:sldMk cId="202196332" sldId="300"/>
            <ac:inkMk id="137" creationId="{B8754CA4-A0FC-4DBC-8ACE-1E4570B81156}"/>
          </ac:inkMkLst>
        </pc:inkChg>
        <pc:inkChg chg="del">
          <ac:chgData name="Dr.Sugata Gangopadhyay" userId="5fbd9f87-0a98-489d-9d45-82abac52020a" providerId="ADAL" clId="{4ACBC6C6-645A-4BB1-96CC-1A36D3AF8CF8}" dt="2025-02-22T02:42:40.729" v="7" actId="478"/>
          <ac:inkMkLst>
            <pc:docMk/>
            <pc:sldMk cId="202196332" sldId="300"/>
            <ac:inkMk id="138" creationId="{75F0E17D-38E7-4B72-81E7-795F0FE555A5}"/>
          </ac:inkMkLst>
        </pc:inkChg>
        <pc:inkChg chg="del">
          <ac:chgData name="Dr.Sugata Gangopadhyay" userId="5fbd9f87-0a98-489d-9d45-82abac52020a" providerId="ADAL" clId="{4ACBC6C6-645A-4BB1-96CC-1A36D3AF8CF8}" dt="2025-02-22T02:42:40.729" v="7" actId="478"/>
          <ac:inkMkLst>
            <pc:docMk/>
            <pc:sldMk cId="202196332" sldId="300"/>
            <ac:inkMk id="139" creationId="{14919218-0C07-487C-AD09-815C65583BBC}"/>
          </ac:inkMkLst>
        </pc:inkChg>
        <pc:inkChg chg="del">
          <ac:chgData name="Dr.Sugata Gangopadhyay" userId="5fbd9f87-0a98-489d-9d45-82abac52020a" providerId="ADAL" clId="{4ACBC6C6-645A-4BB1-96CC-1A36D3AF8CF8}" dt="2025-02-22T02:42:40.729" v="7" actId="478"/>
          <ac:inkMkLst>
            <pc:docMk/>
            <pc:sldMk cId="202196332" sldId="300"/>
            <ac:inkMk id="140" creationId="{3412AE79-8CE8-4348-AD22-00E25F6F4A30}"/>
          </ac:inkMkLst>
        </pc:inkChg>
        <pc:inkChg chg="add del">
          <ac:chgData name="Dr.Sugata Gangopadhyay" userId="5fbd9f87-0a98-489d-9d45-82abac52020a" providerId="ADAL" clId="{4ACBC6C6-645A-4BB1-96CC-1A36D3AF8CF8}" dt="2025-02-22T03:04:05.960" v="328"/>
          <ac:inkMkLst>
            <pc:docMk/>
            <pc:sldMk cId="202196332" sldId="300"/>
            <ac:inkMk id="141" creationId="{3414B411-DAE3-4532-922D-D5DF7A77B47A}"/>
          </ac:inkMkLst>
        </pc:inkChg>
        <pc:inkChg chg="add del">
          <ac:chgData name="Dr.Sugata Gangopadhyay" userId="5fbd9f87-0a98-489d-9d45-82abac52020a" providerId="ADAL" clId="{4ACBC6C6-645A-4BB1-96CC-1A36D3AF8CF8}" dt="2025-02-22T03:04:05.960" v="328"/>
          <ac:inkMkLst>
            <pc:docMk/>
            <pc:sldMk cId="202196332" sldId="300"/>
            <ac:inkMk id="142" creationId="{07D60F4C-035F-4FE9-A386-9866E2D66B05}"/>
          </ac:inkMkLst>
        </pc:inkChg>
        <pc:inkChg chg="add del">
          <ac:chgData name="Dr.Sugata Gangopadhyay" userId="5fbd9f87-0a98-489d-9d45-82abac52020a" providerId="ADAL" clId="{4ACBC6C6-645A-4BB1-96CC-1A36D3AF8CF8}" dt="2025-02-22T03:04:05.960" v="328"/>
          <ac:inkMkLst>
            <pc:docMk/>
            <pc:sldMk cId="202196332" sldId="300"/>
            <ac:inkMk id="143" creationId="{BE798A36-B398-49FA-8116-18F06A8BAF36}"/>
          </ac:inkMkLst>
        </pc:inkChg>
        <pc:inkChg chg="add del">
          <ac:chgData name="Dr.Sugata Gangopadhyay" userId="5fbd9f87-0a98-489d-9d45-82abac52020a" providerId="ADAL" clId="{4ACBC6C6-645A-4BB1-96CC-1A36D3AF8CF8}" dt="2025-02-22T03:04:05.960" v="328"/>
          <ac:inkMkLst>
            <pc:docMk/>
            <pc:sldMk cId="202196332" sldId="300"/>
            <ac:inkMk id="144" creationId="{9A85F4D4-C230-4EDA-9326-EA0901817374}"/>
          </ac:inkMkLst>
        </pc:inkChg>
        <pc:inkChg chg="add del">
          <ac:chgData name="Dr.Sugata Gangopadhyay" userId="5fbd9f87-0a98-489d-9d45-82abac52020a" providerId="ADAL" clId="{4ACBC6C6-645A-4BB1-96CC-1A36D3AF8CF8}" dt="2025-02-22T03:04:05.960" v="328"/>
          <ac:inkMkLst>
            <pc:docMk/>
            <pc:sldMk cId="202196332" sldId="300"/>
            <ac:inkMk id="145" creationId="{09303D62-E978-4B8B-A63C-5615B01FF61C}"/>
          </ac:inkMkLst>
        </pc:inkChg>
        <pc:inkChg chg="add del">
          <ac:chgData name="Dr.Sugata Gangopadhyay" userId="5fbd9f87-0a98-489d-9d45-82abac52020a" providerId="ADAL" clId="{4ACBC6C6-645A-4BB1-96CC-1A36D3AF8CF8}" dt="2025-02-22T03:04:05.960" v="328"/>
          <ac:inkMkLst>
            <pc:docMk/>
            <pc:sldMk cId="202196332" sldId="300"/>
            <ac:inkMk id="146" creationId="{E516F369-8FFD-4785-8C7E-26749D920D96}"/>
          </ac:inkMkLst>
        </pc:inkChg>
        <pc:inkChg chg="add del">
          <ac:chgData name="Dr.Sugata Gangopadhyay" userId="5fbd9f87-0a98-489d-9d45-82abac52020a" providerId="ADAL" clId="{4ACBC6C6-645A-4BB1-96CC-1A36D3AF8CF8}" dt="2025-02-22T03:04:05.960" v="328"/>
          <ac:inkMkLst>
            <pc:docMk/>
            <pc:sldMk cId="202196332" sldId="300"/>
            <ac:inkMk id="147" creationId="{D2D4944E-B5A0-4AC2-8649-623549D34152}"/>
          </ac:inkMkLst>
        </pc:inkChg>
        <pc:inkChg chg="del">
          <ac:chgData name="Dr.Sugata Gangopadhyay" userId="5fbd9f87-0a98-489d-9d45-82abac52020a" providerId="ADAL" clId="{4ACBC6C6-645A-4BB1-96CC-1A36D3AF8CF8}" dt="2025-02-22T02:42:40.729" v="7" actId="478"/>
          <ac:inkMkLst>
            <pc:docMk/>
            <pc:sldMk cId="202196332" sldId="300"/>
            <ac:inkMk id="148" creationId="{1B66C7EE-00D6-4C29-95A5-FF01847A3EAC}"/>
          </ac:inkMkLst>
        </pc:inkChg>
        <pc:inkChg chg="add del">
          <ac:chgData name="Dr.Sugata Gangopadhyay" userId="5fbd9f87-0a98-489d-9d45-82abac52020a" providerId="ADAL" clId="{4ACBC6C6-645A-4BB1-96CC-1A36D3AF8CF8}" dt="2025-02-22T03:04:05.960" v="328"/>
          <ac:inkMkLst>
            <pc:docMk/>
            <pc:sldMk cId="202196332" sldId="300"/>
            <ac:inkMk id="149" creationId="{BE6BFBBC-DCFE-4526-887D-0214C89E7EEE}"/>
          </ac:inkMkLst>
        </pc:inkChg>
        <pc:inkChg chg="add">
          <ac:chgData name="Dr.Sugata Gangopadhyay" userId="5fbd9f87-0a98-489d-9d45-82abac52020a" providerId="ADAL" clId="{4ACBC6C6-645A-4BB1-96CC-1A36D3AF8CF8}" dt="2025-02-22T03:04:03.255" v="324"/>
          <ac:inkMkLst>
            <pc:docMk/>
            <pc:sldMk cId="202196332" sldId="300"/>
            <ac:inkMk id="150" creationId="{94BFA53D-1A11-45EB-A5AB-C81C6B2F792E}"/>
          </ac:inkMkLst>
        </pc:inkChg>
        <pc:inkChg chg="add del">
          <ac:chgData name="Dr.Sugata Gangopadhyay" userId="5fbd9f87-0a98-489d-9d45-82abac52020a" providerId="ADAL" clId="{4ACBC6C6-645A-4BB1-96CC-1A36D3AF8CF8}" dt="2025-02-22T03:04:05.960" v="328"/>
          <ac:inkMkLst>
            <pc:docMk/>
            <pc:sldMk cId="202196332" sldId="300"/>
            <ac:inkMk id="151" creationId="{69DDC57C-A71C-4C9A-A924-884D5AF10F13}"/>
          </ac:inkMkLst>
        </pc:inkChg>
        <pc:inkChg chg="add del">
          <ac:chgData name="Dr.Sugata Gangopadhyay" userId="5fbd9f87-0a98-489d-9d45-82abac52020a" providerId="ADAL" clId="{4ACBC6C6-645A-4BB1-96CC-1A36D3AF8CF8}" dt="2025-02-22T03:04:05.960" v="328"/>
          <ac:inkMkLst>
            <pc:docMk/>
            <pc:sldMk cId="202196332" sldId="300"/>
            <ac:inkMk id="152" creationId="{8EAEAE11-BF7B-4268-B22E-639E2601732E}"/>
          </ac:inkMkLst>
        </pc:inkChg>
        <pc:inkChg chg="del">
          <ac:chgData name="Dr.Sugata Gangopadhyay" userId="5fbd9f87-0a98-489d-9d45-82abac52020a" providerId="ADAL" clId="{4ACBC6C6-645A-4BB1-96CC-1A36D3AF8CF8}" dt="2025-02-22T02:42:40.729" v="7" actId="478"/>
          <ac:inkMkLst>
            <pc:docMk/>
            <pc:sldMk cId="202196332" sldId="300"/>
            <ac:inkMk id="153" creationId="{591D1F57-166B-45B7-B0AD-C9A7DE5E60F1}"/>
          </ac:inkMkLst>
        </pc:inkChg>
        <pc:inkChg chg="del">
          <ac:chgData name="Dr.Sugata Gangopadhyay" userId="5fbd9f87-0a98-489d-9d45-82abac52020a" providerId="ADAL" clId="{4ACBC6C6-645A-4BB1-96CC-1A36D3AF8CF8}" dt="2025-02-22T02:42:40.729" v="7" actId="478"/>
          <ac:inkMkLst>
            <pc:docMk/>
            <pc:sldMk cId="202196332" sldId="300"/>
            <ac:inkMk id="154" creationId="{3DB327CE-4C71-4527-9560-7C7A62CCEBAD}"/>
          </ac:inkMkLst>
        </pc:inkChg>
        <pc:inkChg chg="del">
          <ac:chgData name="Dr.Sugata Gangopadhyay" userId="5fbd9f87-0a98-489d-9d45-82abac52020a" providerId="ADAL" clId="{4ACBC6C6-645A-4BB1-96CC-1A36D3AF8CF8}" dt="2025-02-22T02:42:40.729" v="7" actId="478"/>
          <ac:inkMkLst>
            <pc:docMk/>
            <pc:sldMk cId="202196332" sldId="300"/>
            <ac:inkMk id="155" creationId="{52CEFEB7-D985-4F8D-B957-BBF19E44F9ED}"/>
          </ac:inkMkLst>
        </pc:inkChg>
        <pc:inkChg chg="del">
          <ac:chgData name="Dr.Sugata Gangopadhyay" userId="5fbd9f87-0a98-489d-9d45-82abac52020a" providerId="ADAL" clId="{4ACBC6C6-645A-4BB1-96CC-1A36D3AF8CF8}" dt="2025-02-22T02:42:40.729" v="7" actId="478"/>
          <ac:inkMkLst>
            <pc:docMk/>
            <pc:sldMk cId="202196332" sldId="300"/>
            <ac:inkMk id="156" creationId="{29411278-0813-46EB-8C7C-596E239F75C5}"/>
          </ac:inkMkLst>
        </pc:inkChg>
        <pc:inkChg chg="add del">
          <ac:chgData name="Dr.Sugata Gangopadhyay" userId="5fbd9f87-0a98-489d-9d45-82abac52020a" providerId="ADAL" clId="{4ACBC6C6-645A-4BB1-96CC-1A36D3AF8CF8}" dt="2025-02-22T03:04:16.929" v="346"/>
          <ac:inkMkLst>
            <pc:docMk/>
            <pc:sldMk cId="202196332" sldId="300"/>
            <ac:inkMk id="157" creationId="{7EBF58D3-A36A-4811-A8F7-0E6B4026FBCF}"/>
          </ac:inkMkLst>
        </pc:inkChg>
        <pc:inkChg chg="add">
          <ac:chgData name="Dr.Sugata Gangopadhyay" userId="5fbd9f87-0a98-489d-9d45-82abac52020a" providerId="ADAL" clId="{4ACBC6C6-645A-4BB1-96CC-1A36D3AF8CF8}" dt="2025-02-22T03:04:05.960" v="328"/>
          <ac:inkMkLst>
            <pc:docMk/>
            <pc:sldMk cId="202196332" sldId="300"/>
            <ac:inkMk id="158" creationId="{FE55A5A4-72AD-4B60-9DA7-3C3EFE1AE606}"/>
          </ac:inkMkLst>
        </pc:inkChg>
        <pc:inkChg chg="add">
          <ac:chgData name="Dr.Sugata Gangopadhyay" userId="5fbd9f87-0a98-489d-9d45-82abac52020a" providerId="ADAL" clId="{4ACBC6C6-645A-4BB1-96CC-1A36D3AF8CF8}" dt="2025-02-22T03:04:05.960" v="328"/>
          <ac:inkMkLst>
            <pc:docMk/>
            <pc:sldMk cId="202196332" sldId="300"/>
            <ac:inkMk id="159" creationId="{008E9429-67CE-4E44-B900-F088279573C7}"/>
          </ac:inkMkLst>
        </pc:inkChg>
        <pc:inkChg chg="add del">
          <ac:chgData name="Dr.Sugata Gangopadhyay" userId="5fbd9f87-0a98-489d-9d45-82abac52020a" providerId="ADAL" clId="{4ACBC6C6-645A-4BB1-96CC-1A36D3AF8CF8}" dt="2025-02-22T03:04:05.960" v="328"/>
          <ac:inkMkLst>
            <pc:docMk/>
            <pc:sldMk cId="202196332" sldId="300"/>
            <ac:inkMk id="160" creationId="{14C09C05-E053-48D8-A33F-F18B794F3E63}"/>
          </ac:inkMkLst>
        </pc:inkChg>
        <pc:inkChg chg="add">
          <ac:chgData name="Dr.Sugata Gangopadhyay" userId="5fbd9f87-0a98-489d-9d45-82abac52020a" providerId="ADAL" clId="{4ACBC6C6-645A-4BB1-96CC-1A36D3AF8CF8}" dt="2025-02-22T03:04:05.960" v="328"/>
          <ac:inkMkLst>
            <pc:docMk/>
            <pc:sldMk cId="202196332" sldId="300"/>
            <ac:inkMk id="161" creationId="{6141474F-2202-488E-BCEF-0B3D87D0AD3F}"/>
          </ac:inkMkLst>
        </pc:inkChg>
        <pc:inkChg chg="add">
          <ac:chgData name="Dr.Sugata Gangopadhyay" userId="5fbd9f87-0a98-489d-9d45-82abac52020a" providerId="ADAL" clId="{4ACBC6C6-645A-4BB1-96CC-1A36D3AF8CF8}" dt="2025-02-22T03:04:05.960" v="328"/>
          <ac:inkMkLst>
            <pc:docMk/>
            <pc:sldMk cId="202196332" sldId="300"/>
            <ac:inkMk id="162" creationId="{D175DCA2-7FD2-4DF7-A20C-6AD8A59D86F8}"/>
          </ac:inkMkLst>
        </pc:inkChg>
        <pc:inkChg chg="add del">
          <ac:chgData name="Dr.Sugata Gangopadhyay" userId="5fbd9f87-0a98-489d-9d45-82abac52020a" providerId="ADAL" clId="{4ACBC6C6-645A-4BB1-96CC-1A36D3AF8CF8}" dt="2025-02-22T03:04:16.929" v="346"/>
          <ac:inkMkLst>
            <pc:docMk/>
            <pc:sldMk cId="202196332" sldId="300"/>
            <ac:inkMk id="163" creationId="{43E505FF-8F75-4573-AD10-0C4E960D48C1}"/>
          </ac:inkMkLst>
        </pc:inkChg>
        <pc:inkChg chg="add del">
          <ac:chgData name="Dr.Sugata Gangopadhyay" userId="5fbd9f87-0a98-489d-9d45-82abac52020a" providerId="ADAL" clId="{4ACBC6C6-645A-4BB1-96CC-1A36D3AF8CF8}" dt="2025-02-22T03:04:16.929" v="346"/>
          <ac:inkMkLst>
            <pc:docMk/>
            <pc:sldMk cId="202196332" sldId="300"/>
            <ac:inkMk id="164" creationId="{A1BB6B5A-E17E-40AD-AA1F-FD96C1B3C62A}"/>
          </ac:inkMkLst>
        </pc:inkChg>
        <pc:inkChg chg="add del">
          <ac:chgData name="Dr.Sugata Gangopadhyay" userId="5fbd9f87-0a98-489d-9d45-82abac52020a" providerId="ADAL" clId="{4ACBC6C6-645A-4BB1-96CC-1A36D3AF8CF8}" dt="2025-02-22T03:04:16.929" v="346"/>
          <ac:inkMkLst>
            <pc:docMk/>
            <pc:sldMk cId="202196332" sldId="300"/>
            <ac:inkMk id="165" creationId="{3B9F678C-ADCE-4661-9A28-75637120FA98}"/>
          </ac:inkMkLst>
        </pc:inkChg>
        <pc:inkChg chg="add del">
          <ac:chgData name="Dr.Sugata Gangopadhyay" userId="5fbd9f87-0a98-489d-9d45-82abac52020a" providerId="ADAL" clId="{4ACBC6C6-645A-4BB1-96CC-1A36D3AF8CF8}" dt="2025-02-22T03:04:16.929" v="346"/>
          <ac:inkMkLst>
            <pc:docMk/>
            <pc:sldMk cId="202196332" sldId="300"/>
            <ac:inkMk id="166" creationId="{9909FDEE-477E-4894-A204-34F05E790334}"/>
          </ac:inkMkLst>
        </pc:inkChg>
        <pc:inkChg chg="del">
          <ac:chgData name="Dr.Sugata Gangopadhyay" userId="5fbd9f87-0a98-489d-9d45-82abac52020a" providerId="ADAL" clId="{4ACBC6C6-645A-4BB1-96CC-1A36D3AF8CF8}" dt="2025-02-22T02:42:40.729" v="7" actId="478"/>
          <ac:inkMkLst>
            <pc:docMk/>
            <pc:sldMk cId="202196332" sldId="300"/>
            <ac:inkMk id="167" creationId="{5E6DFC39-466C-4F31-B542-C2BF3D895611}"/>
          </ac:inkMkLst>
        </pc:inkChg>
        <pc:inkChg chg="add del">
          <ac:chgData name="Dr.Sugata Gangopadhyay" userId="5fbd9f87-0a98-489d-9d45-82abac52020a" providerId="ADAL" clId="{4ACBC6C6-645A-4BB1-96CC-1A36D3AF8CF8}" dt="2025-02-22T03:04:16.929" v="346"/>
          <ac:inkMkLst>
            <pc:docMk/>
            <pc:sldMk cId="202196332" sldId="300"/>
            <ac:inkMk id="168" creationId="{99DCBB4B-9764-41D3-95F7-3981E1E49872}"/>
          </ac:inkMkLst>
        </pc:inkChg>
        <pc:inkChg chg="add">
          <ac:chgData name="Dr.Sugata Gangopadhyay" userId="5fbd9f87-0a98-489d-9d45-82abac52020a" providerId="ADAL" clId="{4ACBC6C6-645A-4BB1-96CC-1A36D3AF8CF8}" dt="2025-02-22T03:04:10.181" v="334"/>
          <ac:inkMkLst>
            <pc:docMk/>
            <pc:sldMk cId="202196332" sldId="300"/>
            <ac:inkMk id="169" creationId="{7173A37D-BF9A-426F-A000-6C213BABF3F7}"/>
          </ac:inkMkLst>
        </pc:inkChg>
        <pc:inkChg chg="add">
          <ac:chgData name="Dr.Sugata Gangopadhyay" userId="5fbd9f87-0a98-489d-9d45-82abac52020a" providerId="ADAL" clId="{4ACBC6C6-645A-4BB1-96CC-1A36D3AF8CF8}" dt="2025-02-22T03:04:10.429" v="335"/>
          <ac:inkMkLst>
            <pc:docMk/>
            <pc:sldMk cId="202196332" sldId="300"/>
            <ac:inkMk id="170" creationId="{2256685B-8A06-444C-983A-3506E5432227}"/>
          </ac:inkMkLst>
        </pc:inkChg>
        <pc:inkChg chg="add del">
          <ac:chgData name="Dr.Sugata Gangopadhyay" userId="5fbd9f87-0a98-489d-9d45-82abac52020a" providerId="ADAL" clId="{4ACBC6C6-645A-4BB1-96CC-1A36D3AF8CF8}" dt="2025-02-22T03:04:16.929" v="346"/>
          <ac:inkMkLst>
            <pc:docMk/>
            <pc:sldMk cId="202196332" sldId="300"/>
            <ac:inkMk id="171" creationId="{CB5F9FCA-6C58-4B91-8811-FA549B795E7D}"/>
          </ac:inkMkLst>
        </pc:inkChg>
        <pc:inkChg chg="add del">
          <ac:chgData name="Dr.Sugata Gangopadhyay" userId="5fbd9f87-0a98-489d-9d45-82abac52020a" providerId="ADAL" clId="{4ACBC6C6-645A-4BB1-96CC-1A36D3AF8CF8}" dt="2025-02-22T03:04:16.929" v="346"/>
          <ac:inkMkLst>
            <pc:docMk/>
            <pc:sldMk cId="202196332" sldId="300"/>
            <ac:inkMk id="172" creationId="{F720AE9A-3B10-48EF-ACB5-7DC4FDC09AF8}"/>
          </ac:inkMkLst>
        </pc:inkChg>
        <pc:inkChg chg="add del">
          <ac:chgData name="Dr.Sugata Gangopadhyay" userId="5fbd9f87-0a98-489d-9d45-82abac52020a" providerId="ADAL" clId="{4ACBC6C6-645A-4BB1-96CC-1A36D3AF8CF8}" dt="2025-02-22T03:04:16.929" v="346"/>
          <ac:inkMkLst>
            <pc:docMk/>
            <pc:sldMk cId="202196332" sldId="300"/>
            <ac:inkMk id="173" creationId="{34E87064-8A3D-4A3D-BC7A-560F7A3C913B}"/>
          </ac:inkMkLst>
        </pc:inkChg>
        <pc:inkChg chg="del">
          <ac:chgData name="Dr.Sugata Gangopadhyay" userId="5fbd9f87-0a98-489d-9d45-82abac52020a" providerId="ADAL" clId="{4ACBC6C6-645A-4BB1-96CC-1A36D3AF8CF8}" dt="2025-02-22T02:42:40.729" v="7" actId="478"/>
          <ac:inkMkLst>
            <pc:docMk/>
            <pc:sldMk cId="202196332" sldId="300"/>
            <ac:inkMk id="174" creationId="{BFD257F8-3C64-4A30-8152-A292B5DBD339}"/>
          </ac:inkMkLst>
        </pc:inkChg>
        <pc:inkChg chg="add del">
          <ac:chgData name="Dr.Sugata Gangopadhyay" userId="5fbd9f87-0a98-489d-9d45-82abac52020a" providerId="ADAL" clId="{4ACBC6C6-645A-4BB1-96CC-1A36D3AF8CF8}" dt="2025-02-22T03:04:16.929" v="346"/>
          <ac:inkMkLst>
            <pc:docMk/>
            <pc:sldMk cId="202196332" sldId="300"/>
            <ac:inkMk id="175" creationId="{2B29C9DD-18F1-4B74-AEBE-EDAF19557C68}"/>
          </ac:inkMkLst>
        </pc:inkChg>
        <pc:inkChg chg="add del">
          <ac:chgData name="Dr.Sugata Gangopadhyay" userId="5fbd9f87-0a98-489d-9d45-82abac52020a" providerId="ADAL" clId="{4ACBC6C6-645A-4BB1-96CC-1A36D3AF8CF8}" dt="2025-02-22T03:04:16.929" v="346"/>
          <ac:inkMkLst>
            <pc:docMk/>
            <pc:sldMk cId="202196332" sldId="300"/>
            <ac:inkMk id="176" creationId="{264264C5-1F05-422D-BC79-17FDF51A4271}"/>
          </ac:inkMkLst>
        </pc:inkChg>
        <pc:inkChg chg="add del">
          <ac:chgData name="Dr.Sugata Gangopadhyay" userId="5fbd9f87-0a98-489d-9d45-82abac52020a" providerId="ADAL" clId="{4ACBC6C6-645A-4BB1-96CC-1A36D3AF8CF8}" dt="2025-02-22T03:04:16.929" v="346"/>
          <ac:inkMkLst>
            <pc:docMk/>
            <pc:sldMk cId="202196332" sldId="300"/>
            <ac:inkMk id="177" creationId="{9EB026BB-155C-452E-AAF0-841951FBC8C1}"/>
          </ac:inkMkLst>
        </pc:inkChg>
        <pc:inkChg chg="add del">
          <ac:chgData name="Dr.Sugata Gangopadhyay" userId="5fbd9f87-0a98-489d-9d45-82abac52020a" providerId="ADAL" clId="{4ACBC6C6-645A-4BB1-96CC-1A36D3AF8CF8}" dt="2025-02-22T03:04:16.929" v="346"/>
          <ac:inkMkLst>
            <pc:docMk/>
            <pc:sldMk cId="202196332" sldId="300"/>
            <ac:inkMk id="178" creationId="{82498F55-9628-4A10-877C-3FB16EAF56C7}"/>
          </ac:inkMkLst>
        </pc:inkChg>
        <pc:inkChg chg="add del">
          <ac:chgData name="Dr.Sugata Gangopadhyay" userId="5fbd9f87-0a98-489d-9d45-82abac52020a" providerId="ADAL" clId="{4ACBC6C6-645A-4BB1-96CC-1A36D3AF8CF8}" dt="2025-02-22T03:04:16.929" v="346"/>
          <ac:inkMkLst>
            <pc:docMk/>
            <pc:sldMk cId="202196332" sldId="300"/>
            <ac:inkMk id="179" creationId="{F3190A4D-B5E9-47BC-8322-BEC34FECF2F9}"/>
          </ac:inkMkLst>
        </pc:inkChg>
        <pc:inkChg chg="add del">
          <ac:chgData name="Dr.Sugata Gangopadhyay" userId="5fbd9f87-0a98-489d-9d45-82abac52020a" providerId="ADAL" clId="{4ACBC6C6-645A-4BB1-96CC-1A36D3AF8CF8}" dt="2025-02-22T03:04:16.929" v="346"/>
          <ac:inkMkLst>
            <pc:docMk/>
            <pc:sldMk cId="202196332" sldId="300"/>
            <ac:inkMk id="180" creationId="{759EF5A0-5766-479A-87F2-066F9FB6CDA9}"/>
          </ac:inkMkLst>
        </pc:inkChg>
        <pc:inkChg chg="del">
          <ac:chgData name="Dr.Sugata Gangopadhyay" userId="5fbd9f87-0a98-489d-9d45-82abac52020a" providerId="ADAL" clId="{4ACBC6C6-645A-4BB1-96CC-1A36D3AF8CF8}" dt="2025-02-22T02:42:40.729" v="7" actId="478"/>
          <ac:inkMkLst>
            <pc:docMk/>
            <pc:sldMk cId="202196332" sldId="300"/>
            <ac:inkMk id="181" creationId="{C865F33C-7A0F-4347-92F9-5ABE9266F080}"/>
          </ac:inkMkLst>
        </pc:inkChg>
        <pc:inkChg chg="add">
          <ac:chgData name="Dr.Sugata Gangopadhyay" userId="5fbd9f87-0a98-489d-9d45-82abac52020a" providerId="ADAL" clId="{4ACBC6C6-645A-4BB1-96CC-1A36D3AF8CF8}" dt="2025-02-22T03:04:15.955" v="345"/>
          <ac:inkMkLst>
            <pc:docMk/>
            <pc:sldMk cId="202196332" sldId="300"/>
            <ac:inkMk id="182" creationId="{CC72F067-359B-48BA-B548-5ABAD83EBBD6}"/>
          </ac:inkMkLst>
        </pc:inkChg>
        <pc:inkChg chg="del">
          <ac:chgData name="Dr.Sugata Gangopadhyay" userId="5fbd9f87-0a98-489d-9d45-82abac52020a" providerId="ADAL" clId="{4ACBC6C6-645A-4BB1-96CC-1A36D3AF8CF8}" dt="2025-02-22T02:42:40.729" v="7" actId="478"/>
          <ac:inkMkLst>
            <pc:docMk/>
            <pc:sldMk cId="202196332" sldId="300"/>
            <ac:inkMk id="183" creationId="{7C20EA77-1ADA-4E54-BDED-E5A224343D95}"/>
          </ac:inkMkLst>
        </pc:inkChg>
        <pc:inkChg chg="add">
          <ac:chgData name="Dr.Sugata Gangopadhyay" userId="5fbd9f87-0a98-489d-9d45-82abac52020a" providerId="ADAL" clId="{4ACBC6C6-645A-4BB1-96CC-1A36D3AF8CF8}" dt="2025-02-22T03:04:16.929" v="346"/>
          <ac:inkMkLst>
            <pc:docMk/>
            <pc:sldMk cId="202196332" sldId="300"/>
            <ac:inkMk id="184" creationId="{834A66FD-DBB3-44E1-8F4B-ABAE5B54AAC5}"/>
          </ac:inkMkLst>
        </pc:inkChg>
        <pc:inkChg chg="add">
          <ac:chgData name="Dr.Sugata Gangopadhyay" userId="5fbd9f87-0a98-489d-9d45-82abac52020a" providerId="ADAL" clId="{4ACBC6C6-645A-4BB1-96CC-1A36D3AF8CF8}" dt="2025-02-22T03:04:16.929" v="346"/>
          <ac:inkMkLst>
            <pc:docMk/>
            <pc:sldMk cId="202196332" sldId="300"/>
            <ac:inkMk id="185" creationId="{015F122D-42DD-45A0-8251-37EAA0B8D109}"/>
          </ac:inkMkLst>
        </pc:inkChg>
        <pc:inkChg chg="add">
          <ac:chgData name="Dr.Sugata Gangopadhyay" userId="5fbd9f87-0a98-489d-9d45-82abac52020a" providerId="ADAL" clId="{4ACBC6C6-645A-4BB1-96CC-1A36D3AF8CF8}" dt="2025-02-22T03:04:16.929" v="346"/>
          <ac:inkMkLst>
            <pc:docMk/>
            <pc:sldMk cId="202196332" sldId="300"/>
            <ac:inkMk id="186" creationId="{2CE13495-BE8D-49CD-9A5E-89E41E814AD7}"/>
          </ac:inkMkLst>
        </pc:inkChg>
        <pc:inkChg chg="add">
          <ac:chgData name="Dr.Sugata Gangopadhyay" userId="5fbd9f87-0a98-489d-9d45-82abac52020a" providerId="ADAL" clId="{4ACBC6C6-645A-4BB1-96CC-1A36D3AF8CF8}" dt="2025-02-22T03:04:16.929" v="346"/>
          <ac:inkMkLst>
            <pc:docMk/>
            <pc:sldMk cId="202196332" sldId="300"/>
            <ac:inkMk id="187" creationId="{DE311C53-A2D8-43D8-A641-0CA9229996BF}"/>
          </ac:inkMkLst>
        </pc:inkChg>
        <pc:inkChg chg="add">
          <ac:chgData name="Dr.Sugata Gangopadhyay" userId="5fbd9f87-0a98-489d-9d45-82abac52020a" providerId="ADAL" clId="{4ACBC6C6-645A-4BB1-96CC-1A36D3AF8CF8}" dt="2025-02-22T03:04:16.929" v="346"/>
          <ac:inkMkLst>
            <pc:docMk/>
            <pc:sldMk cId="202196332" sldId="300"/>
            <ac:inkMk id="188" creationId="{05B80CDE-649C-43F4-B502-E7F9796F5F33}"/>
          </ac:inkMkLst>
        </pc:inkChg>
      </pc:sldChg>
      <pc:sldChg chg="addSp delSp">
        <pc:chgData name="Dr.Sugata Gangopadhyay" userId="5fbd9f87-0a98-489d-9d45-82abac52020a" providerId="ADAL" clId="{4ACBC6C6-645A-4BB1-96CC-1A36D3AF8CF8}" dt="2025-02-22T03:08:57.258" v="442"/>
        <pc:sldMkLst>
          <pc:docMk/>
          <pc:sldMk cId="3409389150" sldId="301"/>
        </pc:sldMkLst>
        <pc:inkChg chg="del">
          <ac:chgData name="Dr.Sugata Gangopadhyay" userId="5fbd9f87-0a98-489d-9d45-82abac52020a" providerId="ADAL" clId="{4ACBC6C6-645A-4BB1-96CC-1A36D3AF8CF8}" dt="2025-02-22T02:42:50.763" v="8" actId="478"/>
          <ac:inkMkLst>
            <pc:docMk/>
            <pc:sldMk cId="3409389150" sldId="301"/>
            <ac:inkMk id="4" creationId="{11F4D783-1838-4B1F-B239-FCCBD59923E4}"/>
          </ac:inkMkLst>
        </pc:inkChg>
        <pc:inkChg chg="add del">
          <ac:chgData name="Dr.Sugata Gangopadhyay" userId="5fbd9f87-0a98-489d-9d45-82abac52020a" providerId="ADAL" clId="{4ACBC6C6-645A-4BB1-96CC-1A36D3AF8CF8}" dt="2025-02-22T03:06:40.919" v="404"/>
          <ac:inkMkLst>
            <pc:docMk/>
            <pc:sldMk cId="3409389150" sldId="301"/>
            <ac:inkMk id="5" creationId="{9FA3AA55-FA6C-4B92-BA30-CFB9F4A70F82}"/>
          </ac:inkMkLst>
        </pc:inkChg>
        <pc:inkChg chg="add del">
          <ac:chgData name="Dr.Sugata Gangopadhyay" userId="5fbd9f87-0a98-489d-9d45-82abac52020a" providerId="ADAL" clId="{4ACBC6C6-645A-4BB1-96CC-1A36D3AF8CF8}" dt="2025-02-22T03:05:20.459" v="357"/>
          <ac:inkMkLst>
            <pc:docMk/>
            <pc:sldMk cId="3409389150" sldId="301"/>
            <ac:inkMk id="6" creationId="{FC0AC413-213F-4C01-B67B-852336F2928D}"/>
          </ac:inkMkLst>
        </pc:inkChg>
        <pc:inkChg chg="add del">
          <ac:chgData name="Dr.Sugata Gangopadhyay" userId="5fbd9f87-0a98-489d-9d45-82abac52020a" providerId="ADAL" clId="{4ACBC6C6-645A-4BB1-96CC-1A36D3AF8CF8}" dt="2025-02-22T03:05:20.459" v="357"/>
          <ac:inkMkLst>
            <pc:docMk/>
            <pc:sldMk cId="3409389150" sldId="301"/>
            <ac:inkMk id="7" creationId="{B822D089-B77A-474D-8561-5AFF35347AA2}"/>
          </ac:inkMkLst>
        </pc:inkChg>
        <pc:inkChg chg="add del">
          <ac:chgData name="Dr.Sugata Gangopadhyay" userId="5fbd9f87-0a98-489d-9d45-82abac52020a" providerId="ADAL" clId="{4ACBC6C6-645A-4BB1-96CC-1A36D3AF8CF8}" dt="2025-02-22T03:05:20.459" v="357"/>
          <ac:inkMkLst>
            <pc:docMk/>
            <pc:sldMk cId="3409389150" sldId="301"/>
            <ac:inkMk id="8" creationId="{B03F0209-F7BE-4E21-9D35-B98EDE44A2CF}"/>
          </ac:inkMkLst>
        </pc:inkChg>
        <pc:inkChg chg="add del">
          <ac:chgData name="Dr.Sugata Gangopadhyay" userId="5fbd9f87-0a98-489d-9d45-82abac52020a" providerId="ADAL" clId="{4ACBC6C6-645A-4BB1-96CC-1A36D3AF8CF8}" dt="2025-02-22T03:05:20.459" v="357"/>
          <ac:inkMkLst>
            <pc:docMk/>
            <pc:sldMk cId="3409389150" sldId="301"/>
            <ac:inkMk id="9" creationId="{0C8B3115-3F62-438A-812E-0BD72F8747A0}"/>
          </ac:inkMkLst>
        </pc:inkChg>
        <pc:inkChg chg="add del">
          <ac:chgData name="Dr.Sugata Gangopadhyay" userId="5fbd9f87-0a98-489d-9d45-82abac52020a" providerId="ADAL" clId="{4ACBC6C6-645A-4BB1-96CC-1A36D3AF8CF8}" dt="2025-02-22T03:05:43.944" v="362"/>
          <ac:inkMkLst>
            <pc:docMk/>
            <pc:sldMk cId="3409389150" sldId="301"/>
            <ac:inkMk id="10" creationId="{01B567F8-025E-4E1A-9EEC-EA21A4EB0775}"/>
          </ac:inkMkLst>
        </pc:inkChg>
        <pc:inkChg chg="add del">
          <ac:chgData name="Dr.Sugata Gangopadhyay" userId="5fbd9f87-0a98-489d-9d45-82abac52020a" providerId="ADAL" clId="{4ACBC6C6-645A-4BB1-96CC-1A36D3AF8CF8}" dt="2025-02-22T03:05:43.727" v="361"/>
          <ac:inkMkLst>
            <pc:docMk/>
            <pc:sldMk cId="3409389150" sldId="301"/>
            <ac:inkMk id="11" creationId="{82CCE601-E0D1-4A56-90CC-FBBBE7074350}"/>
          </ac:inkMkLst>
        </pc:inkChg>
        <pc:inkChg chg="add del">
          <ac:chgData name="Dr.Sugata Gangopadhyay" userId="5fbd9f87-0a98-489d-9d45-82abac52020a" providerId="ADAL" clId="{4ACBC6C6-645A-4BB1-96CC-1A36D3AF8CF8}" dt="2025-02-22T03:05:43.489" v="360"/>
          <ac:inkMkLst>
            <pc:docMk/>
            <pc:sldMk cId="3409389150" sldId="301"/>
            <ac:inkMk id="12" creationId="{EB60CFF3-E2AC-4EE2-A534-690E5FE60006}"/>
          </ac:inkMkLst>
        </pc:inkChg>
        <pc:inkChg chg="add del">
          <ac:chgData name="Dr.Sugata Gangopadhyay" userId="5fbd9f87-0a98-489d-9d45-82abac52020a" providerId="ADAL" clId="{4ACBC6C6-645A-4BB1-96CC-1A36D3AF8CF8}" dt="2025-02-22T03:05:42.717" v="359"/>
          <ac:inkMkLst>
            <pc:docMk/>
            <pc:sldMk cId="3409389150" sldId="301"/>
            <ac:inkMk id="13" creationId="{679A111F-0B18-4718-AB24-656B3CBD7CD8}"/>
          </ac:inkMkLst>
        </pc:inkChg>
        <pc:inkChg chg="add del">
          <ac:chgData name="Dr.Sugata Gangopadhyay" userId="5fbd9f87-0a98-489d-9d45-82abac52020a" providerId="ADAL" clId="{4ACBC6C6-645A-4BB1-96CC-1A36D3AF8CF8}" dt="2025-02-22T03:05:42.012" v="358"/>
          <ac:inkMkLst>
            <pc:docMk/>
            <pc:sldMk cId="3409389150" sldId="301"/>
            <ac:inkMk id="14" creationId="{AE21942B-B208-4489-919D-7EAF3D36B1AB}"/>
          </ac:inkMkLst>
        </pc:inkChg>
        <pc:inkChg chg="add">
          <ac:chgData name="Dr.Sugata Gangopadhyay" userId="5fbd9f87-0a98-489d-9d45-82abac52020a" providerId="ADAL" clId="{4ACBC6C6-645A-4BB1-96CC-1A36D3AF8CF8}" dt="2025-02-22T03:05:20.459" v="357"/>
          <ac:inkMkLst>
            <pc:docMk/>
            <pc:sldMk cId="3409389150" sldId="301"/>
            <ac:inkMk id="15" creationId="{54849C87-9408-43F1-A5B7-FDB95D69C5F8}"/>
          </ac:inkMkLst>
        </pc:inkChg>
        <pc:inkChg chg="add">
          <ac:chgData name="Dr.Sugata Gangopadhyay" userId="5fbd9f87-0a98-489d-9d45-82abac52020a" providerId="ADAL" clId="{4ACBC6C6-645A-4BB1-96CC-1A36D3AF8CF8}" dt="2025-02-22T03:05:20.459" v="357"/>
          <ac:inkMkLst>
            <pc:docMk/>
            <pc:sldMk cId="3409389150" sldId="301"/>
            <ac:inkMk id="16" creationId="{B6C7CD1D-55E9-4EEC-992B-3F60D236540E}"/>
          </ac:inkMkLst>
        </pc:inkChg>
        <pc:inkChg chg="add">
          <ac:chgData name="Dr.Sugata Gangopadhyay" userId="5fbd9f87-0a98-489d-9d45-82abac52020a" providerId="ADAL" clId="{4ACBC6C6-645A-4BB1-96CC-1A36D3AF8CF8}" dt="2025-02-22T03:06:00.571" v="364"/>
          <ac:inkMkLst>
            <pc:docMk/>
            <pc:sldMk cId="3409389150" sldId="301"/>
            <ac:inkMk id="17" creationId="{59D86D67-B9B4-4DF1-8AE5-3F8AAF7C876A}"/>
          </ac:inkMkLst>
        </pc:inkChg>
        <pc:inkChg chg="add del">
          <ac:chgData name="Dr.Sugata Gangopadhyay" userId="5fbd9f87-0a98-489d-9d45-82abac52020a" providerId="ADAL" clId="{4ACBC6C6-645A-4BB1-96CC-1A36D3AF8CF8}" dt="2025-02-22T03:06:07.333" v="372"/>
          <ac:inkMkLst>
            <pc:docMk/>
            <pc:sldMk cId="3409389150" sldId="301"/>
            <ac:inkMk id="18" creationId="{30EF0019-BA3F-4C42-8D91-3E0C1AAE57BC}"/>
          </ac:inkMkLst>
        </pc:inkChg>
        <pc:inkChg chg="add">
          <ac:chgData name="Dr.Sugata Gangopadhyay" userId="5fbd9f87-0a98-489d-9d45-82abac52020a" providerId="ADAL" clId="{4ACBC6C6-645A-4BB1-96CC-1A36D3AF8CF8}" dt="2025-02-22T03:06:03.082" v="366"/>
          <ac:inkMkLst>
            <pc:docMk/>
            <pc:sldMk cId="3409389150" sldId="301"/>
            <ac:inkMk id="19" creationId="{8413024A-9DE3-47EF-9AF5-F52927598471}"/>
          </ac:inkMkLst>
        </pc:inkChg>
        <pc:inkChg chg="add del">
          <ac:chgData name="Dr.Sugata Gangopadhyay" userId="5fbd9f87-0a98-489d-9d45-82abac52020a" providerId="ADAL" clId="{4ACBC6C6-645A-4BB1-96CC-1A36D3AF8CF8}" dt="2025-02-22T03:06:07.333" v="372"/>
          <ac:inkMkLst>
            <pc:docMk/>
            <pc:sldMk cId="3409389150" sldId="301"/>
            <ac:inkMk id="20" creationId="{823C0F6B-7995-4897-AD43-096149367FDF}"/>
          </ac:inkMkLst>
        </pc:inkChg>
        <pc:inkChg chg="add del">
          <ac:chgData name="Dr.Sugata Gangopadhyay" userId="5fbd9f87-0a98-489d-9d45-82abac52020a" providerId="ADAL" clId="{4ACBC6C6-645A-4BB1-96CC-1A36D3AF8CF8}" dt="2025-02-22T03:06:07.333" v="372"/>
          <ac:inkMkLst>
            <pc:docMk/>
            <pc:sldMk cId="3409389150" sldId="301"/>
            <ac:inkMk id="21" creationId="{58F9B93D-30B8-44A4-B37F-5B30EF72DBDA}"/>
          </ac:inkMkLst>
        </pc:inkChg>
        <pc:inkChg chg="add del">
          <ac:chgData name="Dr.Sugata Gangopadhyay" userId="5fbd9f87-0a98-489d-9d45-82abac52020a" providerId="ADAL" clId="{4ACBC6C6-645A-4BB1-96CC-1A36D3AF8CF8}" dt="2025-02-22T03:06:07.333" v="372"/>
          <ac:inkMkLst>
            <pc:docMk/>
            <pc:sldMk cId="3409389150" sldId="301"/>
            <ac:inkMk id="22" creationId="{BDDBD5AF-DF87-4102-BD2D-993B29C5665F}"/>
          </ac:inkMkLst>
        </pc:inkChg>
        <pc:inkChg chg="add del">
          <ac:chgData name="Dr.Sugata Gangopadhyay" userId="5fbd9f87-0a98-489d-9d45-82abac52020a" providerId="ADAL" clId="{4ACBC6C6-645A-4BB1-96CC-1A36D3AF8CF8}" dt="2025-02-22T03:06:07.333" v="372"/>
          <ac:inkMkLst>
            <pc:docMk/>
            <pc:sldMk cId="3409389150" sldId="301"/>
            <ac:inkMk id="23" creationId="{D1B79199-AB5C-4863-AE97-0F032631A233}"/>
          </ac:inkMkLst>
        </pc:inkChg>
        <pc:inkChg chg="add del">
          <ac:chgData name="Dr.Sugata Gangopadhyay" userId="5fbd9f87-0a98-489d-9d45-82abac52020a" providerId="ADAL" clId="{4ACBC6C6-645A-4BB1-96CC-1A36D3AF8CF8}" dt="2025-02-22T03:06:07.333" v="372"/>
          <ac:inkMkLst>
            <pc:docMk/>
            <pc:sldMk cId="3409389150" sldId="301"/>
            <ac:inkMk id="24" creationId="{6F51866D-6E2D-49E1-AD78-228428809EF6}"/>
          </ac:inkMkLst>
        </pc:inkChg>
        <pc:inkChg chg="add">
          <ac:chgData name="Dr.Sugata Gangopadhyay" userId="5fbd9f87-0a98-489d-9d45-82abac52020a" providerId="ADAL" clId="{4ACBC6C6-645A-4BB1-96CC-1A36D3AF8CF8}" dt="2025-02-22T03:06:07.333" v="372"/>
          <ac:inkMkLst>
            <pc:docMk/>
            <pc:sldMk cId="3409389150" sldId="301"/>
            <ac:inkMk id="25" creationId="{2E1D889B-03FD-4614-85A9-ACCE7E45C992}"/>
          </ac:inkMkLst>
        </pc:inkChg>
        <pc:inkChg chg="add">
          <ac:chgData name="Dr.Sugata Gangopadhyay" userId="5fbd9f87-0a98-489d-9d45-82abac52020a" providerId="ADAL" clId="{4ACBC6C6-645A-4BB1-96CC-1A36D3AF8CF8}" dt="2025-02-22T03:06:07.333" v="372"/>
          <ac:inkMkLst>
            <pc:docMk/>
            <pc:sldMk cId="3409389150" sldId="301"/>
            <ac:inkMk id="26" creationId="{01AE0BBA-CA3B-4891-AC1F-65A83F20F70B}"/>
          </ac:inkMkLst>
        </pc:inkChg>
        <pc:inkChg chg="add del">
          <ac:chgData name="Dr.Sugata Gangopadhyay" userId="5fbd9f87-0a98-489d-9d45-82abac52020a" providerId="ADAL" clId="{4ACBC6C6-645A-4BB1-96CC-1A36D3AF8CF8}" dt="2025-02-22T03:06:14.022" v="378"/>
          <ac:inkMkLst>
            <pc:docMk/>
            <pc:sldMk cId="3409389150" sldId="301"/>
            <ac:inkMk id="27" creationId="{2CD2F9E1-B697-42E7-8218-45E3AFD61663}"/>
          </ac:inkMkLst>
        </pc:inkChg>
        <pc:inkChg chg="add del">
          <ac:chgData name="Dr.Sugata Gangopadhyay" userId="5fbd9f87-0a98-489d-9d45-82abac52020a" providerId="ADAL" clId="{4ACBC6C6-645A-4BB1-96CC-1A36D3AF8CF8}" dt="2025-02-22T03:06:14.022" v="378"/>
          <ac:inkMkLst>
            <pc:docMk/>
            <pc:sldMk cId="3409389150" sldId="301"/>
            <ac:inkMk id="28" creationId="{FEE2408D-589F-4EEE-AA8C-21CF6E18CD5A}"/>
          </ac:inkMkLst>
        </pc:inkChg>
        <pc:inkChg chg="del">
          <ac:chgData name="Dr.Sugata Gangopadhyay" userId="5fbd9f87-0a98-489d-9d45-82abac52020a" providerId="ADAL" clId="{4ACBC6C6-645A-4BB1-96CC-1A36D3AF8CF8}" dt="2025-02-22T02:42:50.763" v="8" actId="478"/>
          <ac:inkMkLst>
            <pc:docMk/>
            <pc:sldMk cId="3409389150" sldId="301"/>
            <ac:inkMk id="29" creationId="{A04C5DFD-AD96-42A8-A7D2-83E6A5C6ACBA}"/>
          </ac:inkMkLst>
        </pc:inkChg>
        <pc:inkChg chg="add del">
          <ac:chgData name="Dr.Sugata Gangopadhyay" userId="5fbd9f87-0a98-489d-9d45-82abac52020a" providerId="ADAL" clId="{4ACBC6C6-645A-4BB1-96CC-1A36D3AF8CF8}" dt="2025-02-22T03:06:14.022" v="378"/>
          <ac:inkMkLst>
            <pc:docMk/>
            <pc:sldMk cId="3409389150" sldId="301"/>
            <ac:inkMk id="30" creationId="{736434A1-4D4D-4F90-AAE2-024FBE37B983}"/>
          </ac:inkMkLst>
        </pc:inkChg>
        <pc:inkChg chg="add del">
          <ac:chgData name="Dr.Sugata Gangopadhyay" userId="5fbd9f87-0a98-489d-9d45-82abac52020a" providerId="ADAL" clId="{4ACBC6C6-645A-4BB1-96CC-1A36D3AF8CF8}" dt="2025-02-22T03:06:14.022" v="378"/>
          <ac:inkMkLst>
            <pc:docMk/>
            <pc:sldMk cId="3409389150" sldId="301"/>
            <ac:inkMk id="31" creationId="{A8A1F6D6-7263-4AF7-8BB5-E89151447F28}"/>
          </ac:inkMkLst>
        </pc:inkChg>
        <pc:inkChg chg="add del">
          <ac:chgData name="Dr.Sugata Gangopadhyay" userId="5fbd9f87-0a98-489d-9d45-82abac52020a" providerId="ADAL" clId="{4ACBC6C6-645A-4BB1-96CC-1A36D3AF8CF8}" dt="2025-02-22T03:06:14.022" v="378"/>
          <ac:inkMkLst>
            <pc:docMk/>
            <pc:sldMk cId="3409389150" sldId="301"/>
            <ac:inkMk id="32" creationId="{29DC0852-8468-482A-B3E5-89557C009123}"/>
          </ac:inkMkLst>
        </pc:inkChg>
        <pc:inkChg chg="add del">
          <ac:chgData name="Dr.Sugata Gangopadhyay" userId="5fbd9f87-0a98-489d-9d45-82abac52020a" providerId="ADAL" clId="{4ACBC6C6-645A-4BB1-96CC-1A36D3AF8CF8}" dt="2025-02-22T03:06:31.980" v="402"/>
          <ac:inkMkLst>
            <pc:docMk/>
            <pc:sldMk cId="3409389150" sldId="301"/>
            <ac:inkMk id="33" creationId="{C9347227-9111-4AAE-ACA8-FF038483C4A5}"/>
          </ac:inkMkLst>
        </pc:inkChg>
        <pc:inkChg chg="add del">
          <ac:chgData name="Dr.Sugata Gangopadhyay" userId="5fbd9f87-0a98-489d-9d45-82abac52020a" providerId="ADAL" clId="{4ACBC6C6-645A-4BB1-96CC-1A36D3AF8CF8}" dt="2025-02-22T03:06:31.980" v="402"/>
          <ac:inkMkLst>
            <pc:docMk/>
            <pc:sldMk cId="3409389150" sldId="301"/>
            <ac:inkMk id="34" creationId="{48D0E333-1EA9-4B45-B392-C9560DC3636B}"/>
          </ac:inkMkLst>
        </pc:inkChg>
        <pc:inkChg chg="add del">
          <ac:chgData name="Dr.Sugata Gangopadhyay" userId="5fbd9f87-0a98-489d-9d45-82abac52020a" providerId="ADAL" clId="{4ACBC6C6-645A-4BB1-96CC-1A36D3AF8CF8}" dt="2025-02-22T03:06:31.980" v="402"/>
          <ac:inkMkLst>
            <pc:docMk/>
            <pc:sldMk cId="3409389150" sldId="301"/>
            <ac:inkMk id="35" creationId="{E218048B-A010-4D4C-9B7F-3269EFDEFFED}"/>
          </ac:inkMkLst>
        </pc:inkChg>
        <pc:inkChg chg="add del">
          <ac:chgData name="Dr.Sugata Gangopadhyay" userId="5fbd9f87-0a98-489d-9d45-82abac52020a" providerId="ADAL" clId="{4ACBC6C6-645A-4BB1-96CC-1A36D3AF8CF8}" dt="2025-02-22T03:06:31.980" v="402"/>
          <ac:inkMkLst>
            <pc:docMk/>
            <pc:sldMk cId="3409389150" sldId="301"/>
            <ac:inkMk id="36" creationId="{F22353AD-182A-46DC-BA02-5633EFFE9860}"/>
          </ac:inkMkLst>
        </pc:inkChg>
        <pc:inkChg chg="add del">
          <ac:chgData name="Dr.Sugata Gangopadhyay" userId="5fbd9f87-0a98-489d-9d45-82abac52020a" providerId="ADAL" clId="{4ACBC6C6-645A-4BB1-96CC-1A36D3AF8CF8}" dt="2025-02-22T03:06:31.980" v="402"/>
          <ac:inkMkLst>
            <pc:docMk/>
            <pc:sldMk cId="3409389150" sldId="301"/>
            <ac:inkMk id="37" creationId="{40ECDD01-D3E8-40AD-B19B-7EF907DCBC6C}"/>
          </ac:inkMkLst>
        </pc:inkChg>
        <pc:inkChg chg="add del">
          <ac:chgData name="Dr.Sugata Gangopadhyay" userId="5fbd9f87-0a98-489d-9d45-82abac52020a" providerId="ADAL" clId="{4ACBC6C6-645A-4BB1-96CC-1A36D3AF8CF8}" dt="2025-02-22T03:06:31.980" v="402"/>
          <ac:inkMkLst>
            <pc:docMk/>
            <pc:sldMk cId="3409389150" sldId="301"/>
            <ac:inkMk id="38" creationId="{9FF56023-C538-4366-B05B-53D767B7C648}"/>
          </ac:inkMkLst>
        </pc:inkChg>
        <pc:inkChg chg="add del">
          <ac:chgData name="Dr.Sugata Gangopadhyay" userId="5fbd9f87-0a98-489d-9d45-82abac52020a" providerId="ADAL" clId="{4ACBC6C6-645A-4BB1-96CC-1A36D3AF8CF8}" dt="2025-02-22T03:06:31.980" v="402"/>
          <ac:inkMkLst>
            <pc:docMk/>
            <pc:sldMk cId="3409389150" sldId="301"/>
            <ac:inkMk id="39" creationId="{66D46A23-4A09-428C-96DC-C06E47899A68}"/>
          </ac:inkMkLst>
        </pc:inkChg>
        <pc:inkChg chg="add del">
          <ac:chgData name="Dr.Sugata Gangopadhyay" userId="5fbd9f87-0a98-489d-9d45-82abac52020a" providerId="ADAL" clId="{4ACBC6C6-645A-4BB1-96CC-1A36D3AF8CF8}" dt="2025-02-22T03:06:31.980" v="402"/>
          <ac:inkMkLst>
            <pc:docMk/>
            <pc:sldMk cId="3409389150" sldId="301"/>
            <ac:inkMk id="40" creationId="{EF27A7AF-0E32-4413-92BD-C769F4B81399}"/>
          </ac:inkMkLst>
        </pc:inkChg>
        <pc:inkChg chg="add del">
          <ac:chgData name="Dr.Sugata Gangopadhyay" userId="5fbd9f87-0a98-489d-9d45-82abac52020a" providerId="ADAL" clId="{4ACBC6C6-645A-4BB1-96CC-1A36D3AF8CF8}" dt="2025-02-22T03:06:31.980" v="402"/>
          <ac:inkMkLst>
            <pc:docMk/>
            <pc:sldMk cId="3409389150" sldId="301"/>
            <ac:inkMk id="41" creationId="{982313A7-8BD2-4F0C-81C7-8654AACC9B73}"/>
          </ac:inkMkLst>
        </pc:inkChg>
        <pc:inkChg chg="add del">
          <ac:chgData name="Dr.Sugata Gangopadhyay" userId="5fbd9f87-0a98-489d-9d45-82abac52020a" providerId="ADAL" clId="{4ACBC6C6-645A-4BB1-96CC-1A36D3AF8CF8}" dt="2025-02-22T03:06:31.980" v="402"/>
          <ac:inkMkLst>
            <pc:docMk/>
            <pc:sldMk cId="3409389150" sldId="301"/>
            <ac:inkMk id="42" creationId="{A84D288F-722C-4B30-9425-2D9DA51B621B}"/>
          </ac:inkMkLst>
        </pc:inkChg>
        <pc:inkChg chg="add del">
          <ac:chgData name="Dr.Sugata Gangopadhyay" userId="5fbd9f87-0a98-489d-9d45-82abac52020a" providerId="ADAL" clId="{4ACBC6C6-645A-4BB1-96CC-1A36D3AF8CF8}" dt="2025-02-22T03:06:31.980" v="402"/>
          <ac:inkMkLst>
            <pc:docMk/>
            <pc:sldMk cId="3409389150" sldId="301"/>
            <ac:inkMk id="43" creationId="{CC202D0C-DE9F-4D7D-B5DC-845FF2C44539}"/>
          </ac:inkMkLst>
        </pc:inkChg>
        <pc:inkChg chg="add del">
          <ac:chgData name="Dr.Sugata Gangopadhyay" userId="5fbd9f87-0a98-489d-9d45-82abac52020a" providerId="ADAL" clId="{4ACBC6C6-645A-4BB1-96CC-1A36D3AF8CF8}" dt="2025-02-22T03:06:31.980" v="402"/>
          <ac:inkMkLst>
            <pc:docMk/>
            <pc:sldMk cId="3409389150" sldId="301"/>
            <ac:inkMk id="44" creationId="{1B6D3127-7F11-49EE-ABB0-BCB9F335D3E9}"/>
          </ac:inkMkLst>
        </pc:inkChg>
        <pc:inkChg chg="add del">
          <ac:chgData name="Dr.Sugata Gangopadhyay" userId="5fbd9f87-0a98-489d-9d45-82abac52020a" providerId="ADAL" clId="{4ACBC6C6-645A-4BB1-96CC-1A36D3AF8CF8}" dt="2025-02-22T03:06:31.980" v="402"/>
          <ac:inkMkLst>
            <pc:docMk/>
            <pc:sldMk cId="3409389150" sldId="301"/>
            <ac:inkMk id="45" creationId="{97C834E9-A685-47B9-BEAA-3DCF1E383B01}"/>
          </ac:inkMkLst>
        </pc:inkChg>
        <pc:inkChg chg="add del">
          <ac:chgData name="Dr.Sugata Gangopadhyay" userId="5fbd9f87-0a98-489d-9d45-82abac52020a" providerId="ADAL" clId="{4ACBC6C6-645A-4BB1-96CC-1A36D3AF8CF8}" dt="2025-02-22T03:08:57.258" v="442"/>
          <ac:inkMkLst>
            <pc:docMk/>
            <pc:sldMk cId="3409389150" sldId="301"/>
            <ac:inkMk id="46" creationId="{1541ED5D-05A4-4359-BD7E-E77AC77452EF}"/>
          </ac:inkMkLst>
        </pc:inkChg>
        <pc:inkChg chg="add del">
          <ac:chgData name="Dr.Sugata Gangopadhyay" userId="5fbd9f87-0a98-489d-9d45-82abac52020a" providerId="ADAL" clId="{4ACBC6C6-645A-4BB1-96CC-1A36D3AF8CF8}" dt="2025-02-22T03:06:31.980" v="402"/>
          <ac:inkMkLst>
            <pc:docMk/>
            <pc:sldMk cId="3409389150" sldId="301"/>
            <ac:inkMk id="47" creationId="{6CD58363-4F67-455A-80E8-0E10B9533C0D}"/>
          </ac:inkMkLst>
        </pc:inkChg>
        <pc:inkChg chg="add del">
          <ac:chgData name="Dr.Sugata Gangopadhyay" userId="5fbd9f87-0a98-489d-9d45-82abac52020a" providerId="ADAL" clId="{4ACBC6C6-645A-4BB1-96CC-1A36D3AF8CF8}" dt="2025-02-22T03:06:31.980" v="402"/>
          <ac:inkMkLst>
            <pc:docMk/>
            <pc:sldMk cId="3409389150" sldId="301"/>
            <ac:inkMk id="48" creationId="{1B997A40-E1D7-4494-967E-DC5A14518EA0}"/>
          </ac:inkMkLst>
        </pc:inkChg>
        <pc:inkChg chg="del">
          <ac:chgData name="Dr.Sugata Gangopadhyay" userId="5fbd9f87-0a98-489d-9d45-82abac52020a" providerId="ADAL" clId="{4ACBC6C6-645A-4BB1-96CC-1A36D3AF8CF8}" dt="2025-02-22T02:42:50.763" v="8" actId="478"/>
          <ac:inkMkLst>
            <pc:docMk/>
            <pc:sldMk cId="3409389150" sldId="301"/>
            <ac:inkMk id="49" creationId="{8CD1C9D2-B726-4441-B3AF-CFEB0850F72B}"/>
          </ac:inkMkLst>
        </pc:inkChg>
        <pc:inkChg chg="del">
          <ac:chgData name="Dr.Sugata Gangopadhyay" userId="5fbd9f87-0a98-489d-9d45-82abac52020a" providerId="ADAL" clId="{4ACBC6C6-645A-4BB1-96CC-1A36D3AF8CF8}" dt="2025-02-22T02:42:50.763" v="8" actId="478"/>
          <ac:inkMkLst>
            <pc:docMk/>
            <pc:sldMk cId="3409389150" sldId="301"/>
            <ac:inkMk id="50" creationId="{1E91172F-0EEF-4E93-ADFE-6528D3B7EC0E}"/>
          </ac:inkMkLst>
        </pc:inkChg>
        <pc:inkChg chg="add del">
          <ac:chgData name="Dr.Sugata Gangopadhyay" userId="5fbd9f87-0a98-489d-9d45-82abac52020a" providerId="ADAL" clId="{4ACBC6C6-645A-4BB1-96CC-1A36D3AF8CF8}" dt="2025-02-22T03:06:31.980" v="402"/>
          <ac:inkMkLst>
            <pc:docMk/>
            <pc:sldMk cId="3409389150" sldId="301"/>
            <ac:inkMk id="51" creationId="{6A00A39F-2C86-4F9D-B30F-C5774EB400AA}"/>
          </ac:inkMkLst>
        </pc:inkChg>
        <pc:inkChg chg="add del">
          <ac:chgData name="Dr.Sugata Gangopadhyay" userId="5fbd9f87-0a98-489d-9d45-82abac52020a" providerId="ADAL" clId="{4ACBC6C6-645A-4BB1-96CC-1A36D3AF8CF8}" dt="2025-02-22T03:06:31.980" v="402"/>
          <ac:inkMkLst>
            <pc:docMk/>
            <pc:sldMk cId="3409389150" sldId="301"/>
            <ac:inkMk id="52" creationId="{53F60E96-E7B0-4215-80C9-8324F107FB4E}"/>
          </ac:inkMkLst>
        </pc:inkChg>
        <pc:inkChg chg="add del">
          <ac:chgData name="Dr.Sugata Gangopadhyay" userId="5fbd9f87-0a98-489d-9d45-82abac52020a" providerId="ADAL" clId="{4ACBC6C6-645A-4BB1-96CC-1A36D3AF8CF8}" dt="2025-02-22T03:06:31.980" v="402"/>
          <ac:inkMkLst>
            <pc:docMk/>
            <pc:sldMk cId="3409389150" sldId="301"/>
            <ac:inkMk id="53" creationId="{06CC1251-FBA8-4014-8908-08251C09C91C}"/>
          </ac:inkMkLst>
        </pc:inkChg>
        <pc:inkChg chg="add del">
          <ac:chgData name="Dr.Sugata Gangopadhyay" userId="5fbd9f87-0a98-489d-9d45-82abac52020a" providerId="ADAL" clId="{4ACBC6C6-645A-4BB1-96CC-1A36D3AF8CF8}" dt="2025-02-22T03:06:31.980" v="402"/>
          <ac:inkMkLst>
            <pc:docMk/>
            <pc:sldMk cId="3409389150" sldId="301"/>
            <ac:inkMk id="54" creationId="{15382F04-D179-4E34-B622-414B14342B1A}"/>
          </ac:inkMkLst>
        </pc:inkChg>
        <pc:inkChg chg="add del">
          <ac:chgData name="Dr.Sugata Gangopadhyay" userId="5fbd9f87-0a98-489d-9d45-82abac52020a" providerId="ADAL" clId="{4ACBC6C6-645A-4BB1-96CC-1A36D3AF8CF8}" dt="2025-02-22T03:06:31.980" v="402"/>
          <ac:inkMkLst>
            <pc:docMk/>
            <pc:sldMk cId="3409389150" sldId="301"/>
            <ac:inkMk id="55" creationId="{7614AA21-DB5F-49EC-A983-2EB8A7451C78}"/>
          </ac:inkMkLst>
        </pc:inkChg>
        <pc:inkChg chg="add del">
          <ac:chgData name="Dr.Sugata Gangopadhyay" userId="5fbd9f87-0a98-489d-9d45-82abac52020a" providerId="ADAL" clId="{4ACBC6C6-645A-4BB1-96CC-1A36D3AF8CF8}" dt="2025-02-22T03:06:31.980" v="402"/>
          <ac:inkMkLst>
            <pc:docMk/>
            <pc:sldMk cId="3409389150" sldId="301"/>
            <ac:inkMk id="56" creationId="{E8A96244-47D7-4ADB-9C24-1A265977006B}"/>
          </ac:inkMkLst>
        </pc:inkChg>
        <pc:inkChg chg="add del">
          <ac:chgData name="Dr.Sugata Gangopadhyay" userId="5fbd9f87-0a98-489d-9d45-82abac52020a" providerId="ADAL" clId="{4ACBC6C6-645A-4BB1-96CC-1A36D3AF8CF8}" dt="2025-02-22T03:06:31.980" v="402"/>
          <ac:inkMkLst>
            <pc:docMk/>
            <pc:sldMk cId="3409389150" sldId="301"/>
            <ac:inkMk id="57" creationId="{DAFA2838-C2B0-4BBE-A8C8-8368D2834A5A}"/>
          </ac:inkMkLst>
        </pc:inkChg>
        <pc:inkChg chg="del">
          <ac:chgData name="Dr.Sugata Gangopadhyay" userId="5fbd9f87-0a98-489d-9d45-82abac52020a" providerId="ADAL" clId="{4ACBC6C6-645A-4BB1-96CC-1A36D3AF8CF8}" dt="2025-02-22T02:42:50.763" v="8" actId="478"/>
          <ac:inkMkLst>
            <pc:docMk/>
            <pc:sldMk cId="3409389150" sldId="301"/>
            <ac:inkMk id="58" creationId="{DBD8424A-C058-4C5A-A012-81DEDFC0761D}"/>
          </ac:inkMkLst>
        </pc:inkChg>
        <pc:inkChg chg="add">
          <ac:chgData name="Dr.Sugata Gangopadhyay" userId="5fbd9f87-0a98-489d-9d45-82abac52020a" providerId="ADAL" clId="{4ACBC6C6-645A-4BB1-96CC-1A36D3AF8CF8}" dt="2025-02-22T03:06:31.010" v="401"/>
          <ac:inkMkLst>
            <pc:docMk/>
            <pc:sldMk cId="3409389150" sldId="301"/>
            <ac:inkMk id="59" creationId="{549B31A4-3082-486D-BEAC-47E6B4EC9F13}"/>
          </ac:inkMkLst>
        </pc:inkChg>
        <pc:inkChg chg="add">
          <ac:chgData name="Dr.Sugata Gangopadhyay" userId="5fbd9f87-0a98-489d-9d45-82abac52020a" providerId="ADAL" clId="{4ACBC6C6-645A-4BB1-96CC-1A36D3AF8CF8}" dt="2025-02-22T03:06:31.980" v="402"/>
          <ac:inkMkLst>
            <pc:docMk/>
            <pc:sldMk cId="3409389150" sldId="301"/>
            <ac:inkMk id="60" creationId="{B4198721-182B-4064-AF19-FB9F1A952FFC}"/>
          </ac:inkMkLst>
        </pc:inkChg>
        <pc:inkChg chg="add">
          <ac:chgData name="Dr.Sugata Gangopadhyay" userId="5fbd9f87-0a98-489d-9d45-82abac52020a" providerId="ADAL" clId="{4ACBC6C6-645A-4BB1-96CC-1A36D3AF8CF8}" dt="2025-02-22T03:06:31.980" v="402"/>
          <ac:inkMkLst>
            <pc:docMk/>
            <pc:sldMk cId="3409389150" sldId="301"/>
            <ac:inkMk id="61" creationId="{4E208559-DAD3-45A0-BF2A-DC86EAB40000}"/>
          </ac:inkMkLst>
        </pc:inkChg>
        <pc:inkChg chg="add del">
          <ac:chgData name="Dr.Sugata Gangopadhyay" userId="5fbd9f87-0a98-489d-9d45-82abac52020a" providerId="ADAL" clId="{4ACBC6C6-645A-4BB1-96CC-1A36D3AF8CF8}" dt="2025-02-22T03:08:57.258" v="442"/>
          <ac:inkMkLst>
            <pc:docMk/>
            <pc:sldMk cId="3409389150" sldId="301"/>
            <ac:inkMk id="62" creationId="{A3436AA4-0C7E-4EFA-9105-A08CBC4F81C6}"/>
          </ac:inkMkLst>
        </pc:inkChg>
        <pc:inkChg chg="add del">
          <ac:chgData name="Dr.Sugata Gangopadhyay" userId="5fbd9f87-0a98-489d-9d45-82abac52020a" providerId="ADAL" clId="{4ACBC6C6-645A-4BB1-96CC-1A36D3AF8CF8}" dt="2025-02-22T03:08:57.258" v="442"/>
          <ac:inkMkLst>
            <pc:docMk/>
            <pc:sldMk cId="3409389150" sldId="301"/>
            <ac:inkMk id="63" creationId="{72A81093-EB8F-4B2F-A148-501F3DAF368D}"/>
          </ac:inkMkLst>
        </pc:inkChg>
        <pc:inkChg chg="add del">
          <ac:chgData name="Dr.Sugata Gangopadhyay" userId="5fbd9f87-0a98-489d-9d45-82abac52020a" providerId="ADAL" clId="{4ACBC6C6-645A-4BB1-96CC-1A36D3AF8CF8}" dt="2025-02-22T03:08:57.258" v="442"/>
          <ac:inkMkLst>
            <pc:docMk/>
            <pc:sldMk cId="3409389150" sldId="301"/>
            <ac:inkMk id="64" creationId="{9A369C1B-C7BE-44C2-8AEA-F36BCE8C0616}"/>
          </ac:inkMkLst>
        </pc:inkChg>
        <pc:inkChg chg="add del">
          <ac:chgData name="Dr.Sugata Gangopadhyay" userId="5fbd9f87-0a98-489d-9d45-82abac52020a" providerId="ADAL" clId="{4ACBC6C6-645A-4BB1-96CC-1A36D3AF8CF8}" dt="2025-02-22T03:08:57.258" v="442"/>
          <ac:inkMkLst>
            <pc:docMk/>
            <pc:sldMk cId="3409389150" sldId="301"/>
            <ac:inkMk id="65" creationId="{3EA5A8BC-E893-43F1-8C06-4CA3ED9B8F0C}"/>
          </ac:inkMkLst>
        </pc:inkChg>
        <pc:inkChg chg="add del">
          <ac:chgData name="Dr.Sugata Gangopadhyay" userId="5fbd9f87-0a98-489d-9d45-82abac52020a" providerId="ADAL" clId="{4ACBC6C6-645A-4BB1-96CC-1A36D3AF8CF8}" dt="2025-02-22T03:06:40.919" v="404"/>
          <ac:inkMkLst>
            <pc:docMk/>
            <pc:sldMk cId="3409389150" sldId="301"/>
            <ac:inkMk id="66" creationId="{688FC633-B3AE-4FAF-8787-522401DE19A5}"/>
          </ac:inkMkLst>
        </pc:inkChg>
        <pc:inkChg chg="add">
          <ac:chgData name="Dr.Sugata Gangopadhyay" userId="5fbd9f87-0a98-489d-9d45-82abac52020a" providerId="ADAL" clId="{4ACBC6C6-645A-4BB1-96CC-1A36D3AF8CF8}" dt="2025-02-22T03:06:40.919" v="404"/>
          <ac:inkMkLst>
            <pc:docMk/>
            <pc:sldMk cId="3409389150" sldId="301"/>
            <ac:inkMk id="67" creationId="{BCF46AD3-5F97-426F-84E9-B1310A12B777}"/>
          </ac:inkMkLst>
        </pc:inkChg>
        <pc:inkChg chg="add del">
          <ac:chgData name="Dr.Sugata Gangopadhyay" userId="5fbd9f87-0a98-489d-9d45-82abac52020a" providerId="ADAL" clId="{4ACBC6C6-645A-4BB1-96CC-1A36D3AF8CF8}" dt="2025-02-22T03:06:56.489" v="420"/>
          <ac:inkMkLst>
            <pc:docMk/>
            <pc:sldMk cId="3409389150" sldId="301"/>
            <ac:inkMk id="68" creationId="{1259EB8D-AEF4-4E56-85F9-5A544B8F4FA2}"/>
          </ac:inkMkLst>
        </pc:inkChg>
        <pc:inkChg chg="add del">
          <ac:chgData name="Dr.Sugata Gangopadhyay" userId="5fbd9f87-0a98-489d-9d45-82abac52020a" providerId="ADAL" clId="{4ACBC6C6-645A-4BB1-96CC-1A36D3AF8CF8}" dt="2025-02-22T03:06:56.489" v="420"/>
          <ac:inkMkLst>
            <pc:docMk/>
            <pc:sldMk cId="3409389150" sldId="301"/>
            <ac:inkMk id="69" creationId="{601BBA3E-99E2-427E-AFA7-4DC5CFC6902D}"/>
          </ac:inkMkLst>
        </pc:inkChg>
        <pc:inkChg chg="add del">
          <ac:chgData name="Dr.Sugata Gangopadhyay" userId="5fbd9f87-0a98-489d-9d45-82abac52020a" providerId="ADAL" clId="{4ACBC6C6-645A-4BB1-96CC-1A36D3AF8CF8}" dt="2025-02-22T03:06:56.489" v="420"/>
          <ac:inkMkLst>
            <pc:docMk/>
            <pc:sldMk cId="3409389150" sldId="301"/>
            <ac:inkMk id="70" creationId="{234A6F1A-6754-4527-8859-442A627336A1}"/>
          </ac:inkMkLst>
        </pc:inkChg>
        <pc:inkChg chg="add">
          <ac:chgData name="Dr.Sugata Gangopadhyay" userId="5fbd9f87-0a98-489d-9d45-82abac52020a" providerId="ADAL" clId="{4ACBC6C6-645A-4BB1-96CC-1A36D3AF8CF8}" dt="2025-02-22T03:06:49.369" v="408"/>
          <ac:inkMkLst>
            <pc:docMk/>
            <pc:sldMk cId="3409389150" sldId="301"/>
            <ac:inkMk id="71" creationId="{B0DF3046-AB8B-40DE-80E6-97E64FC7C0C3}"/>
          </ac:inkMkLst>
        </pc:inkChg>
        <pc:inkChg chg="add del">
          <ac:chgData name="Dr.Sugata Gangopadhyay" userId="5fbd9f87-0a98-489d-9d45-82abac52020a" providerId="ADAL" clId="{4ACBC6C6-645A-4BB1-96CC-1A36D3AF8CF8}" dt="2025-02-22T03:06:56.489" v="420"/>
          <ac:inkMkLst>
            <pc:docMk/>
            <pc:sldMk cId="3409389150" sldId="301"/>
            <ac:inkMk id="72" creationId="{75851946-01F1-4288-94C0-13607C63709E}"/>
          </ac:inkMkLst>
        </pc:inkChg>
        <pc:inkChg chg="add del">
          <ac:chgData name="Dr.Sugata Gangopadhyay" userId="5fbd9f87-0a98-489d-9d45-82abac52020a" providerId="ADAL" clId="{4ACBC6C6-645A-4BB1-96CC-1A36D3AF8CF8}" dt="2025-02-22T03:06:56.489" v="420"/>
          <ac:inkMkLst>
            <pc:docMk/>
            <pc:sldMk cId="3409389150" sldId="301"/>
            <ac:inkMk id="73" creationId="{417AF7B2-812A-4BEA-A83A-7EFF1BFC64AD}"/>
          </ac:inkMkLst>
        </pc:inkChg>
        <pc:inkChg chg="add del">
          <ac:chgData name="Dr.Sugata Gangopadhyay" userId="5fbd9f87-0a98-489d-9d45-82abac52020a" providerId="ADAL" clId="{4ACBC6C6-645A-4BB1-96CC-1A36D3AF8CF8}" dt="2025-02-22T03:06:56.489" v="420"/>
          <ac:inkMkLst>
            <pc:docMk/>
            <pc:sldMk cId="3409389150" sldId="301"/>
            <ac:inkMk id="74" creationId="{7A149356-2F80-4B92-9BAD-FB77C1E3543E}"/>
          </ac:inkMkLst>
        </pc:inkChg>
        <pc:inkChg chg="add del">
          <ac:chgData name="Dr.Sugata Gangopadhyay" userId="5fbd9f87-0a98-489d-9d45-82abac52020a" providerId="ADAL" clId="{4ACBC6C6-645A-4BB1-96CC-1A36D3AF8CF8}" dt="2025-02-22T03:06:56.489" v="420"/>
          <ac:inkMkLst>
            <pc:docMk/>
            <pc:sldMk cId="3409389150" sldId="301"/>
            <ac:inkMk id="75" creationId="{01328085-BE71-4772-91B2-0409C3AB23EA}"/>
          </ac:inkMkLst>
        </pc:inkChg>
        <pc:inkChg chg="add del">
          <ac:chgData name="Dr.Sugata Gangopadhyay" userId="5fbd9f87-0a98-489d-9d45-82abac52020a" providerId="ADAL" clId="{4ACBC6C6-645A-4BB1-96CC-1A36D3AF8CF8}" dt="2025-02-22T03:06:56.489" v="420"/>
          <ac:inkMkLst>
            <pc:docMk/>
            <pc:sldMk cId="3409389150" sldId="301"/>
            <ac:inkMk id="76" creationId="{1CEA3633-29BE-4574-8DFF-3389B89FB747}"/>
          </ac:inkMkLst>
        </pc:inkChg>
        <pc:inkChg chg="add del">
          <ac:chgData name="Dr.Sugata Gangopadhyay" userId="5fbd9f87-0a98-489d-9d45-82abac52020a" providerId="ADAL" clId="{4ACBC6C6-645A-4BB1-96CC-1A36D3AF8CF8}" dt="2025-02-22T03:06:56.489" v="420"/>
          <ac:inkMkLst>
            <pc:docMk/>
            <pc:sldMk cId="3409389150" sldId="301"/>
            <ac:inkMk id="77" creationId="{E2B72354-7696-4FA8-9594-09BA4381EC10}"/>
          </ac:inkMkLst>
        </pc:inkChg>
        <pc:inkChg chg="add del">
          <ac:chgData name="Dr.Sugata Gangopadhyay" userId="5fbd9f87-0a98-489d-9d45-82abac52020a" providerId="ADAL" clId="{4ACBC6C6-645A-4BB1-96CC-1A36D3AF8CF8}" dt="2025-02-22T03:06:56.489" v="420"/>
          <ac:inkMkLst>
            <pc:docMk/>
            <pc:sldMk cId="3409389150" sldId="301"/>
            <ac:inkMk id="78" creationId="{57A40525-D718-42B8-A158-6D536B24C77D}"/>
          </ac:inkMkLst>
        </pc:inkChg>
        <pc:inkChg chg="add del">
          <ac:chgData name="Dr.Sugata Gangopadhyay" userId="5fbd9f87-0a98-489d-9d45-82abac52020a" providerId="ADAL" clId="{4ACBC6C6-645A-4BB1-96CC-1A36D3AF8CF8}" dt="2025-02-22T03:06:56.489" v="420"/>
          <ac:inkMkLst>
            <pc:docMk/>
            <pc:sldMk cId="3409389150" sldId="301"/>
            <ac:inkMk id="79" creationId="{0D73C706-1BE3-43A8-A952-ED8128B08707}"/>
          </ac:inkMkLst>
        </pc:inkChg>
        <pc:inkChg chg="add del">
          <ac:chgData name="Dr.Sugata Gangopadhyay" userId="5fbd9f87-0a98-489d-9d45-82abac52020a" providerId="ADAL" clId="{4ACBC6C6-645A-4BB1-96CC-1A36D3AF8CF8}" dt="2025-02-22T03:06:56.489" v="420"/>
          <ac:inkMkLst>
            <pc:docMk/>
            <pc:sldMk cId="3409389150" sldId="301"/>
            <ac:inkMk id="80" creationId="{8C5B9770-DD55-46CF-9E03-A9323C445027}"/>
          </ac:inkMkLst>
        </pc:inkChg>
        <pc:inkChg chg="add del">
          <ac:chgData name="Dr.Sugata Gangopadhyay" userId="5fbd9f87-0a98-489d-9d45-82abac52020a" providerId="ADAL" clId="{4ACBC6C6-645A-4BB1-96CC-1A36D3AF8CF8}" dt="2025-02-22T03:06:56.489" v="420"/>
          <ac:inkMkLst>
            <pc:docMk/>
            <pc:sldMk cId="3409389150" sldId="301"/>
            <ac:inkMk id="81" creationId="{41160FC7-139B-4F3F-80D2-7E09FBDC669B}"/>
          </ac:inkMkLst>
        </pc:inkChg>
        <pc:inkChg chg="add del">
          <ac:chgData name="Dr.Sugata Gangopadhyay" userId="5fbd9f87-0a98-489d-9d45-82abac52020a" providerId="ADAL" clId="{4ACBC6C6-645A-4BB1-96CC-1A36D3AF8CF8}" dt="2025-02-22T03:06:56.489" v="420"/>
          <ac:inkMkLst>
            <pc:docMk/>
            <pc:sldMk cId="3409389150" sldId="301"/>
            <ac:inkMk id="82" creationId="{83524AFE-1821-4FDC-82EF-509BAC77DA58}"/>
          </ac:inkMkLst>
        </pc:inkChg>
        <pc:inkChg chg="add del">
          <ac:chgData name="Dr.Sugata Gangopadhyay" userId="5fbd9f87-0a98-489d-9d45-82abac52020a" providerId="ADAL" clId="{4ACBC6C6-645A-4BB1-96CC-1A36D3AF8CF8}" dt="2025-02-22T03:08:57.258" v="442"/>
          <ac:inkMkLst>
            <pc:docMk/>
            <pc:sldMk cId="3409389150" sldId="301"/>
            <ac:inkMk id="83" creationId="{F42ED58E-86CD-4DA5-89D1-3A76455D074A}"/>
          </ac:inkMkLst>
        </pc:inkChg>
        <pc:inkChg chg="add del">
          <ac:chgData name="Dr.Sugata Gangopadhyay" userId="5fbd9f87-0a98-489d-9d45-82abac52020a" providerId="ADAL" clId="{4ACBC6C6-645A-4BB1-96CC-1A36D3AF8CF8}" dt="2025-02-22T03:08:57.258" v="442"/>
          <ac:inkMkLst>
            <pc:docMk/>
            <pc:sldMk cId="3409389150" sldId="301"/>
            <ac:inkMk id="84" creationId="{D7ED068C-981C-4040-83A5-D40B93780D3C}"/>
          </ac:inkMkLst>
        </pc:inkChg>
        <pc:inkChg chg="add del">
          <ac:chgData name="Dr.Sugata Gangopadhyay" userId="5fbd9f87-0a98-489d-9d45-82abac52020a" providerId="ADAL" clId="{4ACBC6C6-645A-4BB1-96CC-1A36D3AF8CF8}" dt="2025-02-22T03:08:57.258" v="442"/>
          <ac:inkMkLst>
            <pc:docMk/>
            <pc:sldMk cId="3409389150" sldId="301"/>
            <ac:inkMk id="85" creationId="{FDADB0F5-EA7E-453C-A5FE-1BAA82763F05}"/>
          </ac:inkMkLst>
        </pc:inkChg>
        <pc:inkChg chg="add del">
          <ac:chgData name="Dr.Sugata Gangopadhyay" userId="5fbd9f87-0a98-489d-9d45-82abac52020a" providerId="ADAL" clId="{4ACBC6C6-645A-4BB1-96CC-1A36D3AF8CF8}" dt="2025-02-22T03:08:25.247" v="435"/>
          <ac:inkMkLst>
            <pc:docMk/>
            <pc:sldMk cId="3409389150" sldId="301"/>
            <ac:inkMk id="86" creationId="{D2CCE1E2-176D-4E6F-821C-1F2CDA4BD8E8}"/>
          </ac:inkMkLst>
        </pc:inkChg>
        <pc:inkChg chg="add del">
          <ac:chgData name="Dr.Sugata Gangopadhyay" userId="5fbd9f87-0a98-489d-9d45-82abac52020a" providerId="ADAL" clId="{4ACBC6C6-645A-4BB1-96CC-1A36D3AF8CF8}" dt="2025-02-22T03:08:57.258" v="442"/>
          <ac:inkMkLst>
            <pc:docMk/>
            <pc:sldMk cId="3409389150" sldId="301"/>
            <ac:inkMk id="87" creationId="{40AF2C7B-40FE-4430-9B27-255349B67E4A}"/>
          </ac:inkMkLst>
        </pc:inkChg>
        <pc:inkChg chg="add del">
          <ac:chgData name="Dr.Sugata Gangopadhyay" userId="5fbd9f87-0a98-489d-9d45-82abac52020a" providerId="ADAL" clId="{4ACBC6C6-645A-4BB1-96CC-1A36D3AF8CF8}" dt="2025-02-22T03:07:52.240" v="425"/>
          <ac:inkMkLst>
            <pc:docMk/>
            <pc:sldMk cId="3409389150" sldId="301"/>
            <ac:inkMk id="88" creationId="{46539E68-E070-40D1-95BA-453E84D80517}"/>
          </ac:inkMkLst>
        </pc:inkChg>
        <pc:inkChg chg="add del">
          <ac:chgData name="Dr.Sugata Gangopadhyay" userId="5fbd9f87-0a98-489d-9d45-82abac52020a" providerId="ADAL" clId="{4ACBC6C6-645A-4BB1-96CC-1A36D3AF8CF8}" dt="2025-02-22T03:07:52.240" v="425"/>
          <ac:inkMkLst>
            <pc:docMk/>
            <pc:sldMk cId="3409389150" sldId="301"/>
            <ac:inkMk id="89" creationId="{366D935C-8729-479C-9DB9-AA81F51F6C3B}"/>
          </ac:inkMkLst>
        </pc:inkChg>
        <pc:inkChg chg="add del">
          <ac:chgData name="Dr.Sugata Gangopadhyay" userId="5fbd9f87-0a98-489d-9d45-82abac52020a" providerId="ADAL" clId="{4ACBC6C6-645A-4BB1-96CC-1A36D3AF8CF8}" dt="2025-02-22T03:07:52.240" v="425"/>
          <ac:inkMkLst>
            <pc:docMk/>
            <pc:sldMk cId="3409389150" sldId="301"/>
            <ac:inkMk id="90" creationId="{666F6A1D-2924-4FAA-9D58-0BAEB65D11DA}"/>
          </ac:inkMkLst>
        </pc:inkChg>
        <pc:inkChg chg="add del">
          <ac:chgData name="Dr.Sugata Gangopadhyay" userId="5fbd9f87-0a98-489d-9d45-82abac52020a" providerId="ADAL" clId="{4ACBC6C6-645A-4BB1-96CC-1A36D3AF8CF8}" dt="2025-02-22T03:07:52.240" v="425"/>
          <ac:inkMkLst>
            <pc:docMk/>
            <pc:sldMk cId="3409389150" sldId="301"/>
            <ac:inkMk id="91" creationId="{D5C52008-CA07-41B9-A7E3-1D27539D1B0C}"/>
          </ac:inkMkLst>
        </pc:inkChg>
        <pc:inkChg chg="add del">
          <ac:chgData name="Dr.Sugata Gangopadhyay" userId="5fbd9f87-0a98-489d-9d45-82abac52020a" providerId="ADAL" clId="{4ACBC6C6-645A-4BB1-96CC-1A36D3AF8CF8}" dt="2025-02-22T03:07:54.904" v="427"/>
          <ac:inkMkLst>
            <pc:docMk/>
            <pc:sldMk cId="3409389150" sldId="301"/>
            <ac:inkMk id="92" creationId="{2C72EE45-9E68-4E9F-A577-8DC81B442EEB}"/>
          </ac:inkMkLst>
        </pc:inkChg>
        <pc:inkChg chg="add del">
          <ac:chgData name="Dr.Sugata Gangopadhyay" userId="5fbd9f87-0a98-489d-9d45-82abac52020a" providerId="ADAL" clId="{4ACBC6C6-645A-4BB1-96CC-1A36D3AF8CF8}" dt="2025-02-22T03:07:54.904" v="427"/>
          <ac:inkMkLst>
            <pc:docMk/>
            <pc:sldMk cId="3409389150" sldId="301"/>
            <ac:inkMk id="93" creationId="{AD5F1E54-39C7-48CF-8680-42C502F62692}"/>
          </ac:inkMkLst>
        </pc:inkChg>
        <pc:inkChg chg="add del">
          <ac:chgData name="Dr.Sugata Gangopadhyay" userId="5fbd9f87-0a98-489d-9d45-82abac52020a" providerId="ADAL" clId="{4ACBC6C6-645A-4BB1-96CC-1A36D3AF8CF8}" dt="2025-02-22T03:08:57.258" v="442"/>
          <ac:inkMkLst>
            <pc:docMk/>
            <pc:sldMk cId="3409389150" sldId="301"/>
            <ac:inkMk id="94" creationId="{50F05030-6EDE-40E3-AF17-125A181F0692}"/>
          </ac:inkMkLst>
        </pc:inkChg>
        <pc:inkChg chg="add del">
          <ac:chgData name="Dr.Sugata Gangopadhyay" userId="5fbd9f87-0a98-489d-9d45-82abac52020a" providerId="ADAL" clId="{4ACBC6C6-645A-4BB1-96CC-1A36D3AF8CF8}" dt="2025-02-22T03:08:57.258" v="442"/>
          <ac:inkMkLst>
            <pc:docMk/>
            <pc:sldMk cId="3409389150" sldId="301"/>
            <ac:inkMk id="95" creationId="{59E826AC-1982-4E3C-86C3-BB7F17EECE75}"/>
          </ac:inkMkLst>
        </pc:inkChg>
        <pc:inkChg chg="add del">
          <ac:chgData name="Dr.Sugata Gangopadhyay" userId="5fbd9f87-0a98-489d-9d45-82abac52020a" providerId="ADAL" clId="{4ACBC6C6-645A-4BB1-96CC-1A36D3AF8CF8}" dt="2025-02-22T03:08:10.095" v="433"/>
          <ac:inkMkLst>
            <pc:docMk/>
            <pc:sldMk cId="3409389150" sldId="301"/>
            <ac:inkMk id="96" creationId="{26F7443F-C46E-45C1-9415-B6160AABFD47}"/>
          </ac:inkMkLst>
        </pc:inkChg>
        <pc:inkChg chg="add del">
          <ac:chgData name="Dr.Sugata Gangopadhyay" userId="5fbd9f87-0a98-489d-9d45-82abac52020a" providerId="ADAL" clId="{4ACBC6C6-645A-4BB1-96CC-1A36D3AF8CF8}" dt="2025-02-22T03:08:10.095" v="433"/>
          <ac:inkMkLst>
            <pc:docMk/>
            <pc:sldMk cId="3409389150" sldId="301"/>
            <ac:inkMk id="97" creationId="{31E68351-6792-4DD3-AF43-B7CEA685C317}"/>
          </ac:inkMkLst>
        </pc:inkChg>
        <pc:inkChg chg="add del">
          <ac:chgData name="Dr.Sugata Gangopadhyay" userId="5fbd9f87-0a98-489d-9d45-82abac52020a" providerId="ADAL" clId="{4ACBC6C6-645A-4BB1-96CC-1A36D3AF8CF8}" dt="2025-02-22T03:08:10.095" v="433"/>
          <ac:inkMkLst>
            <pc:docMk/>
            <pc:sldMk cId="3409389150" sldId="301"/>
            <ac:inkMk id="98" creationId="{F05ECACA-9C31-44E4-B126-6AE231A5E174}"/>
          </ac:inkMkLst>
        </pc:inkChg>
        <pc:inkChg chg="add del">
          <ac:chgData name="Dr.Sugata Gangopadhyay" userId="5fbd9f87-0a98-489d-9d45-82abac52020a" providerId="ADAL" clId="{4ACBC6C6-645A-4BB1-96CC-1A36D3AF8CF8}" dt="2025-02-22T03:08:10.095" v="433"/>
          <ac:inkMkLst>
            <pc:docMk/>
            <pc:sldMk cId="3409389150" sldId="301"/>
            <ac:inkMk id="99" creationId="{50271365-F0C0-4AFF-A207-CE69200FD6B8}"/>
          </ac:inkMkLst>
        </pc:inkChg>
        <pc:inkChg chg="add del">
          <ac:chgData name="Dr.Sugata Gangopadhyay" userId="5fbd9f87-0a98-489d-9d45-82abac52020a" providerId="ADAL" clId="{4ACBC6C6-645A-4BB1-96CC-1A36D3AF8CF8}" dt="2025-02-22T03:08:57.258" v="442"/>
          <ac:inkMkLst>
            <pc:docMk/>
            <pc:sldMk cId="3409389150" sldId="301"/>
            <ac:inkMk id="100" creationId="{F4DD3DB6-9C5B-441B-BA76-05DD80DA63CA}"/>
          </ac:inkMkLst>
        </pc:inkChg>
        <pc:inkChg chg="add del">
          <ac:chgData name="Dr.Sugata Gangopadhyay" userId="5fbd9f87-0a98-489d-9d45-82abac52020a" providerId="ADAL" clId="{4ACBC6C6-645A-4BB1-96CC-1A36D3AF8CF8}" dt="2025-02-22T03:08:25.247" v="435"/>
          <ac:inkMkLst>
            <pc:docMk/>
            <pc:sldMk cId="3409389150" sldId="301"/>
            <ac:inkMk id="101" creationId="{93CA94A8-FC10-4833-A658-4FEEB0721DC3}"/>
          </ac:inkMkLst>
        </pc:inkChg>
        <pc:inkChg chg="add del">
          <ac:chgData name="Dr.Sugata Gangopadhyay" userId="5fbd9f87-0a98-489d-9d45-82abac52020a" providerId="ADAL" clId="{4ACBC6C6-645A-4BB1-96CC-1A36D3AF8CF8}" dt="2025-02-22T03:08:46.260" v="438"/>
          <ac:inkMkLst>
            <pc:docMk/>
            <pc:sldMk cId="3409389150" sldId="301"/>
            <ac:inkMk id="102" creationId="{9C23EE70-49B2-42DD-8E53-686E8F7C7366}"/>
          </ac:inkMkLst>
        </pc:inkChg>
        <pc:inkChg chg="add del">
          <ac:chgData name="Dr.Sugata Gangopadhyay" userId="5fbd9f87-0a98-489d-9d45-82abac52020a" providerId="ADAL" clId="{4ACBC6C6-645A-4BB1-96CC-1A36D3AF8CF8}" dt="2025-02-22T03:08:46.260" v="438"/>
          <ac:inkMkLst>
            <pc:docMk/>
            <pc:sldMk cId="3409389150" sldId="301"/>
            <ac:inkMk id="103" creationId="{EA96EFA1-815E-430B-8653-C603EE7006C6}"/>
          </ac:inkMkLst>
        </pc:inkChg>
        <pc:inkChg chg="add del">
          <ac:chgData name="Dr.Sugata Gangopadhyay" userId="5fbd9f87-0a98-489d-9d45-82abac52020a" providerId="ADAL" clId="{4ACBC6C6-645A-4BB1-96CC-1A36D3AF8CF8}" dt="2025-02-22T03:08:46.260" v="438"/>
          <ac:inkMkLst>
            <pc:docMk/>
            <pc:sldMk cId="3409389150" sldId="301"/>
            <ac:inkMk id="104" creationId="{F22C2405-E48A-4767-A7C0-8D111ED91816}"/>
          </ac:inkMkLst>
        </pc:inkChg>
        <pc:inkChg chg="add">
          <ac:chgData name="Dr.Sugata Gangopadhyay" userId="5fbd9f87-0a98-489d-9d45-82abac52020a" providerId="ADAL" clId="{4ACBC6C6-645A-4BB1-96CC-1A36D3AF8CF8}" dt="2025-02-22T03:08:46.260" v="438"/>
          <ac:inkMkLst>
            <pc:docMk/>
            <pc:sldMk cId="3409389150" sldId="301"/>
            <ac:inkMk id="105" creationId="{7FE3EAF7-B17D-4BFF-BA97-9C2D2628B331}"/>
          </ac:inkMkLst>
        </pc:inkChg>
        <pc:inkChg chg="add">
          <ac:chgData name="Dr.Sugata Gangopadhyay" userId="5fbd9f87-0a98-489d-9d45-82abac52020a" providerId="ADAL" clId="{4ACBC6C6-645A-4BB1-96CC-1A36D3AF8CF8}" dt="2025-02-22T03:08:52.367" v="439"/>
          <ac:inkMkLst>
            <pc:docMk/>
            <pc:sldMk cId="3409389150" sldId="301"/>
            <ac:inkMk id="106" creationId="{E8E21AC6-EC88-4C59-8F76-313C76C58B64}"/>
          </ac:inkMkLst>
        </pc:inkChg>
        <pc:inkChg chg="add del">
          <ac:chgData name="Dr.Sugata Gangopadhyay" userId="5fbd9f87-0a98-489d-9d45-82abac52020a" providerId="ADAL" clId="{4ACBC6C6-645A-4BB1-96CC-1A36D3AF8CF8}" dt="2025-02-22T03:08:57.258" v="442"/>
          <ac:inkMkLst>
            <pc:docMk/>
            <pc:sldMk cId="3409389150" sldId="301"/>
            <ac:inkMk id="107" creationId="{8CD89860-B74D-4340-920F-64F04DF423EB}"/>
          </ac:inkMkLst>
        </pc:inkChg>
        <pc:inkChg chg="add del">
          <ac:chgData name="Dr.Sugata Gangopadhyay" userId="5fbd9f87-0a98-489d-9d45-82abac52020a" providerId="ADAL" clId="{4ACBC6C6-645A-4BB1-96CC-1A36D3AF8CF8}" dt="2025-02-22T03:08:57.258" v="442"/>
          <ac:inkMkLst>
            <pc:docMk/>
            <pc:sldMk cId="3409389150" sldId="301"/>
            <ac:inkMk id="108" creationId="{395F6D8B-8F21-40F9-A4FB-751F370423BA}"/>
          </ac:inkMkLst>
        </pc:inkChg>
        <pc:inkChg chg="add">
          <ac:chgData name="Dr.Sugata Gangopadhyay" userId="5fbd9f87-0a98-489d-9d45-82abac52020a" providerId="ADAL" clId="{4ACBC6C6-645A-4BB1-96CC-1A36D3AF8CF8}" dt="2025-02-22T03:08:57.258" v="442"/>
          <ac:inkMkLst>
            <pc:docMk/>
            <pc:sldMk cId="3409389150" sldId="301"/>
            <ac:inkMk id="109" creationId="{B00D1932-F787-4DA5-9269-886D91BC6434}"/>
          </ac:inkMkLst>
        </pc:inkChg>
        <pc:inkChg chg="del">
          <ac:chgData name="Dr.Sugata Gangopadhyay" userId="5fbd9f87-0a98-489d-9d45-82abac52020a" providerId="ADAL" clId="{4ACBC6C6-645A-4BB1-96CC-1A36D3AF8CF8}" dt="2025-02-22T03:05:55.562" v="363"/>
          <ac:inkMkLst>
            <pc:docMk/>
            <pc:sldMk cId="3409389150" sldId="301"/>
            <ac:inkMk id="118" creationId="{F76DFEC0-0E67-4A72-8E35-9F941F09A5B5}"/>
          </ac:inkMkLst>
        </pc:inkChg>
        <pc:inkChg chg="del">
          <ac:chgData name="Dr.Sugata Gangopadhyay" userId="5fbd9f87-0a98-489d-9d45-82abac52020a" providerId="ADAL" clId="{4ACBC6C6-645A-4BB1-96CC-1A36D3AF8CF8}" dt="2025-02-22T02:42:50.763" v="8" actId="478"/>
          <ac:inkMkLst>
            <pc:docMk/>
            <pc:sldMk cId="3409389150" sldId="301"/>
            <ac:inkMk id="119" creationId="{3AE5E888-67A8-4982-8E63-5EE369EB3C15}"/>
          </ac:inkMkLst>
        </pc:inkChg>
      </pc:sldChg>
      <pc:sldChg chg="addSp delSp">
        <pc:chgData name="Dr.Sugata Gangopadhyay" userId="5fbd9f87-0a98-489d-9d45-82abac52020a" providerId="ADAL" clId="{4ACBC6C6-645A-4BB1-96CC-1A36D3AF8CF8}" dt="2025-02-22T02:43:05.973" v="11" actId="478"/>
        <pc:sldMkLst>
          <pc:docMk/>
          <pc:sldMk cId="3555676975" sldId="302"/>
        </pc:sldMkLst>
        <pc:inkChg chg="add del">
          <ac:chgData name="Dr.Sugata Gangopadhyay" userId="5fbd9f87-0a98-489d-9d45-82abac52020a" providerId="ADAL" clId="{4ACBC6C6-645A-4BB1-96CC-1A36D3AF8CF8}" dt="2025-02-22T02:43:05.973" v="11" actId="478"/>
          <ac:inkMkLst>
            <pc:docMk/>
            <pc:sldMk cId="3555676975" sldId="302"/>
            <ac:inkMk id="4" creationId="{4A0606DC-E13B-4E67-86C2-98A011E50630}"/>
          </ac:inkMkLst>
        </pc:inkChg>
        <pc:inkChg chg="del">
          <ac:chgData name="Dr.Sugata Gangopadhyay" userId="5fbd9f87-0a98-489d-9d45-82abac52020a" providerId="ADAL" clId="{4ACBC6C6-645A-4BB1-96CC-1A36D3AF8CF8}" dt="2025-02-22T02:42:59.970" v="9" actId="478"/>
          <ac:inkMkLst>
            <pc:docMk/>
            <pc:sldMk cId="3555676975" sldId="302"/>
            <ac:inkMk id="22" creationId="{494B8638-75C3-43CF-B3C4-E861A5EE515F}"/>
          </ac:inkMkLst>
        </pc:inkChg>
        <pc:inkChg chg="del">
          <ac:chgData name="Dr.Sugata Gangopadhyay" userId="5fbd9f87-0a98-489d-9d45-82abac52020a" providerId="ADAL" clId="{4ACBC6C6-645A-4BB1-96CC-1A36D3AF8CF8}" dt="2025-02-22T02:42:59.970" v="9" actId="478"/>
          <ac:inkMkLst>
            <pc:docMk/>
            <pc:sldMk cId="3555676975" sldId="302"/>
            <ac:inkMk id="23" creationId="{14619C71-4652-4CA5-87D6-5F763FA68B29}"/>
          </ac:inkMkLst>
        </pc:inkChg>
        <pc:inkChg chg="del">
          <ac:chgData name="Dr.Sugata Gangopadhyay" userId="5fbd9f87-0a98-489d-9d45-82abac52020a" providerId="ADAL" clId="{4ACBC6C6-645A-4BB1-96CC-1A36D3AF8CF8}" dt="2025-02-22T02:42:59.970" v="9" actId="478"/>
          <ac:inkMkLst>
            <pc:docMk/>
            <pc:sldMk cId="3555676975" sldId="302"/>
            <ac:inkMk id="24" creationId="{C30D75F6-7A96-4CAA-A94E-734302D4A1FE}"/>
          </ac:inkMkLst>
        </pc:inkChg>
        <pc:inkChg chg="del">
          <ac:chgData name="Dr.Sugata Gangopadhyay" userId="5fbd9f87-0a98-489d-9d45-82abac52020a" providerId="ADAL" clId="{4ACBC6C6-645A-4BB1-96CC-1A36D3AF8CF8}" dt="2025-02-22T02:42:59.970" v="9" actId="478"/>
          <ac:inkMkLst>
            <pc:docMk/>
            <pc:sldMk cId="3555676975" sldId="302"/>
            <ac:inkMk id="54" creationId="{56059289-2150-44CE-9E2B-65E6AE991203}"/>
          </ac:inkMkLst>
        </pc:inkChg>
        <pc:inkChg chg="del">
          <ac:chgData name="Dr.Sugata Gangopadhyay" userId="5fbd9f87-0a98-489d-9d45-82abac52020a" providerId="ADAL" clId="{4ACBC6C6-645A-4BB1-96CC-1A36D3AF8CF8}" dt="2025-02-22T02:42:59.970" v="9" actId="478"/>
          <ac:inkMkLst>
            <pc:docMk/>
            <pc:sldMk cId="3555676975" sldId="302"/>
            <ac:inkMk id="58" creationId="{9806DD44-B6A7-4DB9-BC50-A6A3D2C002BC}"/>
          </ac:inkMkLst>
        </pc:inkChg>
        <pc:inkChg chg="del">
          <ac:chgData name="Dr.Sugata Gangopadhyay" userId="5fbd9f87-0a98-489d-9d45-82abac52020a" providerId="ADAL" clId="{4ACBC6C6-645A-4BB1-96CC-1A36D3AF8CF8}" dt="2025-02-22T02:42:59.970" v="9" actId="478"/>
          <ac:inkMkLst>
            <pc:docMk/>
            <pc:sldMk cId="3555676975" sldId="302"/>
            <ac:inkMk id="59" creationId="{E3C1906A-218B-48D7-B6C1-3A376FFBB304}"/>
          </ac:inkMkLst>
        </pc:inkChg>
        <pc:inkChg chg="del">
          <ac:chgData name="Dr.Sugata Gangopadhyay" userId="5fbd9f87-0a98-489d-9d45-82abac52020a" providerId="ADAL" clId="{4ACBC6C6-645A-4BB1-96CC-1A36D3AF8CF8}" dt="2025-02-22T02:42:59.970" v="9" actId="478"/>
          <ac:inkMkLst>
            <pc:docMk/>
            <pc:sldMk cId="3555676975" sldId="302"/>
            <ac:inkMk id="85" creationId="{6D6610B5-3CA9-4181-9C9E-37E806B1CA31}"/>
          </ac:inkMkLst>
        </pc:inkChg>
        <pc:inkChg chg="del">
          <ac:chgData name="Dr.Sugata Gangopadhyay" userId="5fbd9f87-0a98-489d-9d45-82abac52020a" providerId="ADAL" clId="{4ACBC6C6-645A-4BB1-96CC-1A36D3AF8CF8}" dt="2025-02-22T02:42:59.970" v="9" actId="478"/>
          <ac:inkMkLst>
            <pc:docMk/>
            <pc:sldMk cId="3555676975" sldId="302"/>
            <ac:inkMk id="94" creationId="{0D3D8E3C-5F61-487B-A1D8-865A4BBE81E6}"/>
          </ac:inkMkLst>
        </pc:inkChg>
        <pc:inkChg chg="del">
          <ac:chgData name="Dr.Sugata Gangopadhyay" userId="5fbd9f87-0a98-489d-9d45-82abac52020a" providerId="ADAL" clId="{4ACBC6C6-645A-4BB1-96CC-1A36D3AF8CF8}" dt="2025-02-22T02:42:59.970" v="9" actId="478"/>
          <ac:inkMkLst>
            <pc:docMk/>
            <pc:sldMk cId="3555676975" sldId="302"/>
            <ac:inkMk id="95" creationId="{D2EB47C7-80E7-4ACC-8565-A06242AE7CC5}"/>
          </ac:inkMkLst>
        </pc:inkChg>
        <pc:inkChg chg="del">
          <ac:chgData name="Dr.Sugata Gangopadhyay" userId="5fbd9f87-0a98-489d-9d45-82abac52020a" providerId="ADAL" clId="{4ACBC6C6-645A-4BB1-96CC-1A36D3AF8CF8}" dt="2025-02-22T02:43:05.973" v="11" actId="478"/>
          <ac:inkMkLst>
            <pc:docMk/>
            <pc:sldMk cId="3555676975" sldId="302"/>
            <ac:inkMk id="103" creationId="{2EA212F9-8CAA-4E75-97FC-D23CF2C1F637}"/>
          </ac:inkMkLst>
        </pc:inkChg>
        <pc:inkChg chg="del">
          <ac:chgData name="Dr.Sugata Gangopadhyay" userId="5fbd9f87-0a98-489d-9d45-82abac52020a" providerId="ADAL" clId="{4ACBC6C6-645A-4BB1-96CC-1A36D3AF8CF8}" dt="2025-02-22T02:43:05.973" v="11" actId="478"/>
          <ac:inkMkLst>
            <pc:docMk/>
            <pc:sldMk cId="3555676975" sldId="302"/>
            <ac:inkMk id="106" creationId="{E7E8697D-A761-426B-8088-69BD4BD0CCDC}"/>
          </ac:inkMkLst>
        </pc:inkChg>
        <pc:inkChg chg="del">
          <ac:chgData name="Dr.Sugata Gangopadhyay" userId="5fbd9f87-0a98-489d-9d45-82abac52020a" providerId="ADAL" clId="{4ACBC6C6-645A-4BB1-96CC-1A36D3AF8CF8}" dt="2025-02-22T02:42:59.970" v="9" actId="478"/>
          <ac:inkMkLst>
            <pc:docMk/>
            <pc:sldMk cId="3555676975" sldId="302"/>
            <ac:inkMk id="107" creationId="{9A2B2051-6CE3-4332-948C-D722DDE096ED}"/>
          </ac:inkMkLst>
        </pc:inkChg>
        <pc:inkChg chg="del">
          <ac:chgData name="Dr.Sugata Gangopadhyay" userId="5fbd9f87-0a98-489d-9d45-82abac52020a" providerId="ADAL" clId="{4ACBC6C6-645A-4BB1-96CC-1A36D3AF8CF8}" dt="2025-02-22T02:42:59.970" v="9" actId="478"/>
          <ac:inkMkLst>
            <pc:docMk/>
            <pc:sldMk cId="3555676975" sldId="302"/>
            <ac:inkMk id="108" creationId="{5B70BE20-EAFA-4EDD-9BA3-ADF716B927A9}"/>
          </ac:inkMkLst>
        </pc:inkChg>
        <pc:inkChg chg="del">
          <ac:chgData name="Dr.Sugata Gangopadhyay" userId="5fbd9f87-0a98-489d-9d45-82abac52020a" providerId="ADAL" clId="{4ACBC6C6-645A-4BB1-96CC-1A36D3AF8CF8}" dt="2025-02-22T02:42:59.970" v="9" actId="478"/>
          <ac:inkMkLst>
            <pc:docMk/>
            <pc:sldMk cId="3555676975" sldId="302"/>
            <ac:inkMk id="109" creationId="{87E06475-023B-4710-B45F-BDBF220394DB}"/>
          </ac:inkMkLst>
        </pc:inkChg>
        <pc:inkChg chg="del">
          <ac:chgData name="Dr.Sugata Gangopadhyay" userId="5fbd9f87-0a98-489d-9d45-82abac52020a" providerId="ADAL" clId="{4ACBC6C6-645A-4BB1-96CC-1A36D3AF8CF8}" dt="2025-02-22T02:42:59.970" v="9" actId="478"/>
          <ac:inkMkLst>
            <pc:docMk/>
            <pc:sldMk cId="3555676975" sldId="302"/>
            <ac:inkMk id="110" creationId="{F7DCCB98-7B0B-48A5-8D33-3457A5F729F1}"/>
          </ac:inkMkLst>
        </pc:inkChg>
        <pc:inkChg chg="del">
          <ac:chgData name="Dr.Sugata Gangopadhyay" userId="5fbd9f87-0a98-489d-9d45-82abac52020a" providerId="ADAL" clId="{4ACBC6C6-645A-4BB1-96CC-1A36D3AF8CF8}" dt="2025-02-22T02:42:59.970" v="9" actId="478"/>
          <ac:inkMkLst>
            <pc:docMk/>
            <pc:sldMk cId="3555676975" sldId="302"/>
            <ac:inkMk id="120" creationId="{D08E8817-B944-4335-820A-E5EABCA3E732}"/>
          </ac:inkMkLst>
        </pc:inkChg>
        <pc:inkChg chg="del">
          <ac:chgData name="Dr.Sugata Gangopadhyay" userId="5fbd9f87-0a98-489d-9d45-82abac52020a" providerId="ADAL" clId="{4ACBC6C6-645A-4BB1-96CC-1A36D3AF8CF8}" dt="2025-02-22T02:42:59.970" v="9" actId="478"/>
          <ac:inkMkLst>
            <pc:docMk/>
            <pc:sldMk cId="3555676975" sldId="302"/>
            <ac:inkMk id="129" creationId="{B7D84384-041E-42C6-9962-15C513F091D5}"/>
          </ac:inkMkLst>
        </pc:inkChg>
        <pc:inkChg chg="del">
          <ac:chgData name="Dr.Sugata Gangopadhyay" userId="5fbd9f87-0a98-489d-9d45-82abac52020a" providerId="ADAL" clId="{4ACBC6C6-645A-4BB1-96CC-1A36D3AF8CF8}" dt="2025-02-22T02:42:59.970" v="9" actId="478"/>
          <ac:inkMkLst>
            <pc:docMk/>
            <pc:sldMk cId="3555676975" sldId="302"/>
            <ac:inkMk id="131" creationId="{CEF2E735-38D3-48DF-917A-AFF56441D351}"/>
          </ac:inkMkLst>
        </pc:inkChg>
      </pc:sldChg>
      <pc:sldChg chg="delSp">
        <pc:chgData name="Dr.Sugata Gangopadhyay" userId="5fbd9f87-0a98-489d-9d45-82abac52020a" providerId="ADAL" clId="{4ACBC6C6-645A-4BB1-96CC-1A36D3AF8CF8}" dt="2025-02-22T02:43:25.969" v="12" actId="478"/>
        <pc:sldMkLst>
          <pc:docMk/>
          <pc:sldMk cId="2364159166" sldId="303"/>
        </pc:sldMkLst>
        <pc:inkChg chg="del">
          <ac:chgData name="Dr.Sugata Gangopadhyay" userId="5fbd9f87-0a98-489d-9d45-82abac52020a" providerId="ADAL" clId="{4ACBC6C6-645A-4BB1-96CC-1A36D3AF8CF8}" dt="2025-02-22T02:43:25.969" v="12" actId="478"/>
          <ac:inkMkLst>
            <pc:docMk/>
            <pc:sldMk cId="2364159166" sldId="303"/>
            <ac:inkMk id="4" creationId="{D896FFA6-60C9-4941-B4C8-187011539BF5}"/>
          </ac:inkMkLst>
        </pc:inkChg>
        <pc:inkChg chg="del">
          <ac:chgData name="Dr.Sugata Gangopadhyay" userId="5fbd9f87-0a98-489d-9d45-82abac52020a" providerId="ADAL" clId="{4ACBC6C6-645A-4BB1-96CC-1A36D3AF8CF8}" dt="2025-02-22T02:43:25.969" v="12" actId="478"/>
          <ac:inkMkLst>
            <pc:docMk/>
            <pc:sldMk cId="2364159166" sldId="303"/>
            <ac:inkMk id="5" creationId="{15A5C287-E93E-420E-B912-19996CB25D06}"/>
          </ac:inkMkLst>
        </pc:inkChg>
        <pc:inkChg chg="del">
          <ac:chgData name="Dr.Sugata Gangopadhyay" userId="5fbd9f87-0a98-489d-9d45-82abac52020a" providerId="ADAL" clId="{4ACBC6C6-645A-4BB1-96CC-1A36D3AF8CF8}" dt="2025-02-22T02:43:25.969" v="12" actId="478"/>
          <ac:inkMkLst>
            <pc:docMk/>
            <pc:sldMk cId="2364159166" sldId="303"/>
            <ac:inkMk id="12" creationId="{6E5C55CB-63A3-4BFA-AECF-8EE52E705241}"/>
          </ac:inkMkLst>
        </pc:inkChg>
        <pc:inkChg chg="del">
          <ac:chgData name="Dr.Sugata Gangopadhyay" userId="5fbd9f87-0a98-489d-9d45-82abac52020a" providerId="ADAL" clId="{4ACBC6C6-645A-4BB1-96CC-1A36D3AF8CF8}" dt="2025-02-22T02:43:25.969" v="12" actId="478"/>
          <ac:inkMkLst>
            <pc:docMk/>
            <pc:sldMk cId="2364159166" sldId="303"/>
            <ac:inkMk id="13" creationId="{6F688B5E-865B-4CE7-8413-94BCA923BA6E}"/>
          </ac:inkMkLst>
        </pc:inkChg>
        <pc:inkChg chg="del">
          <ac:chgData name="Dr.Sugata Gangopadhyay" userId="5fbd9f87-0a98-489d-9d45-82abac52020a" providerId="ADAL" clId="{4ACBC6C6-645A-4BB1-96CC-1A36D3AF8CF8}" dt="2025-02-22T02:43:25.969" v="12" actId="478"/>
          <ac:inkMkLst>
            <pc:docMk/>
            <pc:sldMk cId="2364159166" sldId="303"/>
            <ac:inkMk id="17" creationId="{5917C437-52C1-4BEB-BE2A-2C8F22E61709}"/>
          </ac:inkMkLst>
        </pc:inkChg>
        <pc:inkChg chg="del">
          <ac:chgData name="Dr.Sugata Gangopadhyay" userId="5fbd9f87-0a98-489d-9d45-82abac52020a" providerId="ADAL" clId="{4ACBC6C6-645A-4BB1-96CC-1A36D3AF8CF8}" dt="2025-02-22T02:43:25.969" v="12" actId="478"/>
          <ac:inkMkLst>
            <pc:docMk/>
            <pc:sldMk cId="2364159166" sldId="303"/>
            <ac:inkMk id="18" creationId="{BD5AC5EF-0946-4544-97A0-F2FA6B7E4F4E}"/>
          </ac:inkMkLst>
        </pc:inkChg>
        <pc:inkChg chg="del">
          <ac:chgData name="Dr.Sugata Gangopadhyay" userId="5fbd9f87-0a98-489d-9d45-82abac52020a" providerId="ADAL" clId="{4ACBC6C6-645A-4BB1-96CC-1A36D3AF8CF8}" dt="2025-02-22T02:43:25.969" v="12" actId="478"/>
          <ac:inkMkLst>
            <pc:docMk/>
            <pc:sldMk cId="2364159166" sldId="303"/>
            <ac:inkMk id="19" creationId="{075DE877-753E-4E6B-86C2-C20F8C686237}"/>
          </ac:inkMkLst>
        </pc:inkChg>
        <pc:inkChg chg="del">
          <ac:chgData name="Dr.Sugata Gangopadhyay" userId="5fbd9f87-0a98-489d-9d45-82abac52020a" providerId="ADAL" clId="{4ACBC6C6-645A-4BB1-96CC-1A36D3AF8CF8}" dt="2025-02-22T02:43:25.969" v="12" actId="478"/>
          <ac:inkMkLst>
            <pc:docMk/>
            <pc:sldMk cId="2364159166" sldId="303"/>
            <ac:inkMk id="24" creationId="{12638A8E-7BFC-4DA0-8EBE-9348306334A9}"/>
          </ac:inkMkLst>
        </pc:inkChg>
      </pc:sldChg>
    </pc:docChg>
  </pc:docChgLst>
  <pc:docChgLst>
    <pc:chgData name="Dr.Sugata Gangopadhyay" userId="5fbd9f87-0a98-489d-9d45-82abac52020a" providerId="ADAL" clId="{4677B8CD-797C-418E-90F5-786298BF540A}"/>
    <pc:docChg chg="custSel addSld modSld">
      <pc:chgData name="Dr.Sugata Gangopadhyay" userId="5fbd9f87-0a98-489d-9d45-82abac52020a" providerId="ADAL" clId="{4677B8CD-797C-418E-90F5-786298BF540A}" dt="2025-02-24T01:10:37.252" v="29" actId="20577"/>
      <pc:docMkLst>
        <pc:docMk/>
      </pc:docMkLst>
      <pc:sldChg chg="modSp">
        <pc:chgData name="Dr.Sugata Gangopadhyay" userId="5fbd9f87-0a98-489d-9d45-82abac52020a" providerId="ADAL" clId="{4677B8CD-797C-418E-90F5-786298BF540A}" dt="2025-02-24T01:10:23.625" v="27" actId="20577"/>
        <pc:sldMkLst>
          <pc:docMk/>
          <pc:sldMk cId="4130584051" sldId="305"/>
        </pc:sldMkLst>
        <pc:spChg chg="mod">
          <ac:chgData name="Dr.Sugata Gangopadhyay" userId="5fbd9f87-0a98-489d-9d45-82abac52020a" providerId="ADAL" clId="{4677B8CD-797C-418E-90F5-786298BF540A}" dt="2025-02-24T01:10:23.625" v="27" actId="20577"/>
          <ac:spMkLst>
            <pc:docMk/>
            <pc:sldMk cId="4130584051" sldId="305"/>
            <ac:spMk id="3" creationId="{32556758-C084-423E-9B2A-EDC4448BF019}"/>
          </ac:spMkLst>
        </pc:spChg>
      </pc:sldChg>
      <pc:sldChg chg="delSp modSp">
        <pc:chgData name="Dr.Sugata Gangopadhyay" userId="5fbd9f87-0a98-489d-9d45-82abac52020a" providerId="ADAL" clId="{4677B8CD-797C-418E-90F5-786298BF540A}" dt="2025-02-24T01:10:37.252" v="29" actId="20577"/>
        <pc:sldMkLst>
          <pc:docMk/>
          <pc:sldMk cId="3561144557" sldId="306"/>
        </pc:sldMkLst>
        <pc:spChg chg="mod">
          <ac:chgData name="Dr.Sugata Gangopadhyay" userId="5fbd9f87-0a98-489d-9d45-82abac52020a" providerId="ADAL" clId="{4677B8CD-797C-418E-90F5-786298BF540A}" dt="2025-02-24T01:10:37.252" v="29" actId="20577"/>
          <ac:spMkLst>
            <pc:docMk/>
            <pc:sldMk cId="3561144557" sldId="306"/>
            <ac:spMk id="3" creationId="{48436327-F25E-418C-9995-89334E295C50}"/>
          </ac:spMkLst>
        </pc:spChg>
        <pc:inkChg chg="del">
          <ac:chgData name="Dr.Sugata Gangopadhyay" userId="5fbd9f87-0a98-489d-9d45-82abac52020a" providerId="ADAL" clId="{4677B8CD-797C-418E-90F5-786298BF540A}" dt="2025-02-24T01:09:42.197" v="15" actId="478"/>
          <ac:inkMkLst>
            <pc:docMk/>
            <pc:sldMk cId="3561144557" sldId="306"/>
            <ac:inkMk id="5" creationId="{01A2125B-9A00-4650-AF19-E373FDEBAC4A}"/>
          </ac:inkMkLst>
        </pc:inkChg>
        <pc:inkChg chg="del">
          <ac:chgData name="Dr.Sugata Gangopadhyay" userId="5fbd9f87-0a98-489d-9d45-82abac52020a" providerId="ADAL" clId="{4677B8CD-797C-418E-90F5-786298BF540A}" dt="2025-02-24T01:09:49.251" v="17" actId="478"/>
          <ac:inkMkLst>
            <pc:docMk/>
            <pc:sldMk cId="3561144557" sldId="306"/>
            <ac:inkMk id="43" creationId="{7219CAB2-AE14-451F-BEB5-647044EB7C9A}"/>
          </ac:inkMkLst>
        </pc:inkChg>
        <pc:inkChg chg="del">
          <ac:chgData name="Dr.Sugata Gangopadhyay" userId="5fbd9f87-0a98-489d-9d45-82abac52020a" providerId="ADAL" clId="{4677B8CD-797C-418E-90F5-786298BF540A}" dt="2025-02-24T01:08:55.614" v="0" actId="478"/>
          <ac:inkMkLst>
            <pc:docMk/>
            <pc:sldMk cId="3561144557" sldId="306"/>
            <ac:inkMk id="67" creationId="{EB723578-4846-4B6D-82AC-9EC43258ECFA}"/>
          </ac:inkMkLst>
        </pc:inkChg>
        <pc:inkChg chg="del">
          <ac:chgData name="Dr.Sugata Gangopadhyay" userId="5fbd9f87-0a98-489d-9d45-82abac52020a" providerId="ADAL" clId="{4677B8CD-797C-418E-90F5-786298BF540A}" dt="2025-02-24T01:09:08.714" v="2" actId="478"/>
          <ac:inkMkLst>
            <pc:docMk/>
            <pc:sldMk cId="3561144557" sldId="306"/>
            <ac:inkMk id="72" creationId="{3432B652-80E7-4A0A-9732-976E1D3BF1C8}"/>
          </ac:inkMkLst>
        </pc:inkChg>
        <pc:inkChg chg="del">
          <ac:chgData name="Dr.Sugata Gangopadhyay" userId="5fbd9f87-0a98-489d-9d45-82abac52020a" providerId="ADAL" clId="{4677B8CD-797C-418E-90F5-786298BF540A}" dt="2025-02-24T01:09:09.912" v="3" actId="478"/>
          <ac:inkMkLst>
            <pc:docMk/>
            <pc:sldMk cId="3561144557" sldId="306"/>
            <ac:inkMk id="73" creationId="{D376846F-6FDA-403B-B051-D809157A4770}"/>
          </ac:inkMkLst>
        </pc:inkChg>
        <pc:inkChg chg="del">
          <ac:chgData name="Dr.Sugata Gangopadhyay" userId="5fbd9f87-0a98-489d-9d45-82abac52020a" providerId="ADAL" clId="{4677B8CD-797C-418E-90F5-786298BF540A}" dt="2025-02-24T01:09:12.380" v="5" actId="478"/>
          <ac:inkMkLst>
            <pc:docMk/>
            <pc:sldMk cId="3561144557" sldId="306"/>
            <ac:inkMk id="80" creationId="{3649B354-85B4-4699-8370-FBD56FAA594A}"/>
          </ac:inkMkLst>
        </pc:inkChg>
        <pc:inkChg chg="del">
          <ac:chgData name="Dr.Sugata Gangopadhyay" userId="5fbd9f87-0a98-489d-9d45-82abac52020a" providerId="ADAL" clId="{4677B8CD-797C-418E-90F5-786298BF540A}" dt="2025-02-24T01:09:06.394" v="1" actId="478"/>
          <ac:inkMkLst>
            <pc:docMk/>
            <pc:sldMk cId="3561144557" sldId="306"/>
            <ac:inkMk id="81" creationId="{E5D64B18-C3D4-4496-9D5C-02D5B808D49F}"/>
          </ac:inkMkLst>
        </pc:inkChg>
        <pc:inkChg chg="del">
          <ac:chgData name="Dr.Sugata Gangopadhyay" userId="5fbd9f87-0a98-489d-9d45-82abac52020a" providerId="ADAL" clId="{4677B8CD-797C-418E-90F5-786298BF540A}" dt="2025-02-24T01:09:11.197" v="4" actId="478"/>
          <ac:inkMkLst>
            <pc:docMk/>
            <pc:sldMk cId="3561144557" sldId="306"/>
            <ac:inkMk id="94" creationId="{25D9898D-B795-4F2C-83AD-8AEA976816A7}"/>
          </ac:inkMkLst>
        </pc:inkChg>
        <pc:inkChg chg="del">
          <ac:chgData name="Dr.Sugata Gangopadhyay" userId="5fbd9f87-0a98-489d-9d45-82abac52020a" providerId="ADAL" clId="{4677B8CD-797C-418E-90F5-786298BF540A}" dt="2025-02-24T01:09:21.567" v="7" actId="478"/>
          <ac:inkMkLst>
            <pc:docMk/>
            <pc:sldMk cId="3561144557" sldId="306"/>
            <ac:inkMk id="138" creationId="{DBE82424-3DDC-4BC3-AE06-B1159F187117}"/>
          </ac:inkMkLst>
        </pc:inkChg>
        <pc:inkChg chg="del">
          <ac:chgData name="Dr.Sugata Gangopadhyay" userId="5fbd9f87-0a98-489d-9d45-82abac52020a" providerId="ADAL" clId="{4677B8CD-797C-418E-90F5-786298BF540A}" dt="2025-02-24T01:09:20.285" v="6" actId="478"/>
          <ac:inkMkLst>
            <pc:docMk/>
            <pc:sldMk cId="3561144557" sldId="306"/>
            <ac:inkMk id="139" creationId="{69BDEBBC-7F4B-48EF-88F6-8A27F33C9889}"/>
          </ac:inkMkLst>
        </pc:inkChg>
        <pc:inkChg chg="del">
          <ac:chgData name="Dr.Sugata Gangopadhyay" userId="5fbd9f87-0a98-489d-9d45-82abac52020a" providerId="ADAL" clId="{4677B8CD-797C-418E-90F5-786298BF540A}" dt="2025-02-24T01:09:32.537" v="9" actId="478"/>
          <ac:inkMkLst>
            <pc:docMk/>
            <pc:sldMk cId="3561144557" sldId="306"/>
            <ac:inkMk id="160" creationId="{EDB20D31-2DDB-4783-8D4E-7AA97F66A452}"/>
          </ac:inkMkLst>
        </pc:inkChg>
        <pc:inkChg chg="del">
          <ac:chgData name="Dr.Sugata Gangopadhyay" userId="5fbd9f87-0a98-489d-9d45-82abac52020a" providerId="ADAL" clId="{4677B8CD-797C-418E-90F5-786298BF540A}" dt="2025-02-24T01:09:30.849" v="8" actId="478"/>
          <ac:inkMkLst>
            <pc:docMk/>
            <pc:sldMk cId="3561144557" sldId="306"/>
            <ac:inkMk id="203" creationId="{FB120125-8108-4B14-9527-F58FB6B6F882}"/>
          </ac:inkMkLst>
        </pc:inkChg>
        <pc:inkChg chg="del">
          <ac:chgData name="Dr.Sugata Gangopadhyay" userId="5fbd9f87-0a98-489d-9d45-82abac52020a" providerId="ADAL" clId="{4677B8CD-797C-418E-90F5-786298BF540A}" dt="2025-02-24T01:09:43.970" v="16" actId="478"/>
          <ac:inkMkLst>
            <pc:docMk/>
            <pc:sldMk cId="3561144557" sldId="306"/>
            <ac:inkMk id="204" creationId="{304A7A35-AD95-4807-A34B-96CC2A83A7B0}"/>
          </ac:inkMkLst>
        </pc:inkChg>
        <pc:inkChg chg="del">
          <ac:chgData name="Dr.Sugata Gangopadhyay" userId="5fbd9f87-0a98-489d-9d45-82abac52020a" providerId="ADAL" clId="{4677B8CD-797C-418E-90F5-786298BF540A}" dt="2025-02-24T01:09:33.740" v="10" actId="478"/>
          <ac:inkMkLst>
            <pc:docMk/>
            <pc:sldMk cId="3561144557" sldId="306"/>
            <ac:inkMk id="214" creationId="{05717EA1-452E-4CF5-AA2A-D05F60AC8005}"/>
          </ac:inkMkLst>
        </pc:inkChg>
        <pc:inkChg chg="del">
          <ac:chgData name="Dr.Sugata Gangopadhyay" userId="5fbd9f87-0a98-489d-9d45-82abac52020a" providerId="ADAL" clId="{4677B8CD-797C-418E-90F5-786298BF540A}" dt="2025-02-24T01:09:38.511" v="13" actId="478"/>
          <ac:inkMkLst>
            <pc:docMk/>
            <pc:sldMk cId="3561144557" sldId="306"/>
            <ac:inkMk id="215" creationId="{86E6525C-F61E-4C34-87A4-5C390BF9068A}"/>
          </ac:inkMkLst>
        </pc:inkChg>
        <pc:inkChg chg="del">
          <ac:chgData name="Dr.Sugata Gangopadhyay" userId="5fbd9f87-0a98-489d-9d45-82abac52020a" providerId="ADAL" clId="{4677B8CD-797C-418E-90F5-786298BF540A}" dt="2025-02-24T01:09:35.518" v="11" actId="478"/>
          <ac:inkMkLst>
            <pc:docMk/>
            <pc:sldMk cId="3561144557" sldId="306"/>
            <ac:inkMk id="220" creationId="{EA24D92D-2A62-45C4-87F4-05A4EF696D77}"/>
          </ac:inkMkLst>
        </pc:inkChg>
        <pc:inkChg chg="del">
          <ac:chgData name="Dr.Sugata Gangopadhyay" userId="5fbd9f87-0a98-489d-9d45-82abac52020a" providerId="ADAL" clId="{4677B8CD-797C-418E-90F5-786298BF540A}" dt="2025-02-24T01:09:36.772" v="12" actId="478"/>
          <ac:inkMkLst>
            <pc:docMk/>
            <pc:sldMk cId="3561144557" sldId="306"/>
            <ac:inkMk id="226" creationId="{E3E00F71-1FF3-412E-8F0E-2169FA286887}"/>
          </ac:inkMkLst>
        </pc:inkChg>
      </pc:sldChg>
      <pc:sldChg chg="add">
        <pc:chgData name="Dr.Sugata Gangopadhyay" userId="5fbd9f87-0a98-489d-9d45-82abac52020a" providerId="ADAL" clId="{4677B8CD-797C-418E-90F5-786298BF540A}" dt="2025-02-24T01:09:56.635" v="18"/>
        <pc:sldMkLst>
          <pc:docMk/>
          <pc:sldMk cId="4133892548" sldId="378"/>
        </pc:sldMkLst>
      </pc:sldChg>
      <pc:sldChg chg="add">
        <pc:chgData name="Dr.Sugata Gangopadhyay" userId="5fbd9f87-0a98-489d-9d45-82abac52020a" providerId="ADAL" clId="{4677B8CD-797C-418E-90F5-786298BF540A}" dt="2025-02-24T01:09:57.347" v="19"/>
        <pc:sldMkLst>
          <pc:docMk/>
          <pc:sldMk cId="1821729530" sldId="379"/>
        </pc:sldMkLst>
      </pc:sldChg>
      <pc:sldChg chg="add">
        <pc:chgData name="Dr.Sugata Gangopadhyay" userId="5fbd9f87-0a98-489d-9d45-82abac52020a" providerId="ADAL" clId="{4677B8CD-797C-418E-90F5-786298BF540A}" dt="2025-02-24T01:09:57.581" v="20"/>
        <pc:sldMkLst>
          <pc:docMk/>
          <pc:sldMk cId="921223596" sldId="380"/>
        </pc:sldMkLst>
      </pc:sldChg>
      <pc:sldChg chg="add">
        <pc:chgData name="Dr.Sugata Gangopadhyay" userId="5fbd9f87-0a98-489d-9d45-82abac52020a" providerId="ADAL" clId="{4677B8CD-797C-418E-90F5-786298BF540A}" dt="2025-02-24T01:09:57.775" v="21"/>
        <pc:sldMkLst>
          <pc:docMk/>
          <pc:sldMk cId="484959286" sldId="381"/>
        </pc:sldMkLst>
      </pc:sldChg>
      <pc:sldChg chg="add">
        <pc:chgData name="Dr.Sugata Gangopadhyay" userId="5fbd9f87-0a98-489d-9d45-82abac52020a" providerId="ADAL" clId="{4677B8CD-797C-418E-90F5-786298BF540A}" dt="2025-02-24T01:09:57.972" v="22"/>
        <pc:sldMkLst>
          <pc:docMk/>
          <pc:sldMk cId="665171904" sldId="382"/>
        </pc:sldMkLst>
      </pc:sldChg>
      <pc:sldChg chg="add">
        <pc:chgData name="Dr.Sugata Gangopadhyay" userId="5fbd9f87-0a98-489d-9d45-82abac52020a" providerId="ADAL" clId="{4677B8CD-797C-418E-90F5-786298BF540A}" dt="2025-02-24T01:09:58.124" v="23"/>
        <pc:sldMkLst>
          <pc:docMk/>
          <pc:sldMk cId="301964879" sldId="383"/>
        </pc:sldMkLst>
      </pc:sldChg>
      <pc:sldChg chg="add">
        <pc:chgData name="Dr.Sugata Gangopadhyay" userId="5fbd9f87-0a98-489d-9d45-82abac52020a" providerId="ADAL" clId="{4677B8CD-797C-418E-90F5-786298BF540A}" dt="2025-02-24T01:09:58.269" v="24"/>
        <pc:sldMkLst>
          <pc:docMk/>
          <pc:sldMk cId="155298916" sldId="384"/>
        </pc:sldMkLst>
      </pc:sldChg>
      <pc:sldChg chg="add">
        <pc:chgData name="Dr.Sugata Gangopadhyay" userId="5fbd9f87-0a98-489d-9d45-82abac52020a" providerId="ADAL" clId="{4677B8CD-797C-418E-90F5-786298BF540A}" dt="2025-02-24T01:09:58.441" v="25"/>
        <pc:sldMkLst>
          <pc:docMk/>
          <pc:sldMk cId="183799187" sldId="385"/>
        </pc:sldMkLst>
      </pc:sldChg>
    </pc:docChg>
  </pc:docChgLst>
  <pc:docChgLst>
    <pc:chgData name="Dr.Sugata Gangopadhyay" userId="5fbd9f87-0a98-489d-9d45-82abac52020a" providerId="ADAL" clId="{C3806F70-F0F3-4FA4-A822-20A3C94AFC14}"/>
    <pc:docChg chg="undo custSel addSld delSld modSld">
      <pc:chgData name="Dr.Sugata Gangopadhyay" userId="5fbd9f87-0a98-489d-9d45-82abac52020a" providerId="ADAL" clId="{C3806F70-F0F3-4FA4-A822-20A3C94AFC14}" dt="2025-03-03T03:01:11.731" v="1084"/>
      <pc:docMkLst>
        <pc:docMk/>
      </pc:docMkLst>
      <pc:sldChg chg="addSp">
        <pc:chgData name="Dr.Sugata Gangopadhyay" userId="5fbd9f87-0a98-489d-9d45-82abac52020a" providerId="ADAL" clId="{C3806F70-F0F3-4FA4-A822-20A3C94AFC14}" dt="2025-03-03T02:58:31.952" v="1003"/>
        <pc:sldMkLst>
          <pc:docMk/>
          <pc:sldMk cId="3358451273" sldId="357"/>
        </pc:sldMkLst>
        <pc:inkChg chg="add">
          <ac:chgData name="Dr.Sugata Gangopadhyay" userId="5fbd9f87-0a98-489d-9d45-82abac52020a" providerId="ADAL" clId="{C3806F70-F0F3-4FA4-A822-20A3C94AFC14}" dt="2025-03-03T02:58:31.952" v="1003"/>
          <ac:inkMkLst>
            <pc:docMk/>
            <pc:sldMk cId="3358451273" sldId="357"/>
            <ac:inkMk id="4" creationId="{2B354C0A-2012-4ED2-957E-100F0633A0A3}"/>
          </ac:inkMkLst>
        </pc:inkChg>
      </pc:sldChg>
      <pc:sldChg chg="addSp delSp">
        <pc:chgData name="Dr.Sugata Gangopadhyay" userId="5fbd9f87-0a98-489d-9d45-82abac52020a" providerId="ADAL" clId="{C3806F70-F0F3-4FA4-A822-20A3C94AFC14}" dt="2025-03-03T03:01:11.731" v="1084"/>
        <pc:sldMkLst>
          <pc:docMk/>
          <pc:sldMk cId="1209738834" sldId="364"/>
        </pc:sldMkLst>
        <pc:inkChg chg="add del">
          <ac:chgData name="Dr.Sugata Gangopadhyay" userId="5fbd9f87-0a98-489d-9d45-82abac52020a" providerId="ADAL" clId="{C3806F70-F0F3-4FA4-A822-20A3C94AFC14}" dt="2025-03-03T03:01:11.731" v="1084"/>
          <ac:inkMkLst>
            <pc:docMk/>
            <pc:sldMk cId="1209738834" sldId="364"/>
            <ac:inkMk id="4" creationId="{71D2A255-E912-4E95-9404-73813FF41A5B}"/>
          </ac:inkMkLst>
        </pc:inkChg>
        <pc:inkChg chg="add del">
          <ac:chgData name="Dr.Sugata Gangopadhyay" userId="5fbd9f87-0a98-489d-9d45-82abac52020a" providerId="ADAL" clId="{C3806F70-F0F3-4FA4-A822-20A3C94AFC14}" dt="2025-03-03T03:00:25.345" v="1012"/>
          <ac:inkMkLst>
            <pc:docMk/>
            <pc:sldMk cId="1209738834" sldId="364"/>
            <ac:inkMk id="5" creationId="{77E93E7B-EA30-4239-93ED-D84446D5C9CB}"/>
          </ac:inkMkLst>
        </pc:inkChg>
        <pc:inkChg chg="add del">
          <ac:chgData name="Dr.Sugata Gangopadhyay" userId="5fbd9f87-0a98-489d-9d45-82abac52020a" providerId="ADAL" clId="{C3806F70-F0F3-4FA4-A822-20A3C94AFC14}" dt="2025-03-03T03:00:25.345" v="1012"/>
          <ac:inkMkLst>
            <pc:docMk/>
            <pc:sldMk cId="1209738834" sldId="364"/>
            <ac:inkMk id="6" creationId="{4EEC85D7-4685-4025-A8AB-AC224C5D952C}"/>
          </ac:inkMkLst>
        </pc:inkChg>
        <pc:inkChg chg="add del">
          <ac:chgData name="Dr.Sugata Gangopadhyay" userId="5fbd9f87-0a98-489d-9d45-82abac52020a" providerId="ADAL" clId="{C3806F70-F0F3-4FA4-A822-20A3C94AFC14}" dt="2025-03-03T03:00:25.345" v="1012"/>
          <ac:inkMkLst>
            <pc:docMk/>
            <pc:sldMk cId="1209738834" sldId="364"/>
            <ac:inkMk id="7" creationId="{60BDB8DB-6501-43A3-BAF9-880B5212B35C}"/>
          </ac:inkMkLst>
        </pc:inkChg>
        <pc:inkChg chg="add del">
          <ac:chgData name="Dr.Sugata Gangopadhyay" userId="5fbd9f87-0a98-489d-9d45-82abac52020a" providerId="ADAL" clId="{C3806F70-F0F3-4FA4-A822-20A3C94AFC14}" dt="2025-03-03T03:00:25.345" v="1012"/>
          <ac:inkMkLst>
            <pc:docMk/>
            <pc:sldMk cId="1209738834" sldId="364"/>
            <ac:inkMk id="8" creationId="{88CF4424-3840-4D8F-84DB-FA3FDA1DF17F}"/>
          </ac:inkMkLst>
        </pc:inkChg>
        <pc:inkChg chg="add del">
          <ac:chgData name="Dr.Sugata Gangopadhyay" userId="5fbd9f87-0a98-489d-9d45-82abac52020a" providerId="ADAL" clId="{C3806F70-F0F3-4FA4-A822-20A3C94AFC14}" dt="2025-03-03T03:00:25.345" v="1012"/>
          <ac:inkMkLst>
            <pc:docMk/>
            <pc:sldMk cId="1209738834" sldId="364"/>
            <ac:inkMk id="9" creationId="{0900845F-D8EA-4977-A8CA-14092C32922C}"/>
          </ac:inkMkLst>
        </pc:inkChg>
        <pc:inkChg chg="add del">
          <ac:chgData name="Dr.Sugata Gangopadhyay" userId="5fbd9f87-0a98-489d-9d45-82abac52020a" providerId="ADAL" clId="{C3806F70-F0F3-4FA4-A822-20A3C94AFC14}" dt="2025-03-03T03:00:25.345" v="1012"/>
          <ac:inkMkLst>
            <pc:docMk/>
            <pc:sldMk cId="1209738834" sldId="364"/>
            <ac:inkMk id="10" creationId="{244239E0-6D09-45AE-8602-F40DD3E11318}"/>
          </ac:inkMkLst>
        </pc:inkChg>
        <pc:inkChg chg="add del">
          <ac:chgData name="Dr.Sugata Gangopadhyay" userId="5fbd9f87-0a98-489d-9d45-82abac52020a" providerId="ADAL" clId="{C3806F70-F0F3-4FA4-A822-20A3C94AFC14}" dt="2025-03-03T03:00:25.345" v="1012"/>
          <ac:inkMkLst>
            <pc:docMk/>
            <pc:sldMk cId="1209738834" sldId="364"/>
            <ac:inkMk id="11" creationId="{6DDE473D-760B-4DC5-BF56-AE61D0491D3A}"/>
          </ac:inkMkLst>
        </pc:inkChg>
        <pc:inkChg chg="add del">
          <ac:chgData name="Dr.Sugata Gangopadhyay" userId="5fbd9f87-0a98-489d-9d45-82abac52020a" providerId="ADAL" clId="{C3806F70-F0F3-4FA4-A822-20A3C94AFC14}" dt="2025-03-03T03:01:11.731" v="1084"/>
          <ac:inkMkLst>
            <pc:docMk/>
            <pc:sldMk cId="1209738834" sldId="364"/>
            <ac:inkMk id="12" creationId="{C2426ABD-2981-4357-9C50-23A2E815F7D9}"/>
          </ac:inkMkLst>
        </pc:inkChg>
        <pc:inkChg chg="add del">
          <ac:chgData name="Dr.Sugata Gangopadhyay" userId="5fbd9f87-0a98-489d-9d45-82abac52020a" providerId="ADAL" clId="{C3806F70-F0F3-4FA4-A822-20A3C94AFC14}" dt="2025-03-03T03:01:11.731" v="1084"/>
          <ac:inkMkLst>
            <pc:docMk/>
            <pc:sldMk cId="1209738834" sldId="364"/>
            <ac:inkMk id="13" creationId="{3D41CB77-1642-43C3-B340-5E71678B1216}"/>
          </ac:inkMkLst>
        </pc:inkChg>
        <pc:inkChg chg="add del">
          <ac:chgData name="Dr.Sugata Gangopadhyay" userId="5fbd9f87-0a98-489d-9d45-82abac52020a" providerId="ADAL" clId="{C3806F70-F0F3-4FA4-A822-20A3C94AFC14}" dt="2025-03-03T03:01:11.731" v="1084"/>
          <ac:inkMkLst>
            <pc:docMk/>
            <pc:sldMk cId="1209738834" sldId="364"/>
            <ac:inkMk id="14" creationId="{23384F92-5861-445D-A986-A2BCFC490478}"/>
          </ac:inkMkLst>
        </pc:inkChg>
        <pc:inkChg chg="add del">
          <ac:chgData name="Dr.Sugata Gangopadhyay" userId="5fbd9f87-0a98-489d-9d45-82abac52020a" providerId="ADAL" clId="{C3806F70-F0F3-4FA4-A822-20A3C94AFC14}" dt="2025-03-03T03:00:38.812" v="1035"/>
          <ac:inkMkLst>
            <pc:docMk/>
            <pc:sldMk cId="1209738834" sldId="364"/>
            <ac:inkMk id="15" creationId="{97A84E23-4815-40CD-95B2-016672A5A37B}"/>
          </ac:inkMkLst>
        </pc:inkChg>
        <pc:inkChg chg="add del">
          <ac:chgData name="Dr.Sugata Gangopadhyay" userId="5fbd9f87-0a98-489d-9d45-82abac52020a" providerId="ADAL" clId="{C3806F70-F0F3-4FA4-A822-20A3C94AFC14}" dt="2025-03-03T03:00:38.812" v="1035"/>
          <ac:inkMkLst>
            <pc:docMk/>
            <pc:sldMk cId="1209738834" sldId="364"/>
            <ac:inkMk id="16" creationId="{BA061FD1-5CCE-49F5-8070-66DDCB0F45C7}"/>
          </ac:inkMkLst>
        </pc:inkChg>
        <pc:inkChg chg="add del">
          <ac:chgData name="Dr.Sugata Gangopadhyay" userId="5fbd9f87-0a98-489d-9d45-82abac52020a" providerId="ADAL" clId="{C3806F70-F0F3-4FA4-A822-20A3C94AFC14}" dt="2025-03-03T03:00:38.812" v="1035"/>
          <ac:inkMkLst>
            <pc:docMk/>
            <pc:sldMk cId="1209738834" sldId="364"/>
            <ac:inkMk id="17" creationId="{99F5E9CA-83CA-4469-9744-A9ED093756CE}"/>
          </ac:inkMkLst>
        </pc:inkChg>
        <pc:inkChg chg="add del">
          <ac:chgData name="Dr.Sugata Gangopadhyay" userId="5fbd9f87-0a98-489d-9d45-82abac52020a" providerId="ADAL" clId="{C3806F70-F0F3-4FA4-A822-20A3C94AFC14}" dt="2025-03-03T03:00:38.812" v="1035"/>
          <ac:inkMkLst>
            <pc:docMk/>
            <pc:sldMk cId="1209738834" sldId="364"/>
            <ac:inkMk id="18" creationId="{B5A614B2-112A-49F8-840C-10C763A1492E}"/>
          </ac:inkMkLst>
        </pc:inkChg>
        <pc:inkChg chg="add del">
          <ac:chgData name="Dr.Sugata Gangopadhyay" userId="5fbd9f87-0a98-489d-9d45-82abac52020a" providerId="ADAL" clId="{C3806F70-F0F3-4FA4-A822-20A3C94AFC14}" dt="2025-03-03T03:00:38.812" v="1035"/>
          <ac:inkMkLst>
            <pc:docMk/>
            <pc:sldMk cId="1209738834" sldId="364"/>
            <ac:inkMk id="19" creationId="{C4B02E41-9B33-4CA9-88D1-C5A2763BB680}"/>
          </ac:inkMkLst>
        </pc:inkChg>
        <pc:inkChg chg="add del">
          <ac:chgData name="Dr.Sugata Gangopadhyay" userId="5fbd9f87-0a98-489d-9d45-82abac52020a" providerId="ADAL" clId="{C3806F70-F0F3-4FA4-A822-20A3C94AFC14}" dt="2025-03-03T03:00:38.812" v="1035"/>
          <ac:inkMkLst>
            <pc:docMk/>
            <pc:sldMk cId="1209738834" sldId="364"/>
            <ac:inkMk id="20" creationId="{C48346BD-6851-4B81-907F-C5AC9F3B7A75}"/>
          </ac:inkMkLst>
        </pc:inkChg>
        <pc:inkChg chg="add del">
          <ac:chgData name="Dr.Sugata Gangopadhyay" userId="5fbd9f87-0a98-489d-9d45-82abac52020a" providerId="ADAL" clId="{C3806F70-F0F3-4FA4-A822-20A3C94AFC14}" dt="2025-03-03T03:00:38.812" v="1035"/>
          <ac:inkMkLst>
            <pc:docMk/>
            <pc:sldMk cId="1209738834" sldId="364"/>
            <ac:inkMk id="21" creationId="{D3DBEA61-844C-403A-84C9-3F047D6579F0}"/>
          </ac:inkMkLst>
        </pc:inkChg>
        <pc:inkChg chg="add del">
          <ac:chgData name="Dr.Sugata Gangopadhyay" userId="5fbd9f87-0a98-489d-9d45-82abac52020a" providerId="ADAL" clId="{C3806F70-F0F3-4FA4-A822-20A3C94AFC14}" dt="2025-03-03T03:01:11.731" v="1084"/>
          <ac:inkMkLst>
            <pc:docMk/>
            <pc:sldMk cId="1209738834" sldId="364"/>
            <ac:inkMk id="22" creationId="{F99C27AB-099E-4447-B29D-BA0F4A53ECA8}"/>
          </ac:inkMkLst>
        </pc:inkChg>
        <pc:inkChg chg="add del">
          <ac:chgData name="Dr.Sugata Gangopadhyay" userId="5fbd9f87-0a98-489d-9d45-82abac52020a" providerId="ADAL" clId="{C3806F70-F0F3-4FA4-A822-20A3C94AFC14}" dt="2025-03-03T03:00:38.812" v="1035"/>
          <ac:inkMkLst>
            <pc:docMk/>
            <pc:sldMk cId="1209738834" sldId="364"/>
            <ac:inkMk id="23" creationId="{E0B2E1D2-BD40-4089-970D-3BE30125A851}"/>
          </ac:inkMkLst>
        </pc:inkChg>
        <pc:inkChg chg="add del">
          <ac:chgData name="Dr.Sugata Gangopadhyay" userId="5fbd9f87-0a98-489d-9d45-82abac52020a" providerId="ADAL" clId="{C3806F70-F0F3-4FA4-A822-20A3C94AFC14}" dt="2025-03-03T03:00:38.812" v="1035"/>
          <ac:inkMkLst>
            <pc:docMk/>
            <pc:sldMk cId="1209738834" sldId="364"/>
            <ac:inkMk id="24" creationId="{9716D91E-4432-4A69-BAE2-C4E929CB5C00}"/>
          </ac:inkMkLst>
        </pc:inkChg>
        <pc:inkChg chg="add del">
          <ac:chgData name="Dr.Sugata Gangopadhyay" userId="5fbd9f87-0a98-489d-9d45-82abac52020a" providerId="ADAL" clId="{C3806F70-F0F3-4FA4-A822-20A3C94AFC14}" dt="2025-03-03T03:00:38.812" v="1035"/>
          <ac:inkMkLst>
            <pc:docMk/>
            <pc:sldMk cId="1209738834" sldId="364"/>
            <ac:inkMk id="25" creationId="{56143910-7763-49BC-A19D-ABF6407F07BC}"/>
          </ac:inkMkLst>
        </pc:inkChg>
        <pc:inkChg chg="add del">
          <ac:chgData name="Dr.Sugata Gangopadhyay" userId="5fbd9f87-0a98-489d-9d45-82abac52020a" providerId="ADAL" clId="{C3806F70-F0F3-4FA4-A822-20A3C94AFC14}" dt="2025-03-03T03:00:38.812" v="1035"/>
          <ac:inkMkLst>
            <pc:docMk/>
            <pc:sldMk cId="1209738834" sldId="364"/>
            <ac:inkMk id="26" creationId="{9D2321CF-4375-4BB4-B0DF-F0725BC7994E}"/>
          </ac:inkMkLst>
        </pc:inkChg>
        <pc:inkChg chg="add del">
          <ac:chgData name="Dr.Sugata Gangopadhyay" userId="5fbd9f87-0a98-489d-9d45-82abac52020a" providerId="ADAL" clId="{C3806F70-F0F3-4FA4-A822-20A3C94AFC14}" dt="2025-03-03T03:00:38.812" v="1035"/>
          <ac:inkMkLst>
            <pc:docMk/>
            <pc:sldMk cId="1209738834" sldId="364"/>
            <ac:inkMk id="27" creationId="{E30D4A6C-2608-44FF-8837-0031CD10EE1F}"/>
          </ac:inkMkLst>
        </pc:inkChg>
        <pc:inkChg chg="add del">
          <ac:chgData name="Dr.Sugata Gangopadhyay" userId="5fbd9f87-0a98-489d-9d45-82abac52020a" providerId="ADAL" clId="{C3806F70-F0F3-4FA4-A822-20A3C94AFC14}" dt="2025-03-03T03:00:38.812" v="1035"/>
          <ac:inkMkLst>
            <pc:docMk/>
            <pc:sldMk cId="1209738834" sldId="364"/>
            <ac:inkMk id="28" creationId="{D9ADCEFE-FBE7-4ABD-9A4F-FA3217CFF00C}"/>
          </ac:inkMkLst>
        </pc:inkChg>
        <pc:inkChg chg="add del">
          <ac:chgData name="Dr.Sugata Gangopadhyay" userId="5fbd9f87-0a98-489d-9d45-82abac52020a" providerId="ADAL" clId="{C3806F70-F0F3-4FA4-A822-20A3C94AFC14}" dt="2025-03-03T03:00:38.812" v="1035"/>
          <ac:inkMkLst>
            <pc:docMk/>
            <pc:sldMk cId="1209738834" sldId="364"/>
            <ac:inkMk id="29" creationId="{D664CE1E-3393-4C8C-AD80-93C71F4DDD63}"/>
          </ac:inkMkLst>
        </pc:inkChg>
        <pc:inkChg chg="add del">
          <ac:chgData name="Dr.Sugata Gangopadhyay" userId="5fbd9f87-0a98-489d-9d45-82abac52020a" providerId="ADAL" clId="{C3806F70-F0F3-4FA4-A822-20A3C94AFC14}" dt="2025-03-03T03:01:11.731" v="1084"/>
          <ac:inkMkLst>
            <pc:docMk/>
            <pc:sldMk cId="1209738834" sldId="364"/>
            <ac:inkMk id="30" creationId="{4ED796B5-FEA2-4D4C-AF50-9CD71078BF4B}"/>
          </ac:inkMkLst>
        </pc:inkChg>
        <pc:inkChg chg="add del">
          <ac:chgData name="Dr.Sugata Gangopadhyay" userId="5fbd9f87-0a98-489d-9d45-82abac52020a" providerId="ADAL" clId="{C3806F70-F0F3-4FA4-A822-20A3C94AFC14}" dt="2025-03-03T03:00:38.812" v="1035"/>
          <ac:inkMkLst>
            <pc:docMk/>
            <pc:sldMk cId="1209738834" sldId="364"/>
            <ac:inkMk id="31" creationId="{57831A0D-1C29-4780-B4A0-B6D07A2CFE3A}"/>
          </ac:inkMkLst>
        </pc:inkChg>
        <pc:inkChg chg="add del">
          <ac:chgData name="Dr.Sugata Gangopadhyay" userId="5fbd9f87-0a98-489d-9d45-82abac52020a" providerId="ADAL" clId="{C3806F70-F0F3-4FA4-A822-20A3C94AFC14}" dt="2025-03-03T03:00:38.812" v="1035"/>
          <ac:inkMkLst>
            <pc:docMk/>
            <pc:sldMk cId="1209738834" sldId="364"/>
            <ac:inkMk id="32" creationId="{EA6038F3-CEA7-4AF4-95C0-B3903AB53A42}"/>
          </ac:inkMkLst>
        </pc:inkChg>
        <pc:inkChg chg="add del">
          <ac:chgData name="Dr.Sugata Gangopadhyay" userId="5fbd9f87-0a98-489d-9d45-82abac52020a" providerId="ADAL" clId="{C3806F70-F0F3-4FA4-A822-20A3C94AFC14}" dt="2025-03-03T03:00:38.812" v="1035"/>
          <ac:inkMkLst>
            <pc:docMk/>
            <pc:sldMk cId="1209738834" sldId="364"/>
            <ac:inkMk id="33" creationId="{A463121C-4BCB-42A6-8F53-7A27172E0B3E}"/>
          </ac:inkMkLst>
        </pc:inkChg>
        <pc:inkChg chg="add del">
          <ac:chgData name="Dr.Sugata Gangopadhyay" userId="5fbd9f87-0a98-489d-9d45-82abac52020a" providerId="ADAL" clId="{C3806F70-F0F3-4FA4-A822-20A3C94AFC14}" dt="2025-03-03T03:00:38.812" v="1035"/>
          <ac:inkMkLst>
            <pc:docMk/>
            <pc:sldMk cId="1209738834" sldId="364"/>
            <ac:inkMk id="34" creationId="{104FE0C3-D6C1-406C-B073-8F74180F2FDB}"/>
          </ac:inkMkLst>
        </pc:inkChg>
        <pc:inkChg chg="add del">
          <ac:chgData name="Dr.Sugata Gangopadhyay" userId="5fbd9f87-0a98-489d-9d45-82abac52020a" providerId="ADAL" clId="{C3806F70-F0F3-4FA4-A822-20A3C94AFC14}" dt="2025-03-03T03:01:11.731" v="1084"/>
          <ac:inkMkLst>
            <pc:docMk/>
            <pc:sldMk cId="1209738834" sldId="364"/>
            <ac:inkMk id="35" creationId="{32A07248-35A4-482B-A623-BF0E2E65E5E2}"/>
          </ac:inkMkLst>
        </pc:inkChg>
        <pc:inkChg chg="add del">
          <ac:chgData name="Dr.Sugata Gangopadhyay" userId="5fbd9f87-0a98-489d-9d45-82abac52020a" providerId="ADAL" clId="{C3806F70-F0F3-4FA4-A822-20A3C94AFC14}" dt="2025-03-03T03:01:11.731" v="1084"/>
          <ac:inkMkLst>
            <pc:docMk/>
            <pc:sldMk cId="1209738834" sldId="364"/>
            <ac:inkMk id="36" creationId="{4A99ED83-E284-4890-83D4-2EB534723C44}"/>
          </ac:inkMkLst>
        </pc:inkChg>
        <pc:inkChg chg="add del">
          <ac:chgData name="Dr.Sugata Gangopadhyay" userId="5fbd9f87-0a98-489d-9d45-82abac52020a" providerId="ADAL" clId="{C3806F70-F0F3-4FA4-A822-20A3C94AFC14}" dt="2025-03-03T03:01:11.731" v="1084"/>
          <ac:inkMkLst>
            <pc:docMk/>
            <pc:sldMk cId="1209738834" sldId="364"/>
            <ac:inkMk id="37" creationId="{85ACDBFD-816A-422C-9D1C-C816CF1201A9}"/>
          </ac:inkMkLst>
        </pc:inkChg>
        <pc:inkChg chg="add del">
          <ac:chgData name="Dr.Sugata Gangopadhyay" userId="5fbd9f87-0a98-489d-9d45-82abac52020a" providerId="ADAL" clId="{C3806F70-F0F3-4FA4-A822-20A3C94AFC14}" dt="2025-03-03T03:01:11.731" v="1084"/>
          <ac:inkMkLst>
            <pc:docMk/>
            <pc:sldMk cId="1209738834" sldId="364"/>
            <ac:inkMk id="38" creationId="{25BDFCEE-0C07-4386-9C81-C542012083E2}"/>
          </ac:inkMkLst>
        </pc:inkChg>
        <pc:inkChg chg="add del">
          <ac:chgData name="Dr.Sugata Gangopadhyay" userId="5fbd9f87-0a98-489d-9d45-82abac52020a" providerId="ADAL" clId="{C3806F70-F0F3-4FA4-A822-20A3C94AFC14}" dt="2025-03-03T03:01:11.731" v="1084"/>
          <ac:inkMkLst>
            <pc:docMk/>
            <pc:sldMk cId="1209738834" sldId="364"/>
            <ac:inkMk id="39" creationId="{8C5B29EB-A739-47DB-A724-682D1FE9D5F2}"/>
          </ac:inkMkLst>
        </pc:inkChg>
        <pc:inkChg chg="add del">
          <ac:chgData name="Dr.Sugata Gangopadhyay" userId="5fbd9f87-0a98-489d-9d45-82abac52020a" providerId="ADAL" clId="{C3806F70-F0F3-4FA4-A822-20A3C94AFC14}" dt="2025-03-03T03:00:40.824" v="1039"/>
          <ac:inkMkLst>
            <pc:docMk/>
            <pc:sldMk cId="1209738834" sldId="364"/>
            <ac:inkMk id="40" creationId="{D09AB15D-8383-4246-B4C4-7A871D97EBEC}"/>
          </ac:inkMkLst>
        </pc:inkChg>
        <pc:inkChg chg="add del">
          <ac:chgData name="Dr.Sugata Gangopadhyay" userId="5fbd9f87-0a98-489d-9d45-82abac52020a" providerId="ADAL" clId="{C3806F70-F0F3-4FA4-A822-20A3C94AFC14}" dt="2025-03-03T03:00:40.824" v="1039"/>
          <ac:inkMkLst>
            <pc:docMk/>
            <pc:sldMk cId="1209738834" sldId="364"/>
            <ac:inkMk id="41" creationId="{2EA55019-44BF-4B71-8FD1-D8FB9F8AE7FD}"/>
          </ac:inkMkLst>
        </pc:inkChg>
        <pc:inkChg chg="add del">
          <ac:chgData name="Dr.Sugata Gangopadhyay" userId="5fbd9f87-0a98-489d-9d45-82abac52020a" providerId="ADAL" clId="{C3806F70-F0F3-4FA4-A822-20A3C94AFC14}" dt="2025-03-03T03:00:40.824" v="1039"/>
          <ac:inkMkLst>
            <pc:docMk/>
            <pc:sldMk cId="1209738834" sldId="364"/>
            <ac:inkMk id="42" creationId="{FAC181E9-BCBC-491B-B2E5-1D2B86A31B3A}"/>
          </ac:inkMkLst>
        </pc:inkChg>
        <pc:inkChg chg="add del">
          <ac:chgData name="Dr.Sugata Gangopadhyay" userId="5fbd9f87-0a98-489d-9d45-82abac52020a" providerId="ADAL" clId="{C3806F70-F0F3-4FA4-A822-20A3C94AFC14}" dt="2025-03-03T03:01:11.731" v="1084"/>
          <ac:inkMkLst>
            <pc:docMk/>
            <pc:sldMk cId="1209738834" sldId="364"/>
            <ac:inkMk id="43" creationId="{EAE0BFE9-A487-488B-81CD-B28B7A1FFC83}"/>
          </ac:inkMkLst>
        </pc:inkChg>
        <pc:inkChg chg="add del">
          <ac:chgData name="Dr.Sugata Gangopadhyay" userId="5fbd9f87-0a98-489d-9d45-82abac52020a" providerId="ADAL" clId="{C3806F70-F0F3-4FA4-A822-20A3C94AFC14}" dt="2025-03-03T03:00:44.304" v="1047"/>
          <ac:inkMkLst>
            <pc:docMk/>
            <pc:sldMk cId="1209738834" sldId="364"/>
            <ac:inkMk id="44" creationId="{E09A8571-4040-4C53-9621-3B8B74536201}"/>
          </ac:inkMkLst>
        </pc:inkChg>
        <pc:inkChg chg="add del">
          <ac:chgData name="Dr.Sugata Gangopadhyay" userId="5fbd9f87-0a98-489d-9d45-82abac52020a" providerId="ADAL" clId="{C3806F70-F0F3-4FA4-A822-20A3C94AFC14}" dt="2025-03-03T03:00:44.304" v="1047"/>
          <ac:inkMkLst>
            <pc:docMk/>
            <pc:sldMk cId="1209738834" sldId="364"/>
            <ac:inkMk id="45" creationId="{A93A9C14-509E-47FD-BAED-799DAF2FEE44}"/>
          </ac:inkMkLst>
        </pc:inkChg>
        <pc:inkChg chg="add del">
          <ac:chgData name="Dr.Sugata Gangopadhyay" userId="5fbd9f87-0a98-489d-9d45-82abac52020a" providerId="ADAL" clId="{C3806F70-F0F3-4FA4-A822-20A3C94AFC14}" dt="2025-03-03T03:00:44.304" v="1047"/>
          <ac:inkMkLst>
            <pc:docMk/>
            <pc:sldMk cId="1209738834" sldId="364"/>
            <ac:inkMk id="46" creationId="{A0E741E8-503C-4170-8C3A-262A30F5C30F}"/>
          </ac:inkMkLst>
        </pc:inkChg>
        <pc:inkChg chg="add del">
          <ac:chgData name="Dr.Sugata Gangopadhyay" userId="5fbd9f87-0a98-489d-9d45-82abac52020a" providerId="ADAL" clId="{C3806F70-F0F3-4FA4-A822-20A3C94AFC14}" dt="2025-03-03T03:00:44.304" v="1047"/>
          <ac:inkMkLst>
            <pc:docMk/>
            <pc:sldMk cId="1209738834" sldId="364"/>
            <ac:inkMk id="47" creationId="{F8FE9A8F-0579-4C18-B336-2CC1A7BE07FD}"/>
          </ac:inkMkLst>
        </pc:inkChg>
        <pc:inkChg chg="add del">
          <ac:chgData name="Dr.Sugata Gangopadhyay" userId="5fbd9f87-0a98-489d-9d45-82abac52020a" providerId="ADAL" clId="{C3806F70-F0F3-4FA4-A822-20A3C94AFC14}" dt="2025-03-03T03:00:44.304" v="1047"/>
          <ac:inkMkLst>
            <pc:docMk/>
            <pc:sldMk cId="1209738834" sldId="364"/>
            <ac:inkMk id="48" creationId="{BB4BC33B-0D6F-4234-96D0-B59518E363C8}"/>
          </ac:inkMkLst>
        </pc:inkChg>
        <pc:inkChg chg="add del">
          <ac:chgData name="Dr.Sugata Gangopadhyay" userId="5fbd9f87-0a98-489d-9d45-82abac52020a" providerId="ADAL" clId="{C3806F70-F0F3-4FA4-A822-20A3C94AFC14}" dt="2025-03-03T03:00:44.304" v="1047"/>
          <ac:inkMkLst>
            <pc:docMk/>
            <pc:sldMk cId="1209738834" sldId="364"/>
            <ac:inkMk id="49" creationId="{7BB71344-8A7A-4A0C-BC10-3F9AFEB6AF26}"/>
          </ac:inkMkLst>
        </pc:inkChg>
        <pc:inkChg chg="add del">
          <ac:chgData name="Dr.Sugata Gangopadhyay" userId="5fbd9f87-0a98-489d-9d45-82abac52020a" providerId="ADAL" clId="{C3806F70-F0F3-4FA4-A822-20A3C94AFC14}" dt="2025-03-03T03:00:44.304" v="1047"/>
          <ac:inkMkLst>
            <pc:docMk/>
            <pc:sldMk cId="1209738834" sldId="364"/>
            <ac:inkMk id="50" creationId="{A02CB576-B9E9-4A14-9B17-1A8DA0C0A8E0}"/>
          </ac:inkMkLst>
        </pc:inkChg>
        <pc:inkChg chg="add del">
          <ac:chgData name="Dr.Sugata Gangopadhyay" userId="5fbd9f87-0a98-489d-9d45-82abac52020a" providerId="ADAL" clId="{C3806F70-F0F3-4FA4-A822-20A3C94AFC14}" dt="2025-03-03T03:01:11.731" v="1084"/>
          <ac:inkMkLst>
            <pc:docMk/>
            <pc:sldMk cId="1209738834" sldId="364"/>
            <ac:inkMk id="51" creationId="{7E0E4552-DDF1-447D-BED9-AD4FCC4CF687}"/>
          </ac:inkMkLst>
        </pc:inkChg>
        <pc:inkChg chg="add del">
          <ac:chgData name="Dr.Sugata Gangopadhyay" userId="5fbd9f87-0a98-489d-9d45-82abac52020a" providerId="ADAL" clId="{C3806F70-F0F3-4FA4-A822-20A3C94AFC14}" dt="2025-03-03T03:01:11.731" v="1084"/>
          <ac:inkMkLst>
            <pc:docMk/>
            <pc:sldMk cId="1209738834" sldId="364"/>
            <ac:inkMk id="52" creationId="{5CC743B4-F91B-440A-A21E-EFA915C09CC5}"/>
          </ac:inkMkLst>
        </pc:inkChg>
        <pc:inkChg chg="add del">
          <ac:chgData name="Dr.Sugata Gangopadhyay" userId="5fbd9f87-0a98-489d-9d45-82abac52020a" providerId="ADAL" clId="{C3806F70-F0F3-4FA4-A822-20A3C94AFC14}" dt="2025-03-03T03:01:11.731" v="1084"/>
          <ac:inkMkLst>
            <pc:docMk/>
            <pc:sldMk cId="1209738834" sldId="364"/>
            <ac:inkMk id="53" creationId="{36D0158E-353C-4BFC-B68C-6160891B4D72}"/>
          </ac:inkMkLst>
        </pc:inkChg>
        <pc:inkChg chg="add del">
          <ac:chgData name="Dr.Sugata Gangopadhyay" userId="5fbd9f87-0a98-489d-9d45-82abac52020a" providerId="ADAL" clId="{C3806F70-F0F3-4FA4-A822-20A3C94AFC14}" dt="2025-03-03T03:00:47.207" v="1054"/>
          <ac:inkMkLst>
            <pc:docMk/>
            <pc:sldMk cId="1209738834" sldId="364"/>
            <ac:inkMk id="54" creationId="{8B7E3FE7-7081-4EAB-A6D5-1AD3417B4B27}"/>
          </ac:inkMkLst>
        </pc:inkChg>
        <pc:inkChg chg="add del">
          <ac:chgData name="Dr.Sugata Gangopadhyay" userId="5fbd9f87-0a98-489d-9d45-82abac52020a" providerId="ADAL" clId="{C3806F70-F0F3-4FA4-A822-20A3C94AFC14}" dt="2025-03-03T03:00:47.207" v="1054"/>
          <ac:inkMkLst>
            <pc:docMk/>
            <pc:sldMk cId="1209738834" sldId="364"/>
            <ac:inkMk id="55" creationId="{C7A69F48-DBBA-4651-9614-9A2B78F8A1BB}"/>
          </ac:inkMkLst>
        </pc:inkChg>
        <pc:inkChg chg="add del">
          <ac:chgData name="Dr.Sugata Gangopadhyay" userId="5fbd9f87-0a98-489d-9d45-82abac52020a" providerId="ADAL" clId="{C3806F70-F0F3-4FA4-A822-20A3C94AFC14}" dt="2025-03-03T03:00:47.207" v="1054"/>
          <ac:inkMkLst>
            <pc:docMk/>
            <pc:sldMk cId="1209738834" sldId="364"/>
            <ac:inkMk id="56" creationId="{284E4836-8CE0-4714-9A3A-59470BC0B404}"/>
          </ac:inkMkLst>
        </pc:inkChg>
        <pc:inkChg chg="add del">
          <ac:chgData name="Dr.Sugata Gangopadhyay" userId="5fbd9f87-0a98-489d-9d45-82abac52020a" providerId="ADAL" clId="{C3806F70-F0F3-4FA4-A822-20A3C94AFC14}" dt="2025-03-03T03:00:47.207" v="1054"/>
          <ac:inkMkLst>
            <pc:docMk/>
            <pc:sldMk cId="1209738834" sldId="364"/>
            <ac:inkMk id="57" creationId="{5049EBD7-6105-4C64-B90E-62555F1928B9}"/>
          </ac:inkMkLst>
        </pc:inkChg>
        <pc:inkChg chg="add del">
          <ac:chgData name="Dr.Sugata Gangopadhyay" userId="5fbd9f87-0a98-489d-9d45-82abac52020a" providerId="ADAL" clId="{C3806F70-F0F3-4FA4-A822-20A3C94AFC14}" dt="2025-03-03T03:00:47.207" v="1054"/>
          <ac:inkMkLst>
            <pc:docMk/>
            <pc:sldMk cId="1209738834" sldId="364"/>
            <ac:inkMk id="58" creationId="{4E40EB64-0D7F-4775-9DCE-4631B6E94F9F}"/>
          </ac:inkMkLst>
        </pc:inkChg>
        <pc:inkChg chg="add">
          <ac:chgData name="Dr.Sugata Gangopadhyay" userId="5fbd9f87-0a98-489d-9d45-82abac52020a" providerId="ADAL" clId="{C3806F70-F0F3-4FA4-A822-20A3C94AFC14}" dt="2025-03-03T03:00:47.207" v="1054"/>
          <ac:inkMkLst>
            <pc:docMk/>
            <pc:sldMk cId="1209738834" sldId="364"/>
            <ac:inkMk id="59" creationId="{CB81BFE9-F2FC-435E-BEB2-CA29CE58B133}"/>
          </ac:inkMkLst>
        </pc:inkChg>
        <pc:inkChg chg="add del">
          <ac:chgData name="Dr.Sugata Gangopadhyay" userId="5fbd9f87-0a98-489d-9d45-82abac52020a" providerId="ADAL" clId="{C3806F70-F0F3-4FA4-A822-20A3C94AFC14}" dt="2025-03-03T03:00:54.109" v="1065"/>
          <ac:inkMkLst>
            <pc:docMk/>
            <pc:sldMk cId="1209738834" sldId="364"/>
            <ac:inkMk id="60" creationId="{79DB0958-B03A-45CB-9F33-81BD6D88F5A9}"/>
          </ac:inkMkLst>
        </pc:inkChg>
        <pc:inkChg chg="add del">
          <ac:chgData name="Dr.Sugata Gangopadhyay" userId="5fbd9f87-0a98-489d-9d45-82abac52020a" providerId="ADAL" clId="{C3806F70-F0F3-4FA4-A822-20A3C94AFC14}" dt="2025-03-03T03:00:54.109" v="1065"/>
          <ac:inkMkLst>
            <pc:docMk/>
            <pc:sldMk cId="1209738834" sldId="364"/>
            <ac:inkMk id="61" creationId="{4B9353FF-96DF-4D7F-99D7-D3E77076A77B}"/>
          </ac:inkMkLst>
        </pc:inkChg>
        <pc:inkChg chg="add del">
          <ac:chgData name="Dr.Sugata Gangopadhyay" userId="5fbd9f87-0a98-489d-9d45-82abac52020a" providerId="ADAL" clId="{C3806F70-F0F3-4FA4-A822-20A3C94AFC14}" dt="2025-03-03T03:00:54.109" v="1065"/>
          <ac:inkMkLst>
            <pc:docMk/>
            <pc:sldMk cId="1209738834" sldId="364"/>
            <ac:inkMk id="62" creationId="{6F03EFF2-4A5E-4E4B-A19F-49B52D0BAAB7}"/>
          </ac:inkMkLst>
        </pc:inkChg>
        <pc:inkChg chg="add del">
          <ac:chgData name="Dr.Sugata Gangopadhyay" userId="5fbd9f87-0a98-489d-9d45-82abac52020a" providerId="ADAL" clId="{C3806F70-F0F3-4FA4-A822-20A3C94AFC14}" dt="2025-03-03T03:00:54.109" v="1065"/>
          <ac:inkMkLst>
            <pc:docMk/>
            <pc:sldMk cId="1209738834" sldId="364"/>
            <ac:inkMk id="63" creationId="{89C3EB73-6026-4CCE-AD24-88D32FCE7337}"/>
          </ac:inkMkLst>
        </pc:inkChg>
        <pc:inkChg chg="add del">
          <ac:chgData name="Dr.Sugata Gangopadhyay" userId="5fbd9f87-0a98-489d-9d45-82abac52020a" providerId="ADAL" clId="{C3806F70-F0F3-4FA4-A822-20A3C94AFC14}" dt="2025-03-03T03:00:54.109" v="1065"/>
          <ac:inkMkLst>
            <pc:docMk/>
            <pc:sldMk cId="1209738834" sldId="364"/>
            <ac:inkMk id="64" creationId="{57AC8C1A-210F-46CB-B661-9825A90722BF}"/>
          </ac:inkMkLst>
        </pc:inkChg>
        <pc:inkChg chg="add del">
          <ac:chgData name="Dr.Sugata Gangopadhyay" userId="5fbd9f87-0a98-489d-9d45-82abac52020a" providerId="ADAL" clId="{C3806F70-F0F3-4FA4-A822-20A3C94AFC14}" dt="2025-03-03T03:00:54.109" v="1065"/>
          <ac:inkMkLst>
            <pc:docMk/>
            <pc:sldMk cId="1209738834" sldId="364"/>
            <ac:inkMk id="65" creationId="{0A5B9221-95AF-42FD-9DB9-024404E4E80C}"/>
          </ac:inkMkLst>
        </pc:inkChg>
        <pc:inkChg chg="add del">
          <ac:chgData name="Dr.Sugata Gangopadhyay" userId="5fbd9f87-0a98-489d-9d45-82abac52020a" providerId="ADAL" clId="{C3806F70-F0F3-4FA4-A822-20A3C94AFC14}" dt="2025-03-03T03:00:54.109" v="1065"/>
          <ac:inkMkLst>
            <pc:docMk/>
            <pc:sldMk cId="1209738834" sldId="364"/>
            <ac:inkMk id="66" creationId="{27F40447-AC5D-4CA7-BB4A-98673905AE11}"/>
          </ac:inkMkLst>
        </pc:inkChg>
        <pc:inkChg chg="add">
          <ac:chgData name="Dr.Sugata Gangopadhyay" userId="5fbd9f87-0a98-489d-9d45-82abac52020a" providerId="ADAL" clId="{C3806F70-F0F3-4FA4-A822-20A3C94AFC14}" dt="2025-03-03T03:00:52.370" v="1062"/>
          <ac:inkMkLst>
            <pc:docMk/>
            <pc:sldMk cId="1209738834" sldId="364"/>
            <ac:inkMk id="67" creationId="{1256FE5D-3E42-430E-A7DE-70C1863348F7}"/>
          </ac:inkMkLst>
        </pc:inkChg>
        <pc:inkChg chg="add del">
          <ac:chgData name="Dr.Sugata Gangopadhyay" userId="5fbd9f87-0a98-489d-9d45-82abac52020a" providerId="ADAL" clId="{C3806F70-F0F3-4FA4-A822-20A3C94AFC14}" dt="2025-03-03T03:00:54.109" v="1065"/>
          <ac:inkMkLst>
            <pc:docMk/>
            <pc:sldMk cId="1209738834" sldId="364"/>
            <ac:inkMk id="68" creationId="{C06D1A6C-7C27-4A64-9148-6775CBBC3EE0}"/>
          </ac:inkMkLst>
        </pc:inkChg>
        <pc:inkChg chg="add del">
          <ac:chgData name="Dr.Sugata Gangopadhyay" userId="5fbd9f87-0a98-489d-9d45-82abac52020a" providerId="ADAL" clId="{C3806F70-F0F3-4FA4-A822-20A3C94AFC14}" dt="2025-03-03T03:00:54.109" v="1065"/>
          <ac:inkMkLst>
            <pc:docMk/>
            <pc:sldMk cId="1209738834" sldId="364"/>
            <ac:inkMk id="69" creationId="{876992C8-3483-46D3-922F-557FC4D8F8E2}"/>
          </ac:inkMkLst>
        </pc:inkChg>
        <pc:inkChg chg="add">
          <ac:chgData name="Dr.Sugata Gangopadhyay" userId="5fbd9f87-0a98-489d-9d45-82abac52020a" providerId="ADAL" clId="{C3806F70-F0F3-4FA4-A822-20A3C94AFC14}" dt="2025-03-03T03:00:54.109" v="1065"/>
          <ac:inkMkLst>
            <pc:docMk/>
            <pc:sldMk cId="1209738834" sldId="364"/>
            <ac:inkMk id="70" creationId="{7AACD772-A347-4FF9-8199-39742A167257}"/>
          </ac:inkMkLst>
        </pc:inkChg>
        <pc:inkChg chg="add">
          <ac:chgData name="Dr.Sugata Gangopadhyay" userId="5fbd9f87-0a98-489d-9d45-82abac52020a" providerId="ADAL" clId="{C3806F70-F0F3-4FA4-A822-20A3C94AFC14}" dt="2025-03-03T03:00:54.109" v="1065"/>
          <ac:inkMkLst>
            <pc:docMk/>
            <pc:sldMk cId="1209738834" sldId="364"/>
            <ac:inkMk id="71" creationId="{774C0977-006A-4AA8-8447-0642A69559B1}"/>
          </ac:inkMkLst>
        </pc:inkChg>
        <pc:inkChg chg="add">
          <ac:chgData name="Dr.Sugata Gangopadhyay" userId="5fbd9f87-0a98-489d-9d45-82abac52020a" providerId="ADAL" clId="{C3806F70-F0F3-4FA4-A822-20A3C94AFC14}" dt="2025-03-03T03:00:54.109" v="1065"/>
          <ac:inkMkLst>
            <pc:docMk/>
            <pc:sldMk cId="1209738834" sldId="364"/>
            <ac:inkMk id="72" creationId="{9E82A7FF-48E8-4006-9E63-8E07CB5E2F2E}"/>
          </ac:inkMkLst>
        </pc:inkChg>
        <pc:inkChg chg="add del">
          <ac:chgData name="Dr.Sugata Gangopadhyay" userId="5fbd9f87-0a98-489d-9d45-82abac52020a" providerId="ADAL" clId="{C3806F70-F0F3-4FA4-A822-20A3C94AFC14}" dt="2025-03-03T03:00:58.083" v="1071"/>
          <ac:inkMkLst>
            <pc:docMk/>
            <pc:sldMk cId="1209738834" sldId="364"/>
            <ac:inkMk id="73" creationId="{C55B6F26-F0AF-4F74-82C4-A98284326C52}"/>
          </ac:inkMkLst>
        </pc:inkChg>
        <pc:inkChg chg="add del">
          <ac:chgData name="Dr.Sugata Gangopadhyay" userId="5fbd9f87-0a98-489d-9d45-82abac52020a" providerId="ADAL" clId="{C3806F70-F0F3-4FA4-A822-20A3C94AFC14}" dt="2025-03-03T03:00:58.083" v="1071"/>
          <ac:inkMkLst>
            <pc:docMk/>
            <pc:sldMk cId="1209738834" sldId="364"/>
            <ac:inkMk id="74" creationId="{3581EF15-7914-468C-9AA4-2208E508A968}"/>
          </ac:inkMkLst>
        </pc:inkChg>
        <pc:inkChg chg="add del">
          <ac:chgData name="Dr.Sugata Gangopadhyay" userId="5fbd9f87-0a98-489d-9d45-82abac52020a" providerId="ADAL" clId="{C3806F70-F0F3-4FA4-A822-20A3C94AFC14}" dt="2025-03-03T03:01:05.076" v="1082"/>
          <ac:inkMkLst>
            <pc:docMk/>
            <pc:sldMk cId="1209738834" sldId="364"/>
            <ac:inkMk id="75" creationId="{361A1488-B76F-4F9F-BE1D-F401EB8E6813}"/>
          </ac:inkMkLst>
        </pc:inkChg>
        <pc:inkChg chg="add del">
          <ac:chgData name="Dr.Sugata Gangopadhyay" userId="5fbd9f87-0a98-489d-9d45-82abac52020a" providerId="ADAL" clId="{C3806F70-F0F3-4FA4-A822-20A3C94AFC14}" dt="2025-03-03T03:01:05.076" v="1082"/>
          <ac:inkMkLst>
            <pc:docMk/>
            <pc:sldMk cId="1209738834" sldId="364"/>
            <ac:inkMk id="76" creationId="{04E73719-4AE4-4C26-845B-77380674DC06}"/>
          </ac:inkMkLst>
        </pc:inkChg>
        <pc:inkChg chg="add del">
          <ac:chgData name="Dr.Sugata Gangopadhyay" userId="5fbd9f87-0a98-489d-9d45-82abac52020a" providerId="ADAL" clId="{C3806F70-F0F3-4FA4-A822-20A3C94AFC14}" dt="2025-03-03T03:01:05.076" v="1082"/>
          <ac:inkMkLst>
            <pc:docMk/>
            <pc:sldMk cId="1209738834" sldId="364"/>
            <ac:inkMk id="77" creationId="{19DFC789-B208-49EB-B637-67EF7958D445}"/>
          </ac:inkMkLst>
        </pc:inkChg>
        <pc:inkChg chg="add del">
          <ac:chgData name="Dr.Sugata Gangopadhyay" userId="5fbd9f87-0a98-489d-9d45-82abac52020a" providerId="ADAL" clId="{C3806F70-F0F3-4FA4-A822-20A3C94AFC14}" dt="2025-03-03T03:01:05.076" v="1082"/>
          <ac:inkMkLst>
            <pc:docMk/>
            <pc:sldMk cId="1209738834" sldId="364"/>
            <ac:inkMk id="78" creationId="{F1750ED8-D9B1-493D-B690-B2C744DA911E}"/>
          </ac:inkMkLst>
        </pc:inkChg>
        <pc:inkChg chg="add del">
          <ac:chgData name="Dr.Sugata Gangopadhyay" userId="5fbd9f87-0a98-489d-9d45-82abac52020a" providerId="ADAL" clId="{C3806F70-F0F3-4FA4-A822-20A3C94AFC14}" dt="2025-03-03T03:01:05.076" v="1082"/>
          <ac:inkMkLst>
            <pc:docMk/>
            <pc:sldMk cId="1209738834" sldId="364"/>
            <ac:inkMk id="79" creationId="{4B2D9506-5AF7-4F61-A30B-6E4CBC83E3E2}"/>
          </ac:inkMkLst>
        </pc:inkChg>
        <pc:inkChg chg="add del">
          <ac:chgData name="Dr.Sugata Gangopadhyay" userId="5fbd9f87-0a98-489d-9d45-82abac52020a" providerId="ADAL" clId="{C3806F70-F0F3-4FA4-A822-20A3C94AFC14}" dt="2025-03-03T03:01:05.076" v="1082"/>
          <ac:inkMkLst>
            <pc:docMk/>
            <pc:sldMk cId="1209738834" sldId="364"/>
            <ac:inkMk id="80" creationId="{79298209-CEBA-4E43-A44B-BA1755290415}"/>
          </ac:inkMkLst>
        </pc:inkChg>
        <pc:inkChg chg="add del">
          <ac:chgData name="Dr.Sugata Gangopadhyay" userId="5fbd9f87-0a98-489d-9d45-82abac52020a" providerId="ADAL" clId="{C3806F70-F0F3-4FA4-A822-20A3C94AFC14}" dt="2025-03-03T03:01:05.076" v="1082"/>
          <ac:inkMkLst>
            <pc:docMk/>
            <pc:sldMk cId="1209738834" sldId="364"/>
            <ac:inkMk id="81" creationId="{D6008458-3D55-49CB-845F-D4B345658700}"/>
          </ac:inkMkLst>
        </pc:inkChg>
        <pc:inkChg chg="add del">
          <ac:chgData name="Dr.Sugata Gangopadhyay" userId="5fbd9f87-0a98-489d-9d45-82abac52020a" providerId="ADAL" clId="{C3806F70-F0F3-4FA4-A822-20A3C94AFC14}" dt="2025-03-03T03:01:05.076" v="1082"/>
          <ac:inkMkLst>
            <pc:docMk/>
            <pc:sldMk cId="1209738834" sldId="364"/>
            <ac:inkMk id="82" creationId="{9794CE34-5AD6-487C-83B6-3AC552CAF9AE}"/>
          </ac:inkMkLst>
        </pc:inkChg>
        <pc:inkChg chg="add del">
          <ac:chgData name="Dr.Sugata Gangopadhyay" userId="5fbd9f87-0a98-489d-9d45-82abac52020a" providerId="ADAL" clId="{C3806F70-F0F3-4FA4-A822-20A3C94AFC14}" dt="2025-03-03T03:01:05.076" v="1082"/>
          <ac:inkMkLst>
            <pc:docMk/>
            <pc:sldMk cId="1209738834" sldId="364"/>
            <ac:inkMk id="83" creationId="{4DD72390-B0FE-4608-A949-1AC0B552BDA0}"/>
          </ac:inkMkLst>
        </pc:inkChg>
        <pc:inkChg chg="add del">
          <ac:chgData name="Dr.Sugata Gangopadhyay" userId="5fbd9f87-0a98-489d-9d45-82abac52020a" providerId="ADAL" clId="{C3806F70-F0F3-4FA4-A822-20A3C94AFC14}" dt="2025-03-03T03:01:05.076" v="1082"/>
          <ac:inkMkLst>
            <pc:docMk/>
            <pc:sldMk cId="1209738834" sldId="364"/>
            <ac:inkMk id="84" creationId="{3D0C2705-3830-4DAB-AF24-03436BC5C908}"/>
          </ac:inkMkLst>
        </pc:inkChg>
        <pc:inkChg chg="add del">
          <ac:chgData name="Dr.Sugata Gangopadhyay" userId="5fbd9f87-0a98-489d-9d45-82abac52020a" providerId="ADAL" clId="{C3806F70-F0F3-4FA4-A822-20A3C94AFC14}" dt="2025-03-03T03:01:05.076" v="1082"/>
          <ac:inkMkLst>
            <pc:docMk/>
            <pc:sldMk cId="1209738834" sldId="364"/>
            <ac:inkMk id="85" creationId="{97EB1DE5-BE23-48A4-B2F0-2D8FB6FC280B}"/>
          </ac:inkMkLst>
        </pc:inkChg>
        <pc:inkChg chg="add del">
          <ac:chgData name="Dr.Sugata Gangopadhyay" userId="5fbd9f87-0a98-489d-9d45-82abac52020a" providerId="ADAL" clId="{C3806F70-F0F3-4FA4-A822-20A3C94AFC14}" dt="2025-03-03T03:01:05.076" v="1082"/>
          <ac:inkMkLst>
            <pc:docMk/>
            <pc:sldMk cId="1209738834" sldId="364"/>
            <ac:inkMk id="86" creationId="{57E37827-6F4F-4F6F-A205-585961F451E8}"/>
          </ac:inkMkLst>
        </pc:inkChg>
        <pc:inkChg chg="add del">
          <ac:chgData name="Dr.Sugata Gangopadhyay" userId="5fbd9f87-0a98-489d-9d45-82abac52020a" providerId="ADAL" clId="{C3806F70-F0F3-4FA4-A822-20A3C94AFC14}" dt="2025-03-03T03:01:05.076" v="1082"/>
          <ac:inkMkLst>
            <pc:docMk/>
            <pc:sldMk cId="1209738834" sldId="364"/>
            <ac:inkMk id="87" creationId="{7EE057F7-9177-455F-9D96-1AADB0C4811A}"/>
          </ac:inkMkLst>
        </pc:inkChg>
        <pc:inkChg chg="add del">
          <ac:chgData name="Dr.Sugata Gangopadhyay" userId="5fbd9f87-0a98-489d-9d45-82abac52020a" providerId="ADAL" clId="{C3806F70-F0F3-4FA4-A822-20A3C94AFC14}" dt="2025-03-03T03:01:05.076" v="1082"/>
          <ac:inkMkLst>
            <pc:docMk/>
            <pc:sldMk cId="1209738834" sldId="364"/>
            <ac:inkMk id="88" creationId="{8CD0717D-A4A6-436A-9DD4-78F495BC1069}"/>
          </ac:inkMkLst>
        </pc:inkChg>
        <pc:inkChg chg="add">
          <ac:chgData name="Dr.Sugata Gangopadhyay" userId="5fbd9f87-0a98-489d-9d45-82abac52020a" providerId="ADAL" clId="{C3806F70-F0F3-4FA4-A822-20A3C94AFC14}" dt="2025-03-03T03:01:05.076" v="1082"/>
          <ac:inkMkLst>
            <pc:docMk/>
            <pc:sldMk cId="1209738834" sldId="364"/>
            <ac:inkMk id="89" creationId="{272E4972-E2E8-493F-ADB0-0AC4E3F00630}"/>
          </ac:inkMkLst>
        </pc:inkChg>
        <pc:inkChg chg="add del">
          <ac:chgData name="Dr.Sugata Gangopadhyay" userId="5fbd9f87-0a98-489d-9d45-82abac52020a" providerId="ADAL" clId="{C3806F70-F0F3-4FA4-A822-20A3C94AFC14}" dt="2025-03-03T03:01:11.731" v="1084"/>
          <ac:inkMkLst>
            <pc:docMk/>
            <pc:sldMk cId="1209738834" sldId="364"/>
            <ac:inkMk id="90" creationId="{7BE16CB4-3179-45C7-A84F-C21C78A362C6}"/>
          </ac:inkMkLst>
        </pc:inkChg>
        <pc:inkChg chg="add">
          <ac:chgData name="Dr.Sugata Gangopadhyay" userId="5fbd9f87-0a98-489d-9d45-82abac52020a" providerId="ADAL" clId="{C3806F70-F0F3-4FA4-A822-20A3C94AFC14}" dt="2025-03-03T03:01:11.731" v="1084"/>
          <ac:inkMkLst>
            <pc:docMk/>
            <pc:sldMk cId="1209738834" sldId="364"/>
            <ac:inkMk id="91" creationId="{E80BC223-0129-4160-95F5-BE670A84813A}"/>
          </ac:inkMkLst>
        </pc:inkChg>
      </pc:sldChg>
      <pc:sldChg chg="addSp delSp add">
        <pc:chgData name="Dr.Sugata Gangopadhyay" userId="5fbd9f87-0a98-489d-9d45-82abac52020a" providerId="ADAL" clId="{C3806F70-F0F3-4FA4-A822-20A3C94AFC14}" dt="2025-02-28T02:48:01.376" v="177"/>
        <pc:sldMkLst>
          <pc:docMk/>
          <pc:sldMk cId="344600789" sldId="386"/>
        </pc:sldMkLst>
        <pc:inkChg chg="add del">
          <ac:chgData name="Dr.Sugata Gangopadhyay" userId="5fbd9f87-0a98-489d-9d45-82abac52020a" providerId="ADAL" clId="{C3806F70-F0F3-4FA4-A822-20A3C94AFC14}" dt="2025-02-28T02:45:18.407" v="21"/>
          <ac:inkMkLst>
            <pc:docMk/>
            <pc:sldMk cId="344600789" sldId="386"/>
            <ac:inkMk id="2" creationId="{1C77B229-E62C-4D6A-8884-3DAF326A393E}"/>
          </ac:inkMkLst>
        </pc:inkChg>
        <pc:inkChg chg="add del">
          <ac:chgData name="Dr.Sugata Gangopadhyay" userId="5fbd9f87-0a98-489d-9d45-82abac52020a" providerId="ADAL" clId="{C3806F70-F0F3-4FA4-A822-20A3C94AFC14}" dt="2025-02-28T02:45:18.407" v="21"/>
          <ac:inkMkLst>
            <pc:docMk/>
            <pc:sldMk cId="344600789" sldId="386"/>
            <ac:inkMk id="3" creationId="{6D3B0826-7F7B-469A-A3D6-0CC63EEF9F7F}"/>
          </ac:inkMkLst>
        </pc:inkChg>
        <pc:inkChg chg="add del">
          <ac:chgData name="Dr.Sugata Gangopadhyay" userId="5fbd9f87-0a98-489d-9d45-82abac52020a" providerId="ADAL" clId="{C3806F70-F0F3-4FA4-A822-20A3C94AFC14}" dt="2025-02-28T02:45:18.407" v="21"/>
          <ac:inkMkLst>
            <pc:docMk/>
            <pc:sldMk cId="344600789" sldId="386"/>
            <ac:inkMk id="4" creationId="{FE96EE07-62E9-4932-83E2-FB6073FECE71}"/>
          </ac:inkMkLst>
        </pc:inkChg>
        <pc:inkChg chg="add del">
          <ac:chgData name="Dr.Sugata Gangopadhyay" userId="5fbd9f87-0a98-489d-9d45-82abac52020a" providerId="ADAL" clId="{C3806F70-F0F3-4FA4-A822-20A3C94AFC14}" dt="2025-02-28T02:45:18.407" v="21"/>
          <ac:inkMkLst>
            <pc:docMk/>
            <pc:sldMk cId="344600789" sldId="386"/>
            <ac:inkMk id="5" creationId="{404CFE5D-3EC6-423B-A078-A4A147FD3E58}"/>
          </ac:inkMkLst>
        </pc:inkChg>
        <pc:inkChg chg="add del">
          <ac:chgData name="Dr.Sugata Gangopadhyay" userId="5fbd9f87-0a98-489d-9d45-82abac52020a" providerId="ADAL" clId="{C3806F70-F0F3-4FA4-A822-20A3C94AFC14}" dt="2025-02-28T02:45:18.407" v="21"/>
          <ac:inkMkLst>
            <pc:docMk/>
            <pc:sldMk cId="344600789" sldId="386"/>
            <ac:inkMk id="6" creationId="{F0318F4B-C83D-482C-AABC-E1A6A8E16D49}"/>
          </ac:inkMkLst>
        </pc:inkChg>
        <pc:inkChg chg="add del">
          <ac:chgData name="Dr.Sugata Gangopadhyay" userId="5fbd9f87-0a98-489d-9d45-82abac52020a" providerId="ADAL" clId="{C3806F70-F0F3-4FA4-A822-20A3C94AFC14}" dt="2025-02-28T02:45:18.407" v="21"/>
          <ac:inkMkLst>
            <pc:docMk/>
            <pc:sldMk cId="344600789" sldId="386"/>
            <ac:inkMk id="7" creationId="{1A9112CA-1CC4-4116-B3D9-2B633E6CE138}"/>
          </ac:inkMkLst>
        </pc:inkChg>
        <pc:inkChg chg="add del">
          <ac:chgData name="Dr.Sugata Gangopadhyay" userId="5fbd9f87-0a98-489d-9d45-82abac52020a" providerId="ADAL" clId="{C3806F70-F0F3-4FA4-A822-20A3C94AFC14}" dt="2025-02-28T02:45:18.407" v="21"/>
          <ac:inkMkLst>
            <pc:docMk/>
            <pc:sldMk cId="344600789" sldId="386"/>
            <ac:inkMk id="8" creationId="{95104A1A-2259-4A5D-B3FA-00554E545F55}"/>
          </ac:inkMkLst>
        </pc:inkChg>
        <pc:inkChg chg="add del">
          <ac:chgData name="Dr.Sugata Gangopadhyay" userId="5fbd9f87-0a98-489d-9d45-82abac52020a" providerId="ADAL" clId="{C3806F70-F0F3-4FA4-A822-20A3C94AFC14}" dt="2025-02-28T02:45:18.407" v="21"/>
          <ac:inkMkLst>
            <pc:docMk/>
            <pc:sldMk cId="344600789" sldId="386"/>
            <ac:inkMk id="9" creationId="{7B1E5BFF-3DD6-4D53-BB5D-C84B6D5F58B7}"/>
          </ac:inkMkLst>
        </pc:inkChg>
        <pc:inkChg chg="add del">
          <ac:chgData name="Dr.Sugata Gangopadhyay" userId="5fbd9f87-0a98-489d-9d45-82abac52020a" providerId="ADAL" clId="{C3806F70-F0F3-4FA4-A822-20A3C94AFC14}" dt="2025-02-28T02:45:18.407" v="21"/>
          <ac:inkMkLst>
            <pc:docMk/>
            <pc:sldMk cId="344600789" sldId="386"/>
            <ac:inkMk id="10" creationId="{561D0B3F-9133-43B4-9FAA-B0FD1F0C4F6C}"/>
          </ac:inkMkLst>
        </pc:inkChg>
        <pc:inkChg chg="add del">
          <ac:chgData name="Dr.Sugata Gangopadhyay" userId="5fbd9f87-0a98-489d-9d45-82abac52020a" providerId="ADAL" clId="{C3806F70-F0F3-4FA4-A822-20A3C94AFC14}" dt="2025-02-28T02:45:18.407" v="21"/>
          <ac:inkMkLst>
            <pc:docMk/>
            <pc:sldMk cId="344600789" sldId="386"/>
            <ac:inkMk id="11" creationId="{0DD1C71C-AB4C-4094-A392-CC8E9792454C}"/>
          </ac:inkMkLst>
        </pc:inkChg>
        <pc:inkChg chg="add del">
          <ac:chgData name="Dr.Sugata Gangopadhyay" userId="5fbd9f87-0a98-489d-9d45-82abac52020a" providerId="ADAL" clId="{C3806F70-F0F3-4FA4-A822-20A3C94AFC14}" dt="2025-02-28T02:45:18.407" v="21"/>
          <ac:inkMkLst>
            <pc:docMk/>
            <pc:sldMk cId="344600789" sldId="386"/>
            <ac:inkMk id="12" creationId="{5CF51172-1715-46EA-AFDF-76BED2F78B6D}"/>
          </ac:inkMkLst>
        </pc:inkChg>
        <pc:inkChg chg="add del">
          <ac:chgData name="Dr.Sugata Gangopadhyay" userId="5fbd9f87-0a98-489d-9d45-82abac52020a" providerId="ADAL" clId="{C3806F70-F0F3-4FA4-A822-20A3C94AFC14}" dt="2025-02-28T02:45:18.407" v="21"/>
          <ac:inkMkLst>
            <pc:docMk/>
            <pc:sldMk cId="344600789" sldId="386"/>
            <ac:inkMk id="13" creationId="{012B8C21-81BC-48B3-8EE9-4F0B2A51B383}"/>
          </ac:inkMkLst>
        </pc:inkChg>
        <pc:inkChg chg="add del">
          <ac:chgData name="Dr.Sugata Gangopadhyay" userId="5fbd9f87-0a98-489d-9d45-82abac52020a" providerId="ADAL" clId="{C3806F70-F0F3-4FA4-A822-20A3C94AFC14}" dt="2025-02-28T02:45:18.407" v="21"/>
          <ac:inkMkLst>
            <pc:docMk/>
            <pc:sldMk cId="344600789" sldId="386"/>
            <ac:inkMk id="14" creationId="{76619AE7-2396-439A-B567-442EDD594B49}"/>
          </ac:inkMkLst>
        </pc:inkChg>
        <pc:inkChg chg="add del">
          <ac:chgData name="Dr.Sugata Gangopadhyay" userId="5fbd9f87-0a98-489d-9d45-82abac52020a" providerId="ADAL" clId="{C3806F70-F0F3-4FA4-A822-20A3C94AFC14}" dt="2025-02-28T02:45:18.407" v="21"/>
          <ac:inkMkLst>
            <pc:docMk/>
            <pc:sldMk cId="344600789" sldId="386"/>
            <ac:inkMk id="15" creationId="{59EABD21-1C55-42DF-9EBC-0571F96CAC10}"/>
          </ac:inkMkLst>
        </pc:inkChg>
        <pc:inkChg chg="add del">
          <ac:chgData name="Dr.Sugata Gangopadhyay" userId="5fbd9f87-0a98-489d-9d45-82abac52020a" providerId="ADAL" clId="{C3806F70-F0F3-4FA4-A822-20A3C94AFC14}" dt="2025-02-28T02:45:18.407" v="21"/>
          <ac:inkMkLst>
            <pc:docMk/>
            <pc:sldMk cId="344600789" sldId="386"/>
            <ac:inkMk id="16" creationId="{066EDD64-1C76-4AFB-8FDC-9577EE58EC96}"/>
          </ac:inkMkLst>
        </pc:inkChg>
        <pc:inkChg chg="add del">
          <ac:chgData name="Dr.Sugata Gangopadhyay" userId="5fbd9f87-0a98-489d-9d45-82abac52020a" providerId="ADAL" clId="{C3806F70-F0F3-4FA4-A822-20A3C94AFC14}" dt="2025-02-28T02:45:18.407" v="21"/>
          <ac:inkMkLst>
            <pc:docMk/>
            <pc:sldMk cId="344600789" sldId="386"/>
            <ac:inkMk id="17" creationId="{E8C36401-4380-4E32-90D5-8575CFEABCEC}"/>
          </ac:inkMkLst>
        </pc:inkChg>
        <pc:inkChg chg="add del">
          <ac:chgData name="Dr.Sugata Gangopadhyay" userId="5fbd9f87-0a98-489d-9d45-82abac52020a" providerId="ADAL" clId="{C3806F70-F0F3-4FA4-A822-20A3C94AFC14}" dt="2025-02-28T02:45:45.220" v="40"/>
          <ac:inkMkLst>
            <pc:docMk/>
            <pc:sldMk cId="344600789" sldId="386"/>
            <ac:inkMk id="18" creationId="{F61702B5-7B04-45F5-A3CC-015AAFFEB380}"/>
          </ac:inkMkLst>
        </pc:inkChg>
        <pc:inkChg chg="add del">
          <ac:chgData name="Dr.Sugata Gangopadhyay" userId="5fbd9f87-0a98-489d-9d45-82abac52020a" providerId="ADAL" clId="{C3806F70-F0F3-4FA4-A822-20A3C94AFC14}" dt="2025-02-28T02:45:45.220" v="40"/>
          <ac:inkMkLst>
            <pc:docMk/>
            <pc:sldMk cId="344600789" sldId="386"/>
            <ac:inkMk id="19" creationId="{037E681D-F5F0-4BB1-90AF-3372173418B8}"/>
          </ac:inkMkLst>
        </pc:inkChg>
        <pc:inkChg chg="add del">
          <ac:chgData name="Dr.Sugata Gangopadhyay" userId="5fbd9f87-0a98-489d-9d45-82abac52020a" providerId="ADAL" clId="{C3806F70-F0F3-4FA4-A822-20A3C94AFC14}" dt="2025-02-28T02:45:45.220" v="40"/>
          <ac:inkMkLst>
            <pc:docMk/>
            <pc:sldMk cId="344600789" sldId="386"/>
            <ac:inkMk id="20" creationId="{240A15F7-4DAF-47DA-B71C-4D5FC45222B0}"/>
          </ac:inkMkLst>
        </pc:inkChg>
        <pc:inkChg chg="add del">
          <ac:chgData name="Dr.Sugata Gangopadhyay" userId="5fbd9f87-0a98-489d-9d45-82abac52020a" providerId="ADAL" clId="{C3806F70-F0F3-4FA4-A822-20A3C94AFC14}" dt="2025-02-28T02:45:45.220" v="40"/>
          <ac:inkMkLst>
            <pc:docMk/>
            <pc:sldMk cId="344600789" sldId="386"/>
            <ac:inkMk id="21" creationId="{178ABC4D-AA1E-4D91-9B60-0EF634F47C23}"/>
          </ac:inkMkLst>
        </pc:inkChg>
        <pc:inkChg chg="add del">
          <ac:chgData name="Dr.Sugata Gangopadhyay" userId="5fbd9f87-0a98-489d-9d45-82abac52020a" providerId="ADAL" clId="{C3806F70-F0F3-4FA4-A822-20A3C94AFC14}" dt="2025-02-28T02:45:45.220" v="40"/>
          <ac:inkMkLst>
            <pc:docMk/>
            <pc:sldMk cId="344600789" sldId="386"/>
            <ac:inkMk id="22" creationId="{94540A03-068E-400E-9246-4C85C2335307}"/>
          </ac:inkMkLst>
        </pc:inkChg>
        <pc:inkChg chg="add del">
          <ac:chgData name="Dr.Sugata Gangopadhyay" userId="5fbd9f87-0a98-489d-9d45-82abac52020a" providerId="ADAL" clId="{C3806F70-F0F3-4FA4-A822-20A3C94AFC14}" dt="2025-02-28T02:45:45.220" v="40"/>
          <ac:inkMkLst>
            <pc:docMk/>
            <pc:sldMk cId="344600789" sldId="386"/>
            <ac:inkMk id="23" creationId="{2548927B-F55F-44A3-BEED-C18167BA1D78}"/>
          </ac:inkMkLst>
        </pc:inkChg>
        <pc:inkChg chg="add del">
          <ac:chgData name="Dr.Sugata Gangopadhyay" userId="5fbd9f87-0a98-489d-9d45-82abac52020a" providerId="ADAL" clId="{C3806F70-F0F3-4FA4-A822-20A3C94AFC14}" dt="2025-02-28T02:45:45.220" v="40"/>
          <ac:inkMkLst>
            <pc:docMk/>
            <pc:sldMk cId="344600789" sldId="386"/>
            <ac:inkMk id="24" creationId="{DEDF05C7-7978-41AD-BE86-1758C821E480}"/>
          </ac:inkMkLst>
        </pc:inkChg>
        <pc:inkChg chg="add del">
          <ac:chgData name="Dr.Sugata Gangopadhyay" userId="5fbd9f87-0a98-489d-9d45-82abac52020a" providerId="ADAL" clId="{C3806F70-F0F3-4FA4-A822-20A3C94AFC14}" dt="2025-02-28T02:45:45.220" v="40"/>
          <ac:inkMkLst>
            <pc:docMk/>
            <pc:sldMk cId="344600789" sldId="386"/>
            <ac:inkMk id="25" creationId="{565F11AB-3A28-4A05-9965-1F2C431F0381}"/>
          </ac:inkMkLst>
        </pc:inkChg>
        <pc:inkChg chg="add del">
          <ac:chgData name="Dr.Sugata Gangopadhyay" userId="5fbd9f87-0a98-489d-9d45-82abac52020a" providerId="ADAL" clId="{C3806F70-F0F3-4FA4-A822-20A3C94AFC14}" dt="2025-02-28T02:45:45.220" v="40"/>
          <ac:inkMkLst>
            <pc:docMk/>
            <pc:sldMk cId="344600789" sldId="386"/>
            <ac:inkMk id="26" creationId="{FCA5AD16-5F63-4769-BFCB-189017B7211A}"/>
          </ac:inkMkLst>
        </pc:inkChg>
        <pc:inkChg chg="add del">
          <ac:chgData name="Dr.Sugata Gangopadhyay" userId="5fbd9f87-0a98-489d-9d45-82abac52020a" providerId="ADAL" clId="{C3806F70-F0F3-4FA4-A822-20A3C94AFC14}" dt="2025-02-28T02:45:45.220" v="40"/>
          <ac:inkMkLst>
            <pc:docMk/>
            <pc:sldMk cId="344600789" sldId="386"/>
            <ac:inkMk id="27" creationId="{A08470AE-3DCA-43FE-B7E3-D72EE72F9D77}"/>
          </ac:inkMkLst>
        </pc:inkChg>
        <pc:inkChg chg="add del">
          <ac:chgData name="Dr.Sugata Gangopadhyay" userId="5fbd9f87-0a98-489d-9d45-82abac52020a" providerId="ADAL" clId="{C3806F70-F0F3-4FA4-A822-20A3C94AFC14}" dt="2025-02-28T02:45:45.220" v="40"/>
          <ac:inkMkLst>
            <pc:docMk/>
            <pc:sldMk cId="344600789" sldId="386"/>
            <ac:inkMk id="28" creationId="{0FB4643A-3442-4E40-9299-CEE3E4FB68FD}"/>
          </ac:inkMkLst>
        </pc:inkChg>
        <pc:inkChg chg="add del">
          <ac:chgData name="Dr.Sugata Gangopadhyay" userId="5fbd9f87-0a98-489d-9d45-82abac52020a" providerId="ADAL" clId="{C3806F70-F0F3-4FA4-A822-20A3C94AFC14}" dt="2025-02-28T02:45:45.220" v="40"/>
          <ac:inkMkLst>
            <pc:docMk/>
            <pc:sldMk cId="344600789" sldId="386"/>
            <ac:inkMk id="29" creationId="{46CE6CD6-DADB-4396-9276-AC8D2188DC2F}"/>
          </ac:inkMkLst>
        </pc:inkChg>
        <pc:inkChg chg="add del">
          <ac:chgData name="Dr.Sugata Gangopadhyay" userId="5fbd9f87-0a98-489d-9d45-82abac52020a" providerId="ADAL" clId="{C3806F70-F0F3-4FA4-A822-20A3C94AFC14}" dt="2025-02-28T02:45:45.220" v="40"/>
          <ac:inkMkLst>
            <pc:docMk/>
            <pc:sldMk cId="344600789" sldId="386"/>
            <ac:inkMk id="30" creationId="{C60E41FE-3A14-4AD2-B104-7890F1712A78}"/>
          </ac:inkMkLst>
        </pc:inkChg>
        <pc:inkChg chg="add del">
          <ac:chgData name="Dr.Sugata Gangopadhyay" userId="5fbd9f87-0a98-489d-9d45-82abac52020a" providerId="ADAL" clId="{C3806F70-F0F3-4FA4-A822-20A3C94AFC14}" dt="2025-02-28T02:45:45.220" v="40"/>
          <ac:inkMkLst>
            <pc:docMk/>
            <pc:sldMk cId="344600789" sldId="386"/>
            <ac:inkMk id="31" creationId="{92D65B1E-ECF8-439A-A2A7-B54A374C972A}"/>
          </ac:inkMkLst>
        </pc:inkChg>
        <pc:inkChg chg="add del">
          <ac:chgData name="Dr.Sugata Gangopadhyay" userId="5fbd9f87-0a98-489d-9d45-82abac52020a" providerId="ADAL" clId="{C3806F70-F0F3-4FA4-A822-20A3C94AFC14}" dt="2025-02-28T02:45:45.220" v="40"/>
          <ac:inkMkLst>
            <pc:docMk/>
            <pc:sldMk cId="344600789" sldId="386"/>
            <ac:inkMk id="32" creationId="{2D632795-0E1F-48BC-B317-DEB5DA5AE7EA}"/>
          </ac:inkMkLst>
        </pc:inkChg>
        <pc:inkChg chg="add del">
          <ac:chgData name="Dr.Sugata Gangopadhyay" userId="5fbd9f87-0a98-489d-9d45-82abac52020a" providerId="ADAL" clId="{C3806F70-F0F3-4FA4-A822-20A3C94AFC14}" dt="2025-02-28T02:45:45.220" v="40"/>
          <ac:inkMkLst>
            <pc:docMk/>
            <pc:sldMk cId="344600789" sldId="386"/>
            <ac:inkMk id="33" creationId="{5D2C543E-AAE7-4E7B-B566-D2CDDEDB999F}"/>
          </ac:inkMkLst>
        </pc:inkChg>
        <pc:inkChg chg="add del">
          <ac:chgData name="Dr.Sugata Gangopadhyay" userId="5fbd9f87-0a98-489d-9d45-82abac52020a" providerId="ADAL" clId="{C3806F70-F0F3-4FA4-A822-20A3C94AFC14}" dt="2025-02-28T02:45:45.220" v="40"/>
          <ac:inkMkLst>
            <pc:docMk/>
            <pc:sldMk cId="344600789" sldId="386"/>
            <ac:inkMk id="34" creationId="{EEDF492B-23C7-4B94-ABC7-A6E1C54B64F1}"/>
          </ac:inkMkLst>
        </pc:inkChg>
        <pc:inkChg chg="add del">
          <ac:chgData name="Dr.Sugata Gangopadhyay" userId="5fbd9f87-0a98-489d-9d45-82abac52020a" providerId="ADAL" clId="{C3806F70-F0F3-4FA4-A822-20A3C94AFC14}" dt="2025-02-28T02:45:45.220" v="40"/>
          <ac:inkMkLst>
            <pc:docMk/>
            <pc:sldMk cId="344600789" sldId="386"/>
            <ac:inkMk id="35" creationId="{A17B3E12-D791-4DDD-B7C1-1397A774CFC6}"/>
          </ac:inkMkLst>
        </pc:inkChg>
        <pc:inkChg chg="add del">
          <ac:chgData name="Dr.Sugata Gangopadhyay" userId="5fbd9f87-0a98-489d-9d45-82abac52020a" providerId="ADAL" clId="{C3806F70-F0F3-4FA4-A822-20A3C94AFC14}" dt="2025-02-28T02:45:45.220" v="40"/>
          <ac:inkMkLst>
            <pc:docMk/>
            <pc:sldMk cId="344600789" sldId="386"/>
            <ac:inkMk id="36" creationId="{4604CD9E-8EB8-41F4-A66A-9CD25DCDA9D1}"/>
          </ac:inkMkLst>
        </pc:inkChg>
        <pc:inkChg chg="add del">
          <ac:chgData name="Dr.Sugata Gangopadhyay" userId="5fbd9f87-0a98-489d-9d45-82abac52020a" providerId="ADAL" clId="{C3806F70-F0F3-4FA4-A822-20A3C94AFC14}" dt="2025-02-28T02:45:45.220" v="40"/>
          <ac:inkMkLst>
            <pc:docMk/>
            <pc:sldMk cId="344600789" sldId="386"/>
            <ac:inkMk id="37" creationId="{1E8E2C68-4F87-4748-BB55-FBC327762F63}"/>
          </ac:inkMkLst>
        </pc:inkChg>
        <pc:inkChg chg="add">
          <ac:chgData name="Dr.Sugata Gangopadhyay" userId="5fbd9f87-0a98-489d-9d45-82abac52020a" providerId="ADAL" clId="{C3806F70-F0F3-4FA4-A822-20A3C94AFC14}" dt="2025-02-28T02:45:45.220" v="40"/>
          <ac:inkMkLst>
            <pc:docMk/>
            <pc:sldMk cId="344600789" sldId="386"/>
            <ac:inkMk id="38" creationId="{A8D6870A-52D8-499D-83DF-E446EB8CCFA6}"/>
          </ac:inkMkLst>
        </pc:inkChg>
        <pc:inkChg chg="add del">
          <ac:chgData name="Dr.Sugata Gangopadhyay" userId="5fbd9f87-0a98-489d-9d45-82abac52020a" providerId="ADAL" clId="{C3806F70-F0F3-4FA4-A822-20A3C94AFC14}" dt="2025-02-28T02:45:50" v="48"/>
          <ac:inkMkLst>
            <pc:docMk/>
            <pc:sldMk cId="344600789" sldId="386"/>
            <ac:inkMk id="39" creationId="{E1C2546A-F785-4A02-9855-059872A2A636}"/>
          </ac:inkMkLst>
        </pc:inkChg>
        <pc:inkChg chg="add del">
          <ac:chgData name="Dr.Sugata Gangopadhyay" userId="5fbd9f87-0a98-489d-9d45-82abac52020a" providerId="ADAL" clId="{C3806F70-F0F3-4FA4-A822-20A3C94AFC14}" dt="2025-02-28T02:45:50" v="48"/>
          <ac:inkMkLst>
            <pc:docMk/>
            <pc:sldMk cId="344600789" sldId="386"/>
            <ac:inkMk id="40" creationId="{C8D6A52A-1569-452F-B51B-D904A7246D33}"/>
          </ac:inkMkLst>
        </pc:inkChg>
        <pc:inkChg chg="add del">
          <ac:chgData name="Dr.Sugata Gangopadhyay" userId="5fbd9f87-0a98-489d-9d45-82abac52020a" providerId="ADAL" clId="{C3806F70-F0F3-4FA4-A822-20A3C94AFC14}" dt="2025-02-28T02:45:50" v="48"/>
          <ac:inkMkLst>
            <pc:docMk/>
            <pc:sldMk cId="344600789" sldId="386"/>
            <ac:inkMk id="41" creationId="{15937B32-C815-4766-AED6-598C0E943C21}"/>
          </ac:inkMkLst>
        </pc:inkChg>
        <pc:inkChg chg="add del">
          <ac:chgData name="Dr.Sugata Gangopadhyay" userId="5fbd9f87-0a98-489d-9d45-82abac52020a" providerId="ADAL" clId="{C3806F70-F0F3-4FA4-A822-20A3C94AFC14}" dt="2025-02-28T02:45:50" v="48"/>
          <ac:inkMkLst>
            <pc:docMk/>
            <pc:sldMk cId="344600789" sldId="386"/>
            <ac:inkMk id="42" creationId="{B81A42D2-2E56-4D7C-A5A0-E2460A40249B}"/>
          </ac:inkMkLst>
        </pc:inkChg>
        <pc:inkChg chg="add del">
          <ac:chgData name="Dr.Sugata Gangopadhyay" userId="5fbd9f87-0a98-489d-9d45-82abac52020a" providerId="ADAL" clId="{C3806F70-F0F3-4FA4-A822-20A3C94AFC14}" dt="2025-02-28T02:45:50" v="48"/>
          <ac:inkMkLst>
            <pc:docMk/>
            <pc:sldMk cId="344600789" sldId="386"/>
            <ac:inkMk id="43" creationId="{025D3F9D-F93D-4B97-ABEE-064874FFDD12}"/>
          </ac:inkMkLst>
        </pc:inkChg>
        <pc:inkChg chg="add del">
          <ac:chgData name="Dr.Sugata Gangopadhyay" userId="5fbd9f87-0a98-489d-9d45-82abac52020a" providerId="ADAL" clId="{C3806F70-F0F3-4FA4-A822-20A3C94AFC14}" dt="2025-02-28T02:45:50" v="48"/>
          <ac:inkMkLst>
            <pc:docMk/>
            <pc:sldMk cId="344600789" sldId="386"/>
            <ac:inkMk id="44" creationId="{615AC15F-196E-41B3-9E28-54014F8D8201}"/>
          </ac:inkMkLst>
        </pc:inkChg>
        <pc:inkChg chg="add">
          <ac:chgData name="Dr.Sugata Gangopadhyay" userId="5fbd9f87-0a98-489d-9d45-82abac52020a" providerId="ADAL" clId="{C3806F70-F0F3-4FA4-A822-20A3C94AFC14}" dt="2025-02-28T02:45:49.026" v="47"/>
          <ac:inkMkLst>
            <pc:docMk/>
            <pc:sldMk cId="344600789" sldId="386"/>
            <ac:inkMk id="45" creationId="{19C2907B-8B7E-47C1-B2C9-3FC580226932}"/>
          </ac:inkMkLst>
        </pc:inkChg>
        <pc:inkChg chg="add del">
          <ac:chgData name="Dr.Sugata Gangopadhyay" userId="5fbd9f87-0a98-489d-9d45-82abac52020a" providerId="ADAL" clId="{C3806F70-F0F3-4FA4-A822-20A3C94AFC14}" dt="2025-02-28T02:45:50.954" v="50"/>
          <ac:inkMkLst>
            <pc:docMk/>
            <pc:sldMk cId="344600789" sldId="386"/>
            <ac:inkMk id="46" creationId="{C93869BE-7B71-49BD-BDEB-6EB4D58D54A9}"/>
          </ac:inkMkLst>
        </pc:inkChg>
        <pc:inkChg chg="add">
          <ac:chgData name="Dr.Sugata Gangopadhyay" userId="5fbd9f87-0a98-489d-9d45-82abac52020a" providerId="ADAL" clId="{C3806F70-F0F3-4FA4-A822-20A3C94AFC14}" dt="2025-02-28T02:45:50" v="48"/>
          <ac:inkMkLst>
            <pc:docMk/>
            <pc:sldMk cId="344600789" sldId="386"/>
            <ac:inkMk id="47" creationId="{78133C37-E1AE-488E-9137-126E2F4848BF}"/>
          </ac:inkMkLst>
        </pc:inkChg>
        <pc:inkChg chg="add del">
          <ac:chgData name="Dr.Sugata Gangopadhyay" userId="5fbd9f87-0a98-489d-9d45-82abac52020a" providerId="ADAL" clId="{C3806F70-F0F3-4FA4-A822-20A3C94AFC14}" dt="2025-02-28T02:45:50.954" v="50"/>
          <ac:inkMkLst>
            <pc:docMk/>
            <pc:sldMk cId="344600789" sldId="386"/>
            <ac:inkMk id="48" creationId="{F7F80ECE-D5B4-4798-8DA5-34FB2A34D05D}"/>
          </ac:inkMkLst>
        </pc:inkChg>
        <pc:inkChg chg="add">
          <ac:chgData name="Dr.Sugata Gangopadhyay" userId="5fbd9f87-0a98-489d-9d45-82abac52020a" providerId="ADAL" clId="{C3806F70-F0F3-4FA4-A822-20A3C94AFC14}" dt="2025-02-28T02:45:50.954" v="50"/>
          <ac:inkMkLst>
            <pc:docMk/>
            <pc:sldMk cId="344600789" sldId="386"/>
            <ac:inkMk id="49" creationId="{A9173395-35CC-45E0-A997-EAF7E2258BE8}"/>
          </ac:inkMkLst>
        </pc:inkChg>
        <pc:inkChg chg="add del">
          <ac:chgData name="Dr.Sugata Gangopadhyay" userId="5fbd9f87-0a98-489d-9d45-82abac52020a" providerId="ADAL" clId="{C3806F70-F0F3-4FA4-A822-20A3C94AFC14}" dt="2025-02-28T02:46:23.841" v="95"/>
          <ac:inkMkLst>
            <pc:docMk/>
            <pc:sldMk cId="344600789" sldId="386"/>
            <ac:inkMk id="50" creationId="{0F5E9FAA-70CA-4085-896F-86C9AE1F37C1}"/>
          </ac:inkMkLst>
        </pc:inkChg>
        <pc:inkChg chg="add del">
          <ac:chgData name="Dr.Sugata Gangopadhyay" userId="5fbd9f87-0a98-489d-9d45-82abac52020a" providerId="ADAL" clId="{C3806F70-F0F3-4FA4-A822-20A3C94AFC14}" dt="2025-02-28T02:46:05.511" v="64"/>
          <ac:inkMkLst>
            <pc:docMk/>
            <pc:sldMk cId="344600789" sldId="386"/>
            <ac:inkMk id="51" creationId="{DA946BC2-7297-4DFC-8536-FE50C8300162}"/>
          </ac:inkMkLst>
        </pc:inkChg>
        <pc:inkChg chg="add del">
          <ac:chgData name="Dr.Sugata Gangopadhyay" userId="5fbd9f87-0a98-489d-9d45-82abac52020a" providerId="ADAL" clId="{C3806F70-F0F3-4FA4-A822-20A3C94AFC14}" dt="2025-02-28T02:46:05.511" v="64"/>
          <ac:inkMkLst>
            <pc:docMk/>
            <pc:sldMk cId="344600789" sldId="386"/>
            <ac:inkMk id="52" creationId="{51A3092A-D939-44A8-8799-4422319F7061}"/>
          </ac:inkMkLst>
        </pc:inkChg>
        <pc:inkChg chg="add del">
          <ac:chgData name="Dr.Sugata Gangopadhyay" userId="5fbd9f87-0a98-489d-9d45-82abac52020a" providerId="ADAL" clId="{C3806F70-F0F3-4FA4-A822-20A3C94AFC14}" dt="2025-02-28T02:46:05.511" v="64"/>
          <ac:inkMkLst>
            <pc:docMk/>
            <pc:sldMk cId="344600789" sldId="386"/>
            <ac:inkMk id="53" creationId="{CC434A6B-3472-454B-9CA1-FA25E1199E17}"/>
          </ac:inkMkLst>
        </pc:inkChg>
        <pc:inkChg chg="add del">
          <ac:chgData name="Dr.Sugata Gangopadhyay" userId="5fbd9f87-0a98-489d-9d45-82abac52020a" providerId="ADAL" clId="{C3806F70-F0F3-4FA4-A822-20A3C94AFC14}" dt="2025-02-28T02:46:05.511" v="64"/>
          <ac:inkMkLst>
            <pc:docMk/>
            <pc:sldMk cId="344600789" sldId="386"/>
            <ac:inkMk id="54" creationId="{40DFFB2C-0B08-4A27-AE4A-8FEBA28E28EC}"/>
          </ac:inkMkLst>
        </pc:inkChg>
        <pc:inkChg chg="add del">
          <ac:chgData name="Dr.Sugata Gangopadhyay" userId="5fbd9f87-0a98-489d-9d45-82abac52020a" providerId="ADAL" clId="{C3806F70-F0F3-4FA4-A822-20A3C94AFC14}" dt="2025-02-28T02:46:05.511" v="64"/>
          <ac:inkMkLst>
            <pc:docMk/>
            <pc:sldMk cId="344600789" sldId="386"/>
            <ac:inkMk id="55" creationId="{75A3E4FE-0BCB-4062-8E96-0A94B06C42F8}"/>
          </ac:inkMkLst>
        </pc:inkChg>
        <pc:inkChg chg="add del">
          <ac:chgData name="Dr.Sugata Gangopadhyay" userId="5fbd9f87-0a98-489d-9d45-82abac52020a" providerId="ADAL" clId="{C3806F70-F0F3-4FA4-A822-20A3C94AFC14}" dt="2025-02-28T02:46:05.511" v="64"/>
          <ac:inkMkLst>
            <pc:docMk/>
            <pc:sldMk cId="344600789" sldId="386"/>
            <ac:inkMk id="56" creationId="{332C49FB-F528-48F7-A46B-C80A2E099BE9}"/>
          </ac:inkMkLst>
        </pc:inkChg>
        <pc:inkChg chg="add del">
          <ac:chgData name="Dr.Sugata Gangopadhyay" userId="5fbd9f87-0a98-489d-9d45-82abac52020a" providerId="ADAL" clId="{C3806F70-F0F3-4FA4-A822-20A3C94AFC14}" dt="2025-02-28T02:46:05.511" v="64"/>
          <ac:inkMkLst>
            <pc:docMk/>
            <pc:sldMk cId="344600789" sldId="386"/>
            <ac:inkMk id="57" creationId="{F12B17CB-12D7-47F7-9BD9-70601ECD5A8A}"/>
          </ac:inkMkLst>
        </pc:inkChg>
        <pc:inkChg chg="add del">
          <ac:chgData name="Dr.Sugata Gangopadhyay" userId="5fbd9f87-0a98-489d-9d45-82abac52020a" providerId="ADAL" clId="{C3806F70-F0F3-4FA4-A822-20A3C94AFC14}" dt="2025-02-28T02:46:05.511" v="64"/>
          <ac:inkMkLst>
            <pc:docMk/>
            <pc:sldMk cId="344600789" sldId="386"/>
            <ac:inkMk id="58" creationId="{18B18EEA-C9CE-49A1-9D28-FFC4E1B04CAD}"/>
          </ac:inkMkLst>
        </pc:inkChg>
        <pc:inkChg chg="add del">
          <ac:chgData name="Dr.Sugata Gangopadhyay" userId="5fbd9f87-0a98-489d-9d45-82abac52020a" providerId="ADAL" clId="{C3806F70-F0F3-4FA4-A822-20A3C94AFC14}" dt="2025-02-28T02:46:05.511" v="64"/>
          <ac:inkMkLst>
            <pc:docMk/>
            <pc:sldMk cId="344600789" sldId="386"/>
            <ac:inkMk id="59" creationId="{96D06078-25D0-47FD-BB39-6ECE489A0B65}"/>
          </ac:inkMkLst>
        </pc:inkChg>
        <pc:inkChg chg="add del">
          <ac:chgData name="Dr.Sugata Gangopadhyay" userId="5fbd9f87-0a98-489d-9d45-82abac52020a" providerId="ADAL" clId="{C3806F70-F0F3-4FA4-A822-20A3C94AFC14}" dt="2025-02-28T02:46:05.511" v="64"/>
          <ac:inkMkLst>
            <pc:docMk/>
            <pc:sldMk cId="344600789" sldId="386"/>
            <ac:inkMk id="60" creationId="{E0CC3726-135E-4F85-BE3C-3C87754483BE}"/>
          </ac:inkMkLst>
        </pc:inkChg>
        <pc:inkChg chg="add del">
          <ac:chgData name="Dr.Sugata Gangopadhyay" userId="5fbd9f87-0a98-489d-9d45-82abac52020a" providerId="ADAL" clId="{C3806F70-F0F3-4FA4-A822-20A3C94AFC14}" dt="2025-02-28T02:46:05.511" v="64"/>
          <ac:inkMkLst>
            <pc:docMk/>
            <pc:sldMk cId="344600789" sldId="386"/>
            <ac:inkMk id="61" creationId="{FFE6E767-7658-40CF-8430-5819EFFB5243}"/>
          </ac:inkMkLst>
        </pc:inkChg>
        <pc:inkChg chg="add del">
          <ac:chgData name="Dr.Sugata Gangopadhyay" userId="5fbd9f87-0a98-489d-9d45-82abac52020a" providerId="ADAL" clId="{C3806F70-F0F3-4FA4-A822-20A3C94AFC14}" dt="2025-02-28T02:46:05.511" v="64"/>
          <ac:inkMkLst>
            <pc:docMk/>
            <pc:sldMk cId="344600789" sldId="386"/>
            <ac:inkMk id="62" creationId="{0F2DC394-6C2B-458F-B3E8-E0C0D1BCCFEF}"/>
          </ac:inkMkLst>
        </pc:inkChg>
        <pc:inkChg chg="add del">
          <ac:chgData name="Dr.Sugata Gangopadhyay" userId="5fbd9f87-0a98-489d-9d45-82abac52020a" providerId="ADAL" clId="{C3806F70-F0F3-4FA4-A822-20A3C94AFC14}" dt="2025-02-28T02:46:23.841" v="95"/>
          <ac:inkMkLst>
            <pc:docMk/>
            <pc:sldMk cId="344600789" sldId="386"/>
            <ac:inkMk id="63" creationId="{319BF2CC-CBF4-49D7-8DAE-B754320F4649}"/>
          </ac:inkMkLst>
        </pc:inkChg>
        <pc:inkChg chg="add del">
          <ac:chgData name="Dr.Sugata Gangopadhyay" userId="5fbd9f87-0a98-489d-9d45-82abac52020a" providerId="ADAL" clId="{C3806F70-F0F3-4FA4-A822-20A3C94AFC14}" dt="2025-02-28T02:47:51.719" v="171"/>
          <ac:inkMkLst>
            <pc:docMk/>
            <pc:sldMk cId="344600789" sldId="386"/>
            <ac:inkMk id="64" creationId="{BCF4E9F0-7495-4D79-8A98-FA8B169E8CBE}"/>
          </ac:inkMkLst>
        </pc:inkChg>
        <pc:inkChg chg="add del">
          <ac:chgData name="Dr.Sugata Gangopadhyay" userId="5fbd9f87-0a98-489d-9d45-82abac52020a" providerId="ADAL" clId="{C3806F70-F0F3-4FA4-A822-20A3C94AFC14}" dt="2025-02-28T02:46:23.841" v="95"/>
          <ac:inkMkLst>
            <pc:docMk/>
            <pc:sldMk cId="344600789" sldId="386"/>
            <ac:inkMk id="65" creationId="{AA24A183-AED6-409C-8521-F815F4CE4F39}"/>
          </ac:inkMkLst>
        </pc:inkChg>
        <pc:inkChg chg="add del">
          <ac:chgData name="Dr.Sugata Gangopadhyay" userId="5fbd9f87-0a98-489d-9d45-82abac52020a" providerId="ADAL" clId="{C3806F70-F0F3-4FA4-A822-20A3C94AFC14}" dt="2025-02-28T02:46:23.841" v="95"/>
          <ac:inkMkLst>
            <pc:docMk/>
            <pc:sldMk cId="344600789" sldId="386"/>
            <ac:inkMk id="66" creationId="{0AB6A73A-2DC1-41AF-AB04-55D76575EAE1}"/>
          </ac:inkMkLst>
        </pc:inkChg>
        <pc:inkChg chg="add del">
          <ac:chgData name="Dr.Sugata Gangopadhyay" userId="5fbd9f87-0a98-489d-9d45-82abac52020a" providerId="ADAL" clId="{C3806F70-F0F3-4FA4-A822-20A3C94AFC14}" dt="2025-02-28T02:46:23.841" v="95"/>
          <ac:inkMkLst>
            <pc:docMk/>
            <pc:sldMk cId="344600789" sldId="386"/>
            <ac:inkMk id="67" creationId="{DC490B29-0F47-45FD-849B-14D553190512}"/>
          </ac:inkMkLst>
        </pc:inkChg>
        <pc:inkChg chg="add del">
          <ac:chgData name="Dr.Sugata Gangopadhyay" userId="5fbd9f87-0a98-489d-9d45-82abac52020a" providerId="ADAL" clId="{C3806F70-F0F3-4FA4-A822-20A3C94AFC14}" dt="2025-02-28T02:46:23.841" v="95"/>
          <ac:inkMkLst>
            <pc:docMk/>
            <pc:sldMk cId="344600789" sldId="386"/>
            <ac:inkMk id="68" creationId="{2E02288E-4AEE-4DFD-888A-ABBF4047C157}"/>
          </ac:inkMkLst>
        </pc:inkChg>
        <pc:inkChg chg="add del">
          <ac:chgData name="Dr.Sugata Gangopadhyay" userId="5fbd9f87-0a98-489d-9d45-82abac52020a" providerId="ADAL" clId="{C3806F70-F0F3-4FA4-A822-20A3C94AFC14}" dt="2025-02-28T02:46:23.841" v="95"/>
          <ac:inkMkLst>
            <pc:docMk/>
            <pc:sldMk cId="344600789" sldId="386"/>
            <ac:inkMk id="69" creationId="{26067BE2-0E84-4803-859A-231DF79327A6}"/>
          </ac:inkMkLst>
        </pc:inkChg>
        <pc:inkChg chg="add del">
          <ac:chgData name="Dr.Sugata Gangopadhyay" userId="5fbd9f87-0a98-489d-9d45-82abac52020a" providerId="ADAL" clId="{C3806F70-F0F3-4FA4-A822-20A3C94AFC14}" dt="2025-02-28T02:46:23.841" v="95"/>
          <ac:inkMkLst>
            <pc:docMk/>
            <pc:sldMk cId="344600789" sldId="386"/>
            <ac:inkMk id="70" creationId="{F5AD925D-BCD8-4210-9F3E-A60D9F45DFFE}"/>
          </ac:inkMkLst>
        </pc:inkChg>
        <pc:inkChg chg="add del">
          <ac:chgData name="Dr.Sugata Gangopadhyay" userId="5fbd9f87-0a98-489d-9d45-82abac52020a" providerId="ADAL" clId="{C3806F70-F0F3-4FA4-A822-20A3C94AFC14}" dt="2025-02-28T02:46:23.841" v="95"/>
          <ac:inkMkLst>
            <pc:docMk/>
            <pc:sldMk cId="344600789" sldId="386"/>
            <ac:inkMk id="71" creationId="{5761DEC6-ACF8-47F8-A298-A24914D9B7D4}"/>
          </ac:inkMkLst>
        </pc:inkChg>
        <pc:inkChg chg="add del">
          <ac:chgData name="Dr.Sugata Gangopadhyay" userId="5fbd9f87-0a98-489d-9d45-82abac52020a" providerId="ADAL" clId="{C3806F70-F0F3-4FA4-A822-20A3C94AFC14}" dt="2025-02-28T02:46:23.841" v="95"/>
          <ac:inkMkLst>
            <pc:docMk/>
            <pc:sldMk cId="344600789" sldId="386"/>
            <ac:inkMk id="72" creationId="{2AC2D95D-E413-446B-90B5-1A4C1F669C40}"/>
          </ac:inkMkLst>
        </pc:inkChg>
        <pc:inkChg chg="add del">
          <ac:chgData name="Dr.Sugata Gangopadhyay" userId="5fbd9f87-0a98-489d-9d45-82abac52020a" providerId="ADAL" clId="{C3806F70-F0F3-4FA4-A822-20A3C94AFC14}" dt="2025-02-28T02:46:23.841" v="95"/>
          <ac:inkMkLst>
            <pc:docMk/>
            <pc:sldMk cId="344600789" sldId="386"/>
            <ac:inkMk id="73" creationId="{60DEB386-0FAB-4E92-8317-C02024375EFC}"/>
          </ac:inkMkLst>
        </pc:inkChg>
        <pc:inkChg chg="add del">
          <ac:chgData name="Dr.Sugata Gangopadhyay" userId="5fbd9f87-0a98-489d-9d45-82abac52020a" providerId="ADAL" clId="{C3806F70-F0F3-4FA4-A822-20A3C94AFC14}" dt="2025-02-28T02:46:23.841" v="95"/>
          <ac:inkMkLst>
            <pc:docMk/>
            <pc:sldMk cId="344600789" sldId="386"/>
            <ac:inkMk id="74" creationId="{998F73A5-9BE1-4A98-8821-756814A6F978}"/>
          </ac:inkMkLst>
        </pc:inkChg>
        <pc:inkChg chg="add del">
          <ac:chgData name="Dr.Sugata Gangopadhyay" userId="5fbd9f87-0a98-489d-9d45-82abac52020a" providerId="ADAL" clId="{C3806F70-F0F3-4FA4-A822-20A3C94AFC14}" dt="2025-02-28T02:46:23.841" v="95"/>
          <ac:inkMkLst>
            <pc:docMk/>
            <pc:sldMk cId="344600789" sldId="386"/>
            <ac:inkMk id="75" creationId="{6277D2B3-CEA0-4F98-B351-5DC6D459B727}"/>
          </ac:inkMkLst>
        </pc:inkChg>
        <pc:inkChg chg="add del">
          <ac:chgData name="Dr.Sugata Gangopadhyay" userId="5fbd9f87-0a98-489d-9d45-82abac52020a" providerId="ADAL" clId="{C3806F70-F0F3-4FA4-A822-20A3C94AFC14}" dt="2025-02-28T02:46:23.841" v="95"/>
          <ac:inkMkLst>
            <pc:docMk/>
            <pc:sldMk cId="344600789" sldId="386"/>
            <ac:inkMk id="76" creationId="{0590C4F8-C156-4CF9-8A31-86C9DE913330}"/>
          </ac:inkMkLst>
        </pc:inkChg>
        <pc:inkChg chg="add del">
          <ac:chgData name="Dr.Sugata Gangopadhyay" userId="5fbd9f87-0a98-489d-9d45-82abac52020a" providerId="ADAL" clId="{C3806F70-F0F3-4FA4-A822-20A3C94AFC14}" dt="2025-02-28T02:46:23.841" v="95"/>
          <ac:inkMkLst>
            <pc:docMk/>
            <pc:sldMk cId="344600789" sldId="386"/>
            <ac:inkMk id="77" creationId="{B17B9F86-B342-4F2A-B1D8-2B17276910AD}"/>
          </ac:inkMkLst>
        </pc:inkChg>
        <pc:inkChg chg="add del">
          <ac:chgData name="Dr.Sugata Gangopadhyay" userId="5fbd9f87-0a98-489d-9d45-82abac52020a" providerId="ADAL" clId="{C3806F70-F0F3-4FA4-A822-20A3C94AFC14}" dt="2025-02-28T02:46:23.841" v="95"/>
          <ac:inkMkLst>
            <pc:docMk/>
            <pc:sldMk cId="344600789" sldId="386"/>
            <ac:inkMk id="78" creationId="{6918DC45-9AEC-462A-A126-C4CDA7BD6A38}"/>
          </ac:inkMkLst>
        </pc:inkChg>
        <pc:inkChg chg="add del">
          <ac:chgData name="Dr.Sugata Gangopadhyay" userId="5fbd9f87-0a98-489d-9d45-82abac52020a" providerId="ADAL" clId="{C3806F70-F0F3-4FA4-A822-20A3C94AFC14}" dt="2025-02-28T02:46:23.841" v="95"/>
          <ac:inkMkLst>
            <pc:docMk/>
            <pc:sldMk cId="344600789" sldId="386"/>
            <ac:inkMk id="79" creationId="{42DB2521-82C7-4AC6-9D07-9A479499AC45}"/>
          </ac:inkMkLst>
        </pc:inkChg>
        <pc:inkChg chg="add del">
          <ac:chgData name="Dr.Sugata Gangopadhyay" userId="5fbd9f87-0a98-489d-9d45-82abac52020a" providerId="ADAL" clId="{C3806F70-F0F3-4FA4-A822-20A3C94AFC14}" dt="2025-02-28T02:46:23.841" v="95"/>
          <ac:inkMkLst>
            <pc:docMk/>
            <pc:sldMk cId="344600789" sldId="386"/>
            <ac:inkMk id="80" creationId="{D98CFD74-DF58-4769-9D62-9097E332AF59}"/>
          </ac:inkMkLst>
        </pc:inkChg>
        <pc:inkChg chg="add del">
          <ac:chgData name="Dr.Sugata Gangopadhyay" userId="5fbd9f87-0a98-489d-9d45-82abac52020a" providerId="ADAL" clId="{C3806F70-F0F3-4FA4-A822-20A3C94AFC14}" dt="2025-02-28T02:46:23.841" v="95"/>
          <ac:inkMkLst>
            <pc:docMk/>
            <pc:sldMk cId="344600789" sldId="386"/>
            <ac:inkMk id="81" creationId="{00C3619B-1AAD-4BFC-B9E0-FAE29D3B3808}"/>
          </ac:inkMkLst>
        </pc:inkChg>
        <pc:inkChg chg="add del">
          <ac:chgData name="Dr.Sugata Gangopadhyay" userId="5fbd9f87-0a98-489d-9d45-82abac52020a" providerId="ADAL" clId="{C3806F70-F0F3-4FA4-A822-20A3C94AFC14}" dt="2025-02-28T02:46:23.841" v="95"/>
          <ac:inkMkLst>
            <pc:docMk/>
            <pc:sldMk cId="344600789" sldId="386"/>
            <ac:inkMk id="82" creationId="{19456B47-EDE6-469C-B49B-9784377C9CD0}"/>
          </ac:inkMkLst>
        </pc:inkChg>
        <pc:inkChg chg="add del">
          <ac:chgData name="Dr.Sugata Gangopadhyay" userId="5fbd9f87-0a98-489d-9d45-82abac52020a" providerId="ADAL" clId="{C3806F70-F0F3-4FA4-A822-20A3C94AFC14}" dt="2025-02-28T02:46:23.841" v="95"/>
          <ac:inkMkLst>
            <pc:docMk/>
            <pc:sldMk cId="344600789" sldId="386"/>
            <ac:inkMk id="83" creationId="{977E5A55-971F-4A38-86E1-F20763714D95}"/>
          </ac:inkMkLst>
        </pc:inkChg>
        <pc:inkChg chg="add del">
          <ac:chgData name="Dr.Sugata Gangopadhyay" userId="5fbd9f87-0a98-489d-9d45-82abac52020a" providerId="ADAL" clId="{C3806F70-F0F3-4FA4-A822-20A3C94AFC14}" dt="2025-02-28T02:46:23.841" v="95"/>
          <ac:inkMkLst>
            <pc:docMk/>
            <pc:sldMk cId="344600789" sldId="386"/>
            <ac:inkMk id="84" creationId="{712F0D51-6BA2-4169-B76B-C5050DD514E6}"/>
          </ac:inkMkLst>
        </pc:inkChg>
        <pc:inkChg chg="add del">
          <ac:chgData name="Dr.Sugata Gangopadhyay" userId="5fbd9f87-0a98-489d-9d45-82abac52020a" providerId="ADAL" clId="{C3806F70-F0F3-4FA4-A822-20A3C94AFC14}" dt="2025-02-28T02:46:23.841" v="95"/>
          <ac:inkMkLst>
            <pc:docMk/>
            <pc:sldMk cId="344600789" sldId="386"/>
            <ac:inkMk id="85" creationId="{BB6078E9-DC54-463E-A2F3-EBE03D99F8CE}"/>
          </ac:inkMkLst>
        </pc:inkChg>
        <pc:inkChg chg="add del">
          <ac:chgData name="Dr.Sugata Gangopadhyay" userId="5fbd9f87-0a98-489d-9d45-82abac52020a" providerId="ADAL" clId="{C3806F70-F0F3-4FA4-A822-20A3C94AFC14}" dt="2025-02-28T02:46:23.841" v="95"/>
          <ac:inkMkLst>
            <pc:docMk/>
            <pc:sldMk cId="344600789" sldId="386"/>
            <ac:inkMk id="86" creationId="{16BEB416-B736-41C8-A60E-9F1B21260414}"/>
          </ac:inkMkLst>
        </pc:inkChg>
        <pc:inkChg chg="add del">
          <ac:chgData name="Dr.Sugata Gangopadhyay" userId="5fbd9f87-0a98-489d-9d45-82abac52020a" providerId="ADAL" clId="{C3806F70-F0F3-4FA4-A822-20A3C94AFC14}" dt="2025-02-28T02:46:23.841" v="95"/>
          <ac:inkMkLst>
            <pc:docMk/>
            <pc:sldMk cId="344600789" sldId="386"/>
            <ac:inkMk id="87" creationId="{45EE837B-D751-44CA-93C5-3AF106A59C0F}"/>
          </ac:inkMkLst>
        </pc:inkChg>
        <pc:inkChg chg="add del">
          <ac:chgData name="Dr.Sugata Gangopadhyay" userId="5fbd9f87-0a98-489d-9d45-82abac52020a" providerId="ADAL" clId="{C3806F70-F0F3-4FA4-A822-20A3C94AFC14}" dt="2025-02-28T02:46:23.841" v="95"/>
          <ac:inkMkLst>
            <pc:docMk/>
            <pc:sldMk cId="344600789" sldId="386"/>
            <ac:inkMk id="88" creationId="{0BF6EF15-26EB-4E6A-9AC4-BE884B38A133}"/>
          </ac:inkMkLst>
        </pc:inkChg>
        <pc:inkChg chg="add del">
          <ac:chgData name="Dr.Sugata Gangopadhyay" userId="5fbd9f87-0a98-489d-9d45-82abac52020a" providerId="ADAL" clId="{C3806F70-F0F3-4FA4-A822-20A3C94AFC14}" dt="2025-02-28T02:46:23.841" v="95"/>
          <ac:inkMkLst>
            <pc:docMk/>
            <pc:sldMk cId="344600789" sldId="386"/>
            <ac:inkMk id="89" creationId="{DE56C230-2FE2-44B4-8555-572F2576ABDC}"/>
          </ac:inkMkLst>
        </pc:inkChg>
        <pc:inkChg chg="add del">
          <ac:chgData name="Dr.Sugata Gangopadhyay" userId="5fbd9f87-0a98-489d-9d45-82abac52020a" providerId="ADAL" clId="{C3806F70-F0F3-4FA4-A822-20A3C94AFC14}" dt="2025-02-28T02:46:23.841" v="95"/>
          <ac:inkMkLst>
            <pc:docMk/>
            <pc:sldMk cId="344600789" sldId="386"/>
            <ac:inkMk id="90" creationId="{CCCB3A4F-636F-4968-99DB-CD7AF3E76C64}"/>
          </ac:inkMkLst>
        </pc:inkChg>
        <pc:inkChg chg="add del">
          <ac:chgData name="Dr.Sugata Gangopadhyay" userId="5fbd9f87-0a98-489d-9d45-82abac52020a" providerId="ADAL" clId="{C3806F70-F0F3-4FA4-A822-20A3C94AFC14}" dt="2025-02-28T02:46:23.841" v="95"/>
          <ac:inkMkLst>
            <pc:docMk/>
            <pc:sldMk cId="344600789" sldId="386"/>
            <ac:inkMk id="91" creationId="{82C9DB96-A796-4BA9-B6B4-019E0688EC76}"/>
          </ac:inkMkLst>
        </pc:inkChg>
        <pc:inkChg chg="add del">
          <ac:chgData name="Dr.Sugata Gangopadhyay" userId="5fbd9f87-0a98-489d-9d45-82abac52020a" providerId="ADAL" clId="{C3806F70-F0F3-4FA4-A822-20A3C94AFC14}" dt="2025-02-28T02:46:23.841" v="95"/>
          <ac:inkMkLst>
            <pc:docMk/>
            <pc:sldMk cId="344600789" sldId="386"/>
            <ac:inkMk id="92" creationId="{6726DFC7-F973-4704-804E-8FFAF652946C}"/>
          </ac:inkMkLst>
        </pc:inkChg>
        <pc:inkChg chg="add del">
          <ac:chgData name="Dr.Sugata Gangopadhyay" userId="5fbd9f87-0a98-489d-9d45-82abac52020a" providerId="ADAL" clId="{C3806F70-F0F3-4FA4-A822-20A3C94AFC14}" dt="2025-02-28T02:46:23.841" v="95"/>
          <ac:inkMkLst>
            <pc:docMk/>
            <pc:sldMk cId="344600789" sldId="386"/>
            <ac:inkMk id="93" creationId="{564340D1-922B-4B46-A3CE-F36BADB625E8}"/>
          </ac:inkMkLst>
        </pc:inkChg>
        <pc:inkChg chg="add del">
          <ac:chgData name="Dr.Sugata Gangopadhyay" userId="5fbd9f87-0a98-489d-9d45-82abac52020a" providerId="ADAL" clId="{C3806F70-F0F3-4FA4-A822-20A3C94AFC14}" dt="2025-02-28T02:46:23.841" v="95"/>
          <ac:inkMkLst>
            <pc:docMk/>
            <pc:sldMk cId="344600789" sldId="386"/>
            <ac:inkMk id="94" creationId="{BA1A731B-C3E7-4C15-B2E1-F0B962043B9C}"/>
          </ac:inkMkLst>
        </pc:inkChg>
        <pc:inkChg chg="add del">
          <ac:chgData name="Dr.Sugata Gangopadhyay" userId="5fbd9f87-0a98-489d-9d45-82abac52020a" providerId="ADAL" clId="{C3806F70-F0F3-4FA4-A822-20A3C94AFC14}" dt="2025-02-28T02:46:28.470" v="101"/>
          <ac:inkMkLst>
            <pc:docMk/>
            <pc:sldMk cId="344600789" sldId="386"/>
            <ac:inkMk id="95" creationId="{9C77595E-6FD5-4960-B63C-67FFC8958E3D}"/>
          </ac:inkMkLst>
        </pc:inkChg>
        <pc:inkChg chg="add del">
          <ac:chgData name="Dr.Sugata Gangopadhyay" userId="5fbd9f87-0a98-489d-9d45-82abac52020a" providerId="ADAL" clId="{C3806F70-F0F3-4FA4-A822-20A3C94AFC14}" dt="2025-02-28T02:46:23.841" v="95"/>
          <ac:inkMkLst>
            <pc:docMk/>
            <pc:sldMk cId="344600789" sldId="386"/>
            <ac:inkMk id="96" creationId="{48D42340-EC85-4D84-B032-694EA7DB08DF}"/>
          </ac:inkMkLst>
        </pc:inkChg>
        <pc:inkChg chg="add del">
          <ac:chgData name="Dr.Sugata Gangopadhyay" userId="5fbd9f87-0a98-489d-9d45-82abac52020a" providerId="ADAL" clId="{C3806F70-F0F3-4FA4-A822-20A3C94AFC14}" dt="2025-02-28T02:47:51.719" v="171"/>
          <ac:inkMkLst>
            <pc:docMk/>
            <pc:sldMk cId="344600789" sldId="386"/>
            <ac:inkMk id="97" creationId="{BAB7DC7E-1DEF-4823-ACD8-E3055901B7EB}"/>
          </ac:inkMkLst>
        </pc:inkChg>
        <pc:inkChg chg="add del">
          <ac:chgData name="Dr.Sugata Gangopadhyay" userId="5fbd9f87-0a98-489d-9d45-82abac52020a" providerId="ADAL" clId="{C3806F70-F0F3-4FA4-A822-20A3C94AFC14}" dt="2025-02-28T02:46:28.470" v="101"/>
          <ac:inkMkLst>
            <pc:docMk/>
            <pc:sldMk cId="344600789" sldId="386"/>
            <ac:inkMk id="98" creationId="{24D09E5F-FEE6-45A8-A935-97A12DA5CD03}"/>
          </ac:inkMkLst>
        </pc:inkChg>
        <pc:inkChg chg="add del">
          <ac:chgData name="Dr.Sugata Gangopadhyay" userId="5fbd9f87-0a98-489d-9d45-82abac52020a" providerId="ADAL" clId="{C3806F70-F0F3-4FA4-A822-20A3C94AFC14}" dt="2025-02-28T02:46:28.470" v="101"/>
          <ac:inkMkLst>
            <pc:docMk/>
            <pc:sldMk cId="344600789" sldId="386"/>
            <ac:inkMk id="99" creationId="{FEF8A731-879B-46EA-9250-7AFE0619A394}"/>
          </ac:inkMkLst>
        </pc:inkChg>
        <pc:inkChg chg="add del">
          <ac:chgData name="Dr.Sugata Gangopadhyay" userId="5fbd9f87-0a98-489d-9d45-82abac52020a" providerId="ADAL" clId="{C3806F70-F0F3-4FA4-A822-20A3C94AFC14}" dt="2025-02-28T02:46:28.470" v="101"/>
          <ac:inkMkLst>
            <pc:docMk/>
            <pc:sldMk cId="344600789" sldId="386"/>
            <ac:inkMk id="100" creationId="{184C81C5-DA08-437E-A46E-6DB7F21C5388}"/>
          </ac:inkMkLst>
        </pc:inkChg>
        <pc:inkChg chg="add del">
          <ac:chgData name="Dr.Sugata Gangopadhyay" userId="5fbd9f87-0a98-489d-9d45-82abac52020a" providerId="ADAL" clId="{C3806F70-F0F3-4FA4-A822-20A3C94AFC14}" dt="2025-02-28T02:46:28.470" v="101"/>
          <ac:inkMkLst>
            <pc:docMk/>
            <pc:sldMk cId="344600789" sldId="386"/>
            <ac:inkMk id="101" creationId="{33778F8F-DD61-47C7-806C-7271DACEDD1F}"/>
          </ac:inkMkLst>
        </pc:inkChg>
        <pc:inkChg chg="add del">
          <ac:chgData name="Dr.Sugata Gangopadhyay" userId="5fbd9f87-0a98-489d-9d45-82abac52020a" providerId="ADAL" clId="{C3806F70-F0F3-4FA4-A822-20A3C94AFC14}" dt="2025-02-28T02:46:28.470" v="101"/>
          <ac:inkMkLst>
            <pc:docMk/>
            <pc:sldMk cId="344600789" sldId="386"/>
            <ac:inkMk id="102" creationId="{C5E5E3ED-FA4E-4316-8B10-5CFA2316F32A}"/>
          </ac:inkMkLst>
        </pc:inkChg>
        <pc:inkChg chg="add del">
          <ac:chgData name="Dr.Sugata Gangopadhyay" userId="5fbd9f87-0a98-489d-9d45-82abac52020a" providerId="ADAL" clId="{C3806F70-F0F3-4FA4-A822-20A3C94AFC14}" dt="2025-02-28T02:46:30.947" v="105"/>
          <ac:inkMkLst>
            <pc:docMk/>
            <pc:sldMk cId="344600789" sldId="386"/>
            <ac:inkMk id="103" creationId="{94BAD2BE-6258-425A-BE09-0ADA0C3ADFDE}"/>
          </ac:inkMkLst>
        </pc:inkChg>
        <pc:inkChg chg="add del">
          <ac:chgData name="Dr.Sugata Gangopadhyay" userId="5fbd9f87-0a98-489d-9d45-82abac52020a" providerId="ADAL" clId="{C3806F70-F0F3-4FA4-A822-20A3C94AFC14}" dt="2025-02-28T02:46:30.947" v="105"/>
          <ac:inkMkLst>
            <pc:docMk/>
            <pc:sldMk cId="344600789" sldId="386"/>
            <ac:inkMk id="104" creationId="{1CDDC049-0563-42BF-9C4E-BCF6F6724721}"/>
          </ac:inkMkLst>
        </pc:inkChg>
        <pc:inkChg chg="add del">
          <ac:chgData name="Dr.Sugata Gangopadhyay" userId="5fbd9f87-0a98-489d-9d45-82abac52020a" providerId="ADAL" clId="{C3806F70-F0F3-4FA4-A822-20A3C94AFC14}" dt="2025-02-28T02:46:30.947" v="105"/>
          <ac:inkMkLst>
            <pc:docMk/>
            <pc:sldMk cId="344600789" sldId="386"/>
            <ac:inkMk id="105" creationId="{0C92AB78-44D6-4E51-B5D6-5A9BF8F28F1D}"/>
          </ac:inkMkLst>
        </pc:inkChg>
        <pc:inkChg chg="add del">
          <ac:chgData name="Dr.Sugata Gangopadhyay" userId="5fbd9f87-0a98-489d-9d45-82abac52020a" providerId="ADAL" clId="{C3806F70-F0F3-4FA4-A822-20A3C94AFC14}" dt="2025-02-28T02:46:30.947" v="105"/>
          <ac:inkMkLst>
            <pc:docMk/>
            <pc:sldMk cId="344600789" sldId="386"/>
            <ac:inkMk id="106" creationId="{828184B5-B4E0-4A9C-83B4-938B272F18F7}"/>
          </ac:inkMkLst>
        </pc:inkChg>
        <pc:inkChg chg="add del">
          <ac:chgData name="Dr.Sugata Gangopadhyay" userId="5fbd9f87-0a98-489d-9d45-82abac52020a" providerId="ADAL" clId="{C3806F70-F0F3-4FA4-A822-20A3C94AFC14}" dt="2025-02-28T02:46:38.633" v="116"/>
          <ac:inkMkLst>
            <pc:docMk/>
            <pc:sldMk cId="344600789" sldId="386"/>
            <ac:inkMk id="107" creationId="{34A7F972-4948-4D18-A901-DA53BA24E0B2}"/>
          </ac:inkMkLst>
        </pc:inkChg>
        <pc:inkChg chg="add del">
          <ac:chgData name="Dr.Sugata Gangopadhyay" userId="5fbd9f87-0a98-489d-9d45-82abac52020a" providerId="ADAL" clId="{C3806F70-F0F3-4FA4-A822-20A3C94AFC14}" dt="2025-02-28T02:46:38.633" v="116"/>
          <ac:inkMkLst>
            <pc:docMk/>
            <pc:sldMk cId="344600789" sldId="386"/>
            <ac:inkMk id="108" creationId="{79AB7CA0-70F2-4FD8-AB5C-3966EE660EDA}"/>
          </ac:inkMkLst>
        </pc:inkChg>
        <pc:inkChg chg="add del">
          <ac:chgData name="Dr.Sugata Gangopadhyay" userId="5fbd9f87-0a98-489d-9d45-82abac52020a" providerId="ADAL" clId="{C3806F70-F0F3-4FA4-A822-20A3C94AFC14}" dt="2025-02-28T02:46:38.633" v="116"/>
          <ac:inkMkLst>
            <pc:docMk/>
            <pc:sldMk cId="344600789" sldId="386"/>
            <ac:inkMk id="109" creationId="{EE4E9C34-5B7C-4D3C-825D-50CA8A1125B8}"/>
          </ac:inkMkLst>
        </pc:inkChg>
        <pc:inkChg chg="add del">
          <ac:chgData name="Dr.Sugata Gangopadhyay" userId="5fbd9f87-0a98-489d-9d45-82abac52020a" providerId="ADAL" clId="{C3806F70-F0F3-4FA4-A822-20A3C94AFC14}" dt="2025-02-28T02:46:38.633" v="116"/>
          <ac:inkMkLst>
            <pc:docMk/>
            <pc:sldMk cId="344600789" sldId="386"/>
            <ac:inkMk id="110" creationId="{D3BC1039-EFEF-48E4-8285-3F50DB2A3D8E}"/>
          </ac:inkMkLst>
        </pc:inkChg>
        <pc:inkChg chg="add del">
          <ac:chgData name="Dr.Sugata Gangopadhyay" userId="5fbd9f87-0a98-489d-9d45-82abac52020a" providerId="ADAL" clId="{C3806F70-F0F3-4FA4-A822-20A3C94AFC14}" dt="2025-02-28T02:46:38.633" v="116"/>
          <ac:inkMkLst>
            <pc:docMk/>
            <pc:sldMk cId="344600789" sldId="386"/>
            <ac:inkMk id="111" creationId="{22817B9D-E3A0-47A8-879D-899B0024E93E}"/>
          </ac:inkMkLst>
        </pc:inkChg>
        <pc:inkChg chg="add del">
          <ac:chgData name="Dr.Sugata Gangopadhyay" userId="5fbd9f87-0a98-489d-9d45-82abac52020a" providerId="ADAL" clId="{C3806F70-F0F3-4FA4-A822-20A3C94AFC14}" dt="2025-02-28T02:46:38.633" v="116"/>
          <ac:inkMkLst>
            <pc:docMk/>
            <pc:sldMk cId="344600789" sldId="386"/>
            <ac:inkMk id="112" creationId="{D8F87BC3-0406-4ADF-8A15-A2F07C47B091}"/>
          </ac:inkMkLst>
        </pc:inkChg>
        <pc:inkChg chg="add del">
          <ac:chgData name="Dr.Sugata Gangopadhyay" userId="5fbd9f87-0a98-489d-9d45-82abac52020a" providerId="ADAL" clId="{C3806F70-F0F3-4FA4-A822-20A3C94AFC14}" dt="2025-02-28T02:46:38.633" v="116"/>
          <ac:inkMkLst>
            <pc:docMk/>
            <pc:sldMk cId="344600789" sldId="386"/>
            <ac:inkMk id="113" creationId="{41894EBD-3216-46B5-B1C0-595BB1253089}"/>
          </ac:inkMkLst>
        </pc:inkChg>
        <pc:inkChg chg="add del">
          <ac:chgData name="Dr.Sugata Gangopadhyay" userId="5fbd9f87-0a98-489d-9d45-82abac52020a" providerId="ADAL" clId="{C3806F70-F0F3-4FA4-A822-20A3C94AFC14}" dt="2025-02-28T02:46:38.633" v="116"/>
          <ac:inkMkLst>
            <pc:docMk/>
            <pc:sldMk cId="344600789" sldId="386"/>
            <ac:inkMk id="114" creationId="{9DBBA1E8-A9C9-4E8A-B253-50413B6CFF25}"/>
          </ac:inkMkLst>
        </pc:inkChg>
        <pc:inkChg chg="add del">
          <ac:chgData name="Dr.Sugata Gangopadhyay" userId="5fbd9f87-0a98-489d-9d45-82abac52020a" providerId="ADAL" clId="{C3806F70-F0F3-4FA4-A822-20A3C94AFC14}" dt="2025-02-28T02:46:38.633" v="116"/>
          <ac:inkMkLst>
            <pc:docMk/>
            <pc:sldMk cId="344600789" sldId="386"/>
            <ac:inkMk id="115" creationId="{1A00C5E8-6526-4442-AC7E-23A7B286462C}"/>
          </ac:inkMkLst>
        </pc:inkChg>
        <pc:inkChg chg="add del">
          <ac:chgData name="Dr.Sugata Gangopadhyay" userId="5fbd9f87-0a98-489d-9d45-82abac52020a" providerId="ADAL" clId="{C3806F70-F0F3-4FA4-A822-20A3C94AFC14}" dt="2025-02-28T02:46:38.633" v="116"/>
          <ac:inkMkLst>
            <pc:docMk/>
            <pc:sldMk cId="344600789" sldId="386"/>
            <ac:inkMk id="116" creationId="{1CE7D1E2-8E47-4D12-B410-1A47331DC2BE}"/>
          </ac:inkMkLst>
        </pc:inkChg>
        <pc:inkChg chg="add del">
          <ac:chgData name="Dr.Sugata Gangopadhyay" userId="5fbd9f87-0a98-489d-9d45-82abac52020a" providerId="ADAL" clId="{C3806F70-F0F3-4FA4-A822-20A3C94AFC14}" dt="2025-02-28T02:46:38.633" v="116"/>
          <ac:inkMkLst>
            <pc:docMk/>
            <pc:sldMk cId="344600789" sldId="386"/>
            <ac:inkMk id="117" creationId="{E03343F9-FEE4-429C-BF48-46F390118B9B}"/>
          </ac:inkMkLst>
        </pc:inkChg>
        <pc:inkChg chg="add del">
          <ac:chgData name="Dr.Sugata Gangopadhyay" userId="5fbd9f87-0a98-489d-9d45-82abac52020a" providerId="ADAL" clId="{C3806F70-F0F3-4FA4-A822-20A3C94AFC14}" dt="2025-02-28T02:47:51.719" v="171"/>
          <ac:inkMkLst>
            <pc:docMk/>
            <pc:sldMk cId="344600789" sldId="386"/>
            <ac:inkMk id="118" creationId="{904E2F69-A60D-4DA8-A057-B0A0D088390A}"/>
          </ac:inkMkLst>
        </pc:inkChg>
        <pc:inkChg chg="add del">
          <ac:chgData name="Dr.Sugata Gangopadhyay" userId="5fbd9f87-0a98-489d-9d45-82abac52020a" providerId="ADAL" clId="{C3806F70-F0F3-4FA4-A822-20A3C94AFC14}" dt="2025-02-28T02:46:47.891" v="122"/>
          <ac:inkMkLst>
            <pc:docMk/>
            <pc:sldMk cId="344600789" sldId="386"/>
            <ac:inkMk id="119" creationId="{1A2FB0C0-2E6D-43F1-AFB2-473D14A3C999}"/>
          </ac:inkMkLst>
        </pc:inkChg>
        <pc:inkChg chg="add del">
          <ac:chgData name="Dr.Sugata Gangopadhyay" userId="5fbd9f87-0a98-489d-9d45-82abac52020a" providerId="ADAL" clId="{C3806F70-F0F3-4FA4-A822-20A3C94AFC14}" dt="2025-02-28T02:46:47.891" v="122"/>
          <ac:inkMkLst>
            <pc:docMk/>
            <pc:sldMk cId="344600789" sldId="386"/>
            <ac:inkMk id="120" creationId="{007729A2-94DE-473F-9F69-8EC71EFA6A0C}"/>
          </ac:inkMkLst>
        </pc:inkChg>
        <pc:inkChg chg="add del">
          <ac:chgData name="Dr.Sugata Gangopadhyay" userId="5fbd9f87-0a98-489d-9d45-82abac52020a" providerId="ADAL" clId="{C3806F70-F0F3-4FA4-A822-20A3C94AFC14}" dt="2025-02-28T02:46:47.891" v="122"/>
          <ac:inkMkLst>
            <pc:docMk/>
            <pc:sldMk cId="344600789" sldId="386"/>
            <ac:inkMk id="121" creationId="{8271C46C-8B7B-49D8-B366-F58490B61543}"/>
          </ac:inkMkLst>
        </pc:inkChg>
        <pc:inkChg chg="add del">
          <ac:chgData name="Dr.Sugata Gangopadhyay" userId="5fbd9f87-0a98-489d-9d45-82abac52020a" providerId="ADAL" clId="{C3806F70-F0F3-4FA4-A822-20A3C94AFC14}" dt="2025-02-28T02:46:47.891" v="122"/>
          <ac:inkMkLst>
            <pc:docMk/>
            <pc:sldMk cId="344600789" sldId="386"/>
            <ac:inkMk id="122" creationId="{4C63F661-51BE-4A5F-8553-8F194C848379}"/>
          </ac:inkMkLst>
        </pc:inkChg>
        <pc:inkChg chg="add del">
          <ac:chgData name="Dr.Sugata Gangopadhyay" userId="5fbd9f87-0a98-489d-9d45-82abac52020a" providerId="ADAL" clId="{C3806F70-F0F3-4FA4-A822-20A3C94AFC14}" dt="2025-02-28T02:46:47.891" v="122"/>
          <ac:inkMkLst>
            <pc:docMk/>
            <pc:sldMk cId="344600789" sldId="386"/>
            <ac:inkMk id="123" creationId="{3D173385-A410-41D8-8945-BC4938265AFA}"/>
          </ac:inkMkLst>
        </pc:inkChg>
        <pc:inkChg chg="add del">
          <ac:chgData name="Dr.Sugata Gangopadhyay" userId="5fbd9f87-0a98-489d-9d45-82abac52020a" providerId="ADAL" clId="{C3806F70-F0F3-4FA4-A822-20A3C94AFC14}" dt="2025-02-28T02:46:47.891" v="122"/>
          <ac:inkMkLst>
            <pc:docMk/>
            <pc:sldMk cId="344600789" sldId="386"/>
            <ac:inkMk id="124" creationId="{D4A6F5A0-61D1-4BE9-85A6-0777D9DE101D}"/>
          </ac:inkMkLst>
        </pc:inkChg>
        <pc:inkChg chg="add del">
          <ac:chgData name="Dr.Sugata Gangopadhyay" userId="5fbd9f87-0a98-489d-9d45-82abac52020a" providerId="ADAL" clId="{C3806F70-F0F3-4FA4-A822-20A3C94AFC14}" dt="2025-02-28T02:46:49.154" v="124"/>
          <ac:inkMkLst>
            <pc:docMk/>
            <pc:sldMk cId="344600789" sldId="386"/>
            <ac:inkMk id="125" creationId="{04EA7C86-A77E-42DB-BD5E-F9B2B7B76CAB}"/>
          </ac:inkMkLst>
        </pc:inkChg>
        <pc:inkChg chg="add del">
          <ac:chgData name="Dr.Sugata Gangopadhyay" userId="5fbd9f87-0a98-489d-9d45-82abac52020a" providerId="ADAL" clId="{C3806F70-F0F3-4FA4-A822-20A3C94AFC14}" dt="2025-02-28T02:47:51.719" v="171"/>
          <ac:inkMkLst>
            <pc:docMk/>
            <pc:sldMk cId="344600789" sldId="386"/>
            <ac:inkMk id="126" creationId="{EEBB00CB-E14E-42DD-AB7F-2E8CD77E395D}"/>
          </ac:inkMkLst>
        </pc:inkChg>
        <pc:inkChg chg="add del">
          <ac:chgData name="Dr.Sugata Gangopadhyay" userId="5fbd9f87-0a98-489d-9d45-82abac52020a" providerId="ADAL" clId="{C3806F70-F0F3-4FA4-A822-20A3C94AFC14}" dt="2025-02-28T02:46:49.154" v="124"/>
          <ac:inkMkLst>
            <pc:docMk/>
            <pc:sldMk cId="344600789" sldId="386"/>
            <ac:inkMk id="127" creationId="{369B523F-B1A8-46A2-8BCC-B9E2397291A2}"/>
          </ac:inkMkLst>
        </pc:inkChg>
        <pc:inkChg chg="add del">
          <ac:chgData name="Dr.Sugata Gangopadhyay" userId="5fbd9f87-0a98-489d-9d45-82abac52020a" providerId="ADAL" clId="{C3806F70-F0F3-4FA4-A822-20A3C94AFC14}" dt="2025-02-28T02:46:50.629" v="127"/>
          <ac:inkMkLst>
            <pc:docMk/>
            <pc:sldMk cId="344600789" sldId="386"/>
            <ac:inkMk id="128" creationId="{51ACDA76-F0FD-4E47-9520-8E51A2815B6E}"/>
          </ac:inkMkLst>
        </pc:inkChg>
        <pc:inkChg chg="add del">
          <ac:chgData name="Dr.Sugata Gangopadhyay" userId="5fbd9f87-0a98-489d-9d45-82abac52020a" providerId="ADAL" clId="{C3806F70-F0F3-4FA4-A822-20A3C94AFC14}" dt="2025-02-28T02:47:51.719" v="171"/>
          <ac:inkMkLst>
            <pc:docMk/>
            <pc:sldMk cId="344600789" sldId="386"/>
            <ac:inkMk id="129" creationId="{9F63F6AB-946D-4740-ABCD-574DE506DD82}"/>
          </ac:inkMkLst>
        </pc:inkChg>
        <pc:inkChg chg="add del">
          <ac:chgData name="Dr.Sugata Gangopadhyay" userId="5fbd9f87-0a98-489d-9d45-82abac52020a" providerId="ADAL" clId="{C3806F70-F0F3-4FA4-A822-20A3C94AFC14}" dt="2025-02-28T02:46:50.629" v="127"/>
          <ac:inkMkLst>
            <pc:docMk/>
            <pc:sldMk cId="344600789" sldId="386"/>
            <ac:inkMk id="130" creationId="{89558C31-4F5D-4BB9-ACFD-F12CA1A0D25C}"/>
          </ac:inkMkLst>
        </pc:inkChg>
        <pc:inkChg chg="add del">
          <ac:chgData name="Dr.Sugata Gangopadhyay" userId="5fbd9f87-0a98-489d-9d45-82abac52020a" providerId="ADAL" clId="{C3806F70-F0F3-4FA4-A822-20A3C94AFC14}" dt="2025-02-28T02:47:51.719" v="171"/>
          <ac:inkMkLst>
            <pc:docMk/>
            <pc:sldMk cId="344600789" sldId="386"/>
            <ac:inkMk id="131" creationId="{01C4946B-CCB6-4062-B2F3-2DCB3390837C}"/>
          </ac:inkMkLst>
        </pc:inkChg>
        <pc:inkChg chg="add del">
          <ac:chgData name="Dr.Sugata Gangopadhyay" userId="5fbd9f87-0a98-489d-9d45-82abac52020a" providerId="ADAL" clId="{C3806F70-F0F3-4FA4-A822-20A3C94AFC14}" dt="2025-02-28T02:47:19.543" v="133"/>
          <ac:inkMkLst>
            <pc:docMk/>
            <pc:sldMk cId="344600789" sldId="386"/>
            <ac:inkMk id="132" creationId="{490A4E7C-7278-4859-AB6C-33735D89E2ED}"/>
          </ac:inkMkLst>
        </pc:inkChg>
        <pc:inkChg chg="add del">
          <ac:chgData name="Dr.Sugata Gangopadhyay" userId="5fbd9f87-0a98-489d-9d45-82abac52020a" providerId="ADAL" clId="{C3806F70-F0F3-4FA4-A822-20A3C94AFC14}" dt="2025-02-28T02:47:19.543" v="133"/>
          <ac:inkMkLst>
            <pc:docMk/>
            <pc:sldMk cId="344600789" sldId="386"/>
            <ac:inkMk id="133" creationId="{65BE093C-68E0-4F6D-AB21-A21C4F07E763}"/>
          </ac:inkMkLst>
        </pc:inkChg>
        <pc:inkChg chg="add del">
          <ac:chgData name="Dr.Sugata Gangopadhyay" userId="5fbd9f87-0a98-489d-9d45-82abac52020a" providerId="ADAL" clId="{C3806F70-F0F3-4FA4-A822-20A3C94AFC14}" dt="2025-02-28T02:47:19.543" v="133"/>
          <ac:inkMkLst>
            <pc:docMk/>
            <pc:sldMk cId="344600789" sldId="386"/>
            <ac:inkMk id="134" creationId="{6E61205D-49CF-42D6-83F8-4B603134388A}"/>
          </ac:inkMkLst>
        </pc:inkChg>
        <pc:inkChg chg="add del">
          <ac:chgData name="Dr.Sugata Gangopadhyay" userId="5fbd9f87-0a98-489d-9d45-82abac52020a" providerId="ADAL" clId="{C3806F70-F0F3-4FA4-A822-20A3C94AFC14}" dt="2025-02-28T02:47:19.543" v="133"/>
          <ac:inkMkLst>
            <pc:docMk/>
            <pc:sldMk cId="344600789" sldId="386"/>
            <ac:inkMk id="135" creationId="{11017F11-70E8-4203-A5A9-BB06B8FE30F4}"/>
          </ac:inkMkLst>
        </pc:inkChg>
        <pc:inkChg chg="add del">
          <ac:chgData name="Dr.Sugata Gangopadhyay" userId="5fbd9f87-0a98-489d-9d45-82abac52020a" providerId="ADAL" clId="{C3806F70-F0F3-4FA4-A822-20A3C94AFC14}" dt="2025-02-28T02:47:19.543" v="133"/>
          <ac:inkMkLst>
            <pc:docMk/>
            <pc:sldMk cId="344600789" sldId="386"/>
            <ac:inkMk id="136" creationId="{5D585B57-3BF2-460D-9EA7-531171784A16}"/>
          </ac:inkMkLst>
        </pc:inkChg>
        <pc:inkChg chg="add del">
          <ac:chgData name="Dr.Sugata Gangopadhyay" userId="5fbd9f87-0a98-489d-9d45-82abac52020a" providerId="ADAL" clId="{C3806F70-F0F3-4FA4-A822-20A3C94AFC14}" dt="2025-02-28T02:47:51.719" v="171"/>
          <ac:inkMkLst>
            <pc:docMk/>
            <pc:sldMk cId="344600789" sldId="386"/>
            <ac:inkMk id="137" creationId="{2E50D7E3-B4C6-4363-8EAD-1AE20577F322}"/>
          </ac:inkMkLst>
        </pc:inkChg>
        <pc:inkChg chg="add del">
          <ac:chgData name="Dr.Sugata Gangopadhyay" userId="5fbd9f87-0a98-489d-9d45-82abac52020a" providerId="ADAL" clId="{C3806F70-F0F3-4FA4-A822-20A3C94AFC14}" dt="2025-02-28T02:47:51.719" v="171"/>
          <ac:inkMkLst>
            <pc:docMk/>
            <pc:sldMk cId="344600789" sldId="386"/>
            <ac:inkMk id="138" creationId="{CDA71EF9-55E0-48A5-9E78-9DA1FC6C9C6D}"/>
          </ac:inkMkLst>
        </pc:inkChg>
        <pc:inkChg chg="add del">
          <ac:chgData name="Dr.Sugata Gangopadhyay" userId="5fbd9f87-0a98-489d-9d45-82abac52020a" providerId="ADAL" clId="{C3806F70-F0F3-4FA4-A822-20A3C94AFC14}" dt="2025-02-28T02:47:51.719" v="171"/>
          <ac:inkMkLst>
            <pc:docMk/>
            <pc:sldMk cId="344600789" sldId="386"/>
            <ac:inkMk id="139" creationId="{0B1CA0B1-A935-4196-A467-B83A2A706FF5}"/>
          </ac:inkMkLst>
        </pc:inkChg>
        <pc:inkChg chg="add del">
          <ac:chgData name="Dr.Sugata Gangopadhyay" userId="5fbd9f87-0a98-489d-9d45-82abac52020a" providerId="ADAL" clId="{C3806F70-F0F3-4FA4-A822-20A3C94AFC14}" dt="2025-02-28T02:47:28.974" v="141"/>
          <ac:inkMkLst>
            <pc:docMk/>
            <pc:sldMk cId="344600789" sldId="386"/>
            <ac:inkMk id="140" creationId="{54DC61F8-80D3-4C9B-8306-77556278764E}"/>
          </ac:inkMkLst>
        </pc:inkChg>
        <pc:inkChg chg="add del">
          <ac:chgData name="Dr.Sugata Gangopadhyay" userId="5fbd9f87-0a98-489d-9d45-82abac52020a" providerId="ADAL" clId="{C3806F70-F0F3-4FA4-A822-20A3C94AFC14}" dt="2025-02-28T02:47:28.974" v="141"/>
          <ac:inkMkLst>
            <pc:docMk/>
            <pc:sldMk cId="344600789" sldId="386"/>
            <ac:inkMk id="141" creationId="{F609F26F-C08E-488D-8479-459CED8387FA}"/>
          </ac:inkMkLst>
        </pc:inkChg>
        <pc:inkChg chg="add del">
          <ac:chgData name="Dr.Sugata Gangopadhyay" userId="5fbd9f87-0a98-489d-9d45-82abac52020a" providerId="ADAL" clId="{C3806F70-F0F3-4FA4-A822-20A3C94AFC14}" dt="2025-02-28T02:47:28.974" v="141"/>
          <ac:inkMkLst>
            <pc:docMk/>
            <pc:sldMk cId="344600789" sldId="386"/>
            <ac:inkMk id="142" creationId="{088D73C0-8271-45AB-93ED-018FF2D2EF93}"/>
          </ac:inkMkLst>
        </pc:inkChg>
        <pc:inkChg chg="add del">
          <ac:chgData name="Dr.Sugata Gangopadhyay" userId="5fbd9f87-0a98-489d-9d45-82abac52020a" providerId="ADAL" clId="{C3806F70-F0F3-4FA4-A822-20A3C94AFC14}" dt="2025-02-28T02:47:51.719" v="171"/>
          <ac:inkMkLst>
            <pc:docMk/>
            <pc:sldMk cId="344600789" sldId="386"/>
            <ac:inkMk id="143" creationId="{A211AEBD-D3AE-4B7C-8255-4B7CA550CC02}"/>
          </ac:inkMkLst>
        </pc:inkChg>
        <pc:inkChg chg="add del">
          <ac:chgData name="Dr.Sugata Gangopadhyay" userId="5fbd9f87-0a98-489d-9d45-82abac52020a" providerId="ADAL" clId="{C3806F70-F0F3-4FA4-A822-20A3C94AFC14}" dt="2025-02-28T02:47:51.719" v="171"/>
          <ac:inkMkLst>
            <pc:docMk/>
            <pc:sldMk cId="344600789" sldId="386"/>
            <ac:inkMk id="144" creationId="{F889031B-0596-4C6F-B100-E7C85A270446}"/>
          </ac:inkMkLst>
        </pc:inkChg>
        <pc:inkChg chg="add del">
          <ac:chgData name="Dr.Sugata Gangopadhyay" userId="5fbd9f87-0a98-489d-9d45-82abac52020a" providerId="ADAL" clId="{C3806F70-F0F3-4FA4-A822-20A3C94AFC14}" dt="2025-02-28T02:47:51.719" v="171"/>
          <ac:inkMkLst>
            <pc:docMk/>
            <pc:sldMk cId="344600789" sldId="386"/>
            <ac:inkMk id="145" creationId="{57EEC38E-341F-4D1E-8DF0-18E3E7557393}"/>
          </ac:inkMkLst>
        </pc:inkChg>
        <pc:inkChg chg="add del">
          <ac:chgData name="Dr.Sugata Gangopadhyay" userId="5fbd9f87-0a98-489d-9d45-82abac52020a" providerId="ADAL" clId="{C3806F70-F0F3-4FA4-A822-20A3C94AFC14}" dt="2025-02-28T02:47:39.894" v="158"/>
          <ac:inkMkLst>
            <pc:docMk/>
            <pc:sldMk cId="344600789" sldId="386"/>
            <ac:inkMk id="146" creationId="{424DEC3C-5959-4714-9FFC-43D84E0D8DC3}"/>
          </ac:inkMkLst>
        </pc:inkChg>
        <pc:inkChg chg="add del">
          <ac:chgData name="Dr.Sugata Gangopadhyay" userId="5fbd9f87-0a98-489d-9d45-82abac52020a" providerId="ADAL" clId="{C3806F70-F0F3-4FA4-A822-20A3C94AFC14}" dt="2025-02-28T02:47:39.894" v="158"/>
          <ac:inkMkLst>
            <pc:docMk/>
            <pc:sldMk cId="344600789" sldId="386"/>
            <ac:inkMk id="147" creationId="{998B0A7D-DD6A-4F42-976D-0C7CF9AEB3EC}"/>
          </ac:inkMkLst>
        </pc:inkChg>
        <pc:inkChg chg="add del">
          <ac:chgData name="Dr.Sugata Gangopadhyay" userId="5fbd9f87-0a98-489d-9d45-82abac52020a" providerId="ADAL" clId="{C3806F70-F0F3-4FA4-A822-20A3C94AFC14}" dt="2025-02-28T02:47:39.894" v="158"/>
          <ac:inkMkLst>
            <pc:docMk/>
            <pc:sldMk cId="344600789" sldId="386"/>
            <ac:inkMk id="148" creationId="{AC69178C-FBD5-49B2-A652-F710AB95B286}"/>
          </ac:inkMkLst>
        </pc:inkChg>
        <pc:inkChg chg="add del">
          <ac:chgData name="Dr.Sugata Gangopadhyay" userId="5fbd9f87-0a98-489d-9d45-82abac52020a" providerId="ADAL" clId="{C3806F70-F0F3-4FA4-A822-20A3C94AFC14}" dt="2025-02-28T02:47:39.894" v="158"/>
          <ac:inkMkLst>
            <pc:docMk/>
            <pc:sldMk cId="344600789" sldId="386"/>
            <ac:inkMk id="149" creationId="{DB92CE91-544B-4374-AA50-85CAA2E5E63A}"/>
          </ac:inkMkLst>
        </pc:inkChg>
        <pc:inkChg chg="add del">
          <ac:chgData name="Dr.Sugata Gangopadhyay" userId="5fbd9f87-0a98-489d-9d45-82abac52020a" providerId="ADAL" clId="{C3806F70-F0F3-4FA4-A822-20A3C94AFC14}" dt="2025-02-28T02:47:39.894" v="158"/>
          <ac:inkMkLst>
            <pc:docMk/>
            <pc:sldMk cId="344600789" sldId="386"/>
            <ac:inkMk id="150" creationId="{F0227BB1-EA9D-4A29-B8BE-D330B0923882}"/>
          </ac:inkMkLst>
        </pc:inkChg>
        <pc:inkChg chg="add del">
          <ac:chgData name="Dr.Sugata Gangopadhyay" userId="5fbd9f87-0a98-489d-9d45-82abac52020a" providerId="ADAL" clId="{C3806F70-F0F3-4FA4-A822-20A3C94AFC14}" dt="2025-02-28T02:47:39.894" v="158"/>
          <ac:inkMkLst>
            <pc:docMk/>
            <pc:sldMk cId="344600789" sldId="386"/>
            <ac:inkMk id="151" creationId="{A0D1EDFA-D973-40C2-B15C-6014AB4D126C}"/>
          </ac:inkMkLst>
        </pc:inkChg>
        <pc:inkChg chg="add del">
          <ac:chgData name="Dr.Sugata Gangopadhyay" userId="5fbd9f87-0a98-489d-9d45-82abac52020a" providerId="ADAL" clId="{C3806F70-F0F3-4FA4-A822-20A3C94AFC14}" dt="2025-02-28T02:47:39.894" v="158"/>
          <ac:inkMkLst>
            <pc:docMk/>
            <pc:sldMk cId="344600789" sldId="386"/>
            <ac:inkMk id="152" creationId="{9766C764-A0A4-45BA-B1A1-B54281E0BB24}"/>
          </ac:inkMkLst>
        </pc:inkChg>
        <pc:inkChg chg="add del">
          <ac:chgData name="Dr.Sugata Gangopadhyay" userId="5fbd9f87-0a98-489d-9d45-82abac52020a" providerId="ADAL" clId="{C3806F70-F0F3-4FA4-A822-20A3C94AFC14}" dt="2025-02-28T02:47:39.894" v="158"/>
          <ac:inkMkLst>
            <pc:docMk/>
            <pc:sldMk cId="344600789" sldId="386"/>
            <ac:inkMk id="153" creationId="{F40AA86A-7A65-439A-9C4B-796266B286DE}"/>
          </ac:inkMkLst>
        </pc:inkChg>
        <pc:inkChg chg="add del">
          <ac:chgData name="Dr.Sugata Gangopadhyay" userId="5fbd9f87-0a98-489d-9d45-82abac52020a" providerId="ADAL" clId="{C3806F70-F0F3-4FA4-A822-20A3C94AFC14}" dt="2025-02-28T02:47:39.894" v="158"/>
          <ac:inkMkLst>
            <pc:docMk/>
            <pc:sldMk cId="344600789" sldId="386"/>
            <ac:inkMk id="154" creationId="{10883BD9-9033-4B89-8E26-76994E47F517}"/>
          </ac:inkMkLst>
        </pc:inkChg>
        <pc:inkChg chg="add del">
          <ac:chgData name="Dr.Sugata Gangopadhyay" userId="5fbd9f87-0a98-489d-9d45-82abac52020a" providerId="ADAL" clId="{C3806F70-F0F3-4FA4-A822-20A3C94AFC14}" dt="2025-02-28T02:47:39.894" v="158"/>
          <ac:inkMkLst>
            <pc:docMk/>
            <pc:sldMk cId="344600789" sldId="386"/>
            <ac:inkMk id="155" creationId="{E8B47CB0-64AF-4318-8966-C4D8B1098B2E}"/>
          </ac:inkMkLst>
        </pc:inkChg>
        <pc:inkChg chg="add del">
          <ac:chgData name="Dr.Sugata Gangopadhyay" userId="5fbd9f87-0a98-489d-9d45-82abac52020a" providerId="ADAL" clId="{C3806F70-F0F3-4FA4-A822-20A3C94AFC14}" dt="2025-02-28T02:47:39.894" v="158"/>
          <ac:inkMkLst>
            <pc:docMk/>
            <pc:sldMk cId="344600789" sldId="386"/>
            <ac:inkMk id="156" creationId="{FCC8C334-DB09-472B-9B91-2940ECFACEC5}"/>
          </ac:inkMkLst>
        </pc:inkChg>
        <pc:inkChg chg="add del">
          <ac:chgData name="Dr.Sugata Gangopadhyay" userId="5fbd9f87-0a98-489d-9d45-82abac52020a" providerId="ADAL" clId="{C3806F70-F0F3-4FA4-A822-20A3C94AFC14}" dt="2025-02-28T02:47:39.894" v="158"/>
          <ac:inkMkLst>
            <pc:docMk/>
            <pc:sldMk cId="344600789" sldId="386"/>
            <ac:inkMk id="157" creationId="{93F83DD9-1A48-42A4-BE58-FAFC5E9E0918}"/>
          </ac:inkMkLst>
        </pc:inkChg>
        <pc:inkChg chg="add del">
          <ac:chgData name="Dr.Sugata Gangopadhyay" userId="5fbd9f87-0a98-489d-9d45-82abac52020a" providerId="ADAL" clId="{C3806F70-F0F3-4FA4-A822-20A3C94AFC14}" dt="2025-02-28T02:47:39.894" v="158"/>
          <ac:inkMkLst>
            <pc:docMk/>
            <pc:sldMk cId="344600789" sldId="386"/>
            <ac:inkMk id="158" creationId="{646AD7F4-621C-4EC5-B667-1864993BCC2A}"/>
          </ac:inkMkLst>
        </pc:inkChg>
        <pc:inkChg chg="add del">
          <ac:chgData name="Dr.Sugata Gangopadhyay" userId="5fbd9f87-0a98-489d-9d45-82abac52020a" providerId="ADAL" clId="{C3806F70-F0F3-4FA4-A822-20A3C94AFC14}" dt="2025-02-28T02:47:51.719" v="171"/>
          <ac:inkMkLst>
            <pc:docMk/>
            <pc:sldMk cId="344600789" sldId="386"/>
            <ac:inkMk id="159" creationId="{5EF8A897-6ED4-41F7-AA42-CDED97149507}"/>
          </ac:inkMkLst>
        </pc:inkChg>
        <pc:inkChg chg="add del">
          <ac:chgData name="Dr.Sugata Gangopadhyay" userId="5fbd9f87-0a98-489d-9d45-82abac52020a" providerId="ADAL" clId="{C3806F70-F0F3-4FA4-A822-20A3C94AFC14}" dt="2025-02-28T02:47:39.894" v="158"/>
          <ac:inkMkLst>
            <pc:docMk/>
            <pc:sldMk cId="344600789" sldId="386"/>
            <ac:inkMk id="160" creationId="{0E195AA0-120C-4F32-AA9E-1217598BBE3C}"/>
          </ac:inkMkLst>
        </pc:inkChg>
        <pc:inkChg chg="add del">
          <ac:chgData name="Dr.Sugata Gangopadhyay" userId="5fbd9f87-0a98-489d-9d45-82abac52020a" providerId="ADAL" clId="{C3806F70-F0F3-4FA4-A822-20A3C94AFC14}" dt="2025-02-28T02:47:39.894" v="158"/>
          <ac:inkMkLst>
            <pc:docMk/>
            <pc:sldMk cId="344600789" sldId="386"/>
            <ac:inkMk id="161" creationId="{15C8BEB0-E6EB-4E05-BD8E-9E4DD3264C8D}"/>
          </ac:inkMkLst>
        </pc:inkChg>
        <pc:inkChg chg="add del">
          <ac:chgData name="Dr.Sugata Gangopadhyay" userId="5fbd9f87-0a98-489d-9d45-82abac52020a" providerId="ADAL" clId="{C3806F70-F0F3-4FA4-A822-20A3C94AFC14}" dt="2025-02-28T02:47:51.719" v="171"/>
          <ac:inkMkLst>
            <pc:docMk/>
            <pc:sldMk cId="344600789" sldId="386"/>
            <ac:inkMk id="162" creationId="{064B53A5-8A47-4951-931B-915EA51E61DD}"/>
          </ac:inkMkLst>
        </pc:inkChg>
        <pc:inkChg chg="add del">
          <ac:chgData name="Dr.Sugata Gangopadhyay" userId="5fbd9f87-0a98-489d-9d45-82abac52020a" providerId="ADAL" clId="{C3806F70-F0F3-4FA4-A822-20A3C94AFC14}" dt="2025-02-28T02:47:51.719" v="171"/>
          <ac:inkMkLst>
            <pc:docMk/>
            <pc:sldMk cId="344600789" sldId="386"/>
            <ac:inkMk id="163" creationId="{046A77BE-5BCF-4FA5-B7A8-E0349849578E}"/>
          </ac:inkMkLst>
        </pc:inkChg>
        <pc:inkChg chg="add del">
          <ac:chgData name="Dr.Sugata Gangopadhyay" userId="5fbd9f87-0a98-489d-9d45-82abac52020a" providerId="ADAL" clId="{C3806F70-F0F3-4FA4-A822-20A3C94AFC14}" dt="2025-02-28T02:47:51.719" v="171"/>
          <ac:inkMkLst>
            <pc:docMk/>
            <pc:sldMk cId="344600789" sldId="386"/>
            <ac:inkMk id="164" creationId="{8E09AC95-2E4C-4B0F-B4B0-0B3D09B46FCC}"/>
          </ac:inkMkLst>
        </pc:inkChg>
        <pc:inkChg chg="add del">
          <ac:chgData name="Dr.Sugata Gangopadhyay" userId="5fbd9f87-0a98-489d-9d45-82abac52020a" providerId="ADAL" clId="{C3806F70-F0F3-4FA4-A822-20A3C94AFC14}" dt="2025-02-28T02:47:51.719" v="171"/>
          <ac:inkMkLst>
            <pc:docMk/>
            <pc:sldMk cId="344600789" sldId="386"/>
            <ac:inkMk id="165" creationId="{1F7870D2-D748-4BF8-B541-24C4933730AA}"/>
          </ac:inkMkLst>
        </pc:inkChg>
        <pc:inkChg chg="add del">
          <ac:chgData name="Dr.Sugata Gangopadhyay" userId="5fbd9f87-0a98-489d-9d45-82abac52020a" providerId="ADAL" clId="{C3806F70-F0F3-4FA4-A822-20A3C94AFC14}" dt="2025-02-28T02:47:51.719" v="171"/>
          <ac:inkMkLst>
            <pc:docMk/>
            <pc:sldMk cId="344600789" sldId="386"/>
            <ac:inkMk id="166" creationId="{4CA1493A-D6CD-49A2-9193-DE809A1B9171}"/>
          </ac:inkMkLst>
        </pc:inkChg>
        <pc:inkChg chg="add del">
          <ac:chgData name="Dr.Sugata Gangopadhyay" userId="5fbd9f87-0a98-489d-9d45-82abac52020a" providerId="ADAL" clId="{C3806F70-F0F3-4FA4-A822-20A3C94AFC14}" dt="2025-02-28T02:47:51.719" v="171"/>
          <ac:inkMkLst>
            <pc:docMk/>
            <pc:sldMk cId="344600789" sldId="386"/>
            <ac:inkMk id="167" creationId="{F2959A9D-58E3-4908-9868-3191548A4D5A}"/>
          </ac:inkMkLst>
        </pc:inkChg>
        <pc:inkChg chg="add del">
          <ac:chgData name="Dr.Sugata Gangopadhyay" userId="5fbd9f87-0a98-489d-9d45-82abac52020a" providerId="ADAL" clId="{C3806F70-F0F3-4FA4-A822-20A3C94AFC14}" dt="2025-02-28T02:47:40.865" v="161"/>
          <ac:inkMkLst>
            <pc:docMk/>
            <pc:sldMk cId="344600789" sldId="386"/>
            <ac:inkMk id="168" creationId="{0BD1F4CF-5EA1-4CE4-A5FE-79DFC191FEC5}"/>
          </ac:inkMkLst>
        </pc:inkChg>
        <pc:inkChg chg="add del">
          <ac:chgData name="Dr.Sugata Gangopadhyay" userId="5fbd9f87-0a98-489d-9d45-82abac52020a" providerId="ADAL" clId="{C3806F70-F0F3-4FA4-A822-20A3C94AFC14}" dt="2025-02-28T02:47:40.865" v="161"/>
          <ac:inkMkLst>
            <pc:docMk/>
            <pc:sldMk cId="344600789" sldId="386"/>
            <ac:inkMk id="169" creationId="{65AC1236-D494-4DA9-AED0-970DAE6B8F56}"/>
          </ac:inkMkLst>
        </pc:inkChg>
        <pc:inkChg chg="add del">
          <ac:chgData name="Dr.Sugata Gangopadhyay" userId="5fbd9f87-0a98-489d-9d45-82abac52020a" providerId="ADAL" clId="{C3806F70-F0F3-4FA4-A822-20A3C94AFC14}" dt="2025-02-28T02:47:51.719" v="171"/>
          <ac:inkMkLst>
            <pc:docMk/>
            <pc:sldMk cId="344600789" sldId="386"/>
            <ac:inkMk id="170" creationId="{59910310-C908-4EF7-9483-3295FB6F3C52}"/>
          </ac:inkMkLst>
        </pc:inkChg>
        <pc:inkChg chg="add del">
          <ac:chgData name="Dr.Sugata Gangopadhyay" userId="5fbd9f87-0a98-489d-9d45-82abac52020a" providerId="ADAL" clId="{C3806F70-F0F3-4FA4-A822-20A3C94AFC14}" dt="2025-02-28T02:47:44.334" v="165"/>
          <ac:inkMkLst>
            <pc:docMk/>
            <pc:sldMk cId="344600789" sldId="386"/>
            <ac:inkMk id="171" creationId="{1F6184F7-114F-4588-8A36-68F3EB0518EF}"/>
          </ac:inkMkLst>
        </pc:inkChg>
        <pc:inkChg chg="add del">
          <ac:chgData name="Dr.Sugata Gangopadhyay" userId="5fbd9f87-0a98-489d-9d45-82abac52020a" providerId="ADAL" clId="{C3806F70-F0F3-4FA4-A822-20A3C94AFC14}" dt="2025-02-28T02:47:44.334" v="165"/>
          <ac:inkMkLst>
            <pc:docMk/>
            <pc:sldMk cId="344600789" sldId="386"/>
            <ac:inkMk id="172" creationId="{BEDC35A5-A41B-4A21-9BD6-962FA77B7867}"/>
          </ac:inkMkLst>
        </pc:inkChg>
        <pc:inkChg chg="add del">
          <ac:chgData name="Dr.Sugata Gangopadhyay" userId="5fbd9f87-0a98-489d-9d45-82abac52020a" providerId="ADAL" clId="{C3806F70-F0F3-4FA4-A822-20A3C94AFC14}" dt="2025-02-28T02:47:44.334" v="165"/>
          <ac:inkMkLst>
            <pc:docMk/>
            <pc:sldMk cId="344600789" sldId="386"/>
            <ac:inkMk id="173" creationId="{BDE8B843-5653-4E81-91A8-FE45F5C8F1E2}"/>
          </ac:inkMkLst>
        </pc:inkChg>
        <pc:inkChg chg="add del">
          <ac:chgData name="Dr.Sugata Gangopadhyay" userId="5fbd9f87-0a98-489d-9d45-82abac52020a" providerId="ADAL" clId="{C3806F70-F0F3-4FA4-A822-20A3C94AFC14}" dt="2025-02-28T02:47:51.719" v="171"/>
          <ac:inkMkLst>
            <pc:docMk/>
            <pc:sldMk cId="344600789" sldId="386"/>
            <ac:inkMk id="174" creationId="{9F581857-E5A4-46D5-840C-A22DDAF076A7}"/>
          </ac:inkMkLst>
        </pc:inkChg>
        <pc:inkChg chg="add del">
          <ac:chgData name="Dr.Sugata Gangopadhyay" userId="5fbd9f87-0a98-489d-9d45-82abac52020a" providerId="ADAL" clId="{C3806F70-F0F3-4FA4-A822-20A3C94AFC14}" dt="2025-02-28T02:47:51.719" v="171"/>
          <ac:inkMkLst>
            <pc:docMk/>
            <pc:sldMk cId="344600789" sldId="386"/>
            <ac:inkMk id="175" creationId="{45E74045-B079-469A-8134-AFE201A6F61C}"/>
          </ac:inkMkLst>
        </pc:inkChg>
        <pc:inkChg chg="add del">
          <ac:chgData name="Dr.Sugata Gangopadhyay" userId="5fbd9f87-0a98-489d-9d45-82abac52020a" providerId="ADAL" clId="{C3806F70-F0F3-4FA4-A822-20A3C94AFC14}" dt="2025-02-28T02:47:51.719" v="171"/>
          <ac:inkMkLst>
            <pc:docMk/>
            <pc:sldMk cId="344600789" sldId="386"/>
            <ac:inkMk id="176" creationId="{FC8C7892-BE1E-41D3-943E-00C9F72C0665}"/>
          </ac:inkMkLst>
        </pc:inkChg>
        <pc:inkChg chg="add del">
          <ac:chgData name="Dr.Sugata Gangopadhyay" userId="5fbd9f87-0a98-489d-9d45-82abac52020a" providerId="ADAL" clId="{C3806F70-F0F3-4FA4-A822-20A3C94AFC14}" dt="2025-02-28T02:47:51.719" v="171"/>
          <ac:inkMkLst>
            <pc:docMk/>
            <pc:sldMk cId="344600789" sldId="386"/>
            <ac:inkMk id="177" creationId="{B93F7E97-CB20-4AEA-B75F-9FB2B566DA73}"/>
          </ac:inkMkLst>
        </pc:inkChg>
        <pc:inkChg chg="add del">
          <ac:chgData name="Dr.Sugata Gangopadhyay" userId="5fbd9f87-0a98-489d-9d45-82abac52020a" providerId="ADAL" clId="{C3806F70-F0F3-4FA4-A822-20A3C94AFC14}" dt="2025-02-28T02:47:51.719" v="171"/>
          <ac:inkMkLst>
            <pc:docMk/>
            <pc:sldMk cId="344600789" sldId="386"/>
            <ac:inkMk id="178" creationId="{6446CB1B-CAA4-42A3-92E3-7546A42B7364}"/>
          </ac:inkMkLst>
        </pc:inkChg>
        <pc:inkChg chg="add del">
          <ac:chgData name="Dr.Sugata Gangopadhyay" userId="5fbd9f87-0a98-489d-9d45-82abac52020a" providerId="ADAL" clId="{C3806F70-F0F3-4FA4-A822-20A3C94AFC14}" dt="2025-02-28T02:47:51.719" v="171"/>
          <ac:inkMkLst>
            <pc:docMk/>
            <pc:sldMk cId="344600789" sldId="386"/>
            <ac:inkMk id="179" creationId="{C219FE51-8A0D-4850-9581-67D575784AA2}"/>
          </ac:inkMkLst>
        </pc:inkChg>
        <pc:inkChg chg="add del">
          <ac:chgData name="Dr.Sugata Gangopadhyay" userId="5fbd9f87-0a98-489d-9d45-82abac52020a" providerId="ADAL" clId="{C3806F70-F0F3-4FA4-A822-20A3C94AFC14}" dt="2025-02-28T02:47:57.200" v="174"/>
          <ac:inkMkLst>
            <pc:docMk/>
            <pc:sldMk cId="344600789" sldId="386"/>
            <ac:inkMk id="180" creationId="{A2356EAF-491D-4C34-A791-CF35E85327A3}"/>
          </ac:inkMkLst>
        </pc:inkChg>
        <pc:inkChg chg="add del">
          <ac:chgData name="Dr.Sugata Gangopadhyay" userId="5fbd9f87-0a98-489d-9d45-82abac52020a" providerId="ADAL" clId="{C3806F70-F0F3-4FA4-A822-20A3C94AFC14}" dt="2025-02-28T02:47:57.200" v="174"/>
          <ac:inkMkLst>
            <pc:docMk/>
            <pc:sldMk cId="344600789" sldId="386"/>
            <ac:inkMk id="181" creationId="{18514478-2DC6-4D9F-AE73-E4F0B7D9909E}"/>
          </ac:inkMkLst>
        </pc:inkChg>
        <pc:inkChg chg="add del">
          <ac:chgData name="Dr.Sugata Gangopadhyay" userId="5fbd9f87-0a98-489d-9d45-82abac52020a" providerId="ADAL" clId="{C3806F70-F0F3-4FA4-A822-20A3C94AFC14}" dt="2025-02-28T02:47:57.200" v="174"/>
          <ac:inkMkLst>
            <pc:docMk/>
            <pc:sldMk cId="344600789" sldId="386"/>
            <ac:inkMk id="182" creationId="{CC351A5B-D6A6-415D-A449-1FB3C7646A82}"/>
          </ac:inkMkLst>
        </pc:inkChg>
        <pc:inkChg chg="add del">
          <ac:chgData name="Dr.Sugata Gangopadhyay" userId="5fbd9f87-0a98-489d-9d45-82abac52020a" providerId="ADAL" clId="{C3806F70-F0F3-4FA4-A822-20A3C94AFC14}" dt="2025-02-28T02:48:01.376" v="177"/>
          <ac:inkMkLst>
            <pc:docMk/>
            <pc:sldMk cId="344600789" sldId="386"/>
            <ac:inkMk id="183" creationId="{164CF4AC-D6CB-4838-8DDB-E38A36EEE37E}"/>
          </ac:inkMkLst>
        </pc:inkChg>
        <pc:inkChg chg="add del">
          <ac:chgData name="Dr.Sugata Gangopadhyay" userId="5fbd9f87-0a98-489d-9d45-82abac52020a" providerId="ADAL" clId="{C3806F70-F0F3-4FA4-A822-20A3C94AFC14}" dt="2025-02-28T02:48:01.376" v="177"/>
          <ac:inkMkLst>
            <pc:docMk/>
            <pc:sldMk cId="344600789" sldId="386"/>
            <ac:inkMk id="184" creationId="{1329688B-AB0F-489A-A1A6-D317BCE789B4}"/>
          </ac:inkMkLst>
        </pc:inkChg>
        <pc:inkChg chg="add del">
          <ac:chgData name="Dr.Sugata Gangopadhyay" userId="5fbd9f87-0a98-489d-9d45-82abac52020a" providerId="ADAL" clId="{C3806F70-F0F3-4FA4-A822-20A3C94AFC14}" dt="2025-02-28T02:48:01.376" v="177"/>
          <ac:inkMkLst>
            <pc:docMk/>
            <pc:sldMk cId="344600789" sldId="386"/>
            <ac:inkMk id="185" creationId="{BD5CBE6F-5D18-41B3-94B4-FB0F5348D673}"/>
          </ac:inkMkLst>
        </pc:inkChg>
        <pc:inkChg chg="add">
          <ac:chgData name="Dr.Sugata Gangopadhyay" userId="5fbd9f87-0a98-489d-9d45-82abac52020a" providerId="ADAL" clId="{C3806F70-F0F3-4FA4-A822-20A3C94AFC14}" dt="2025-02-28T02:48:01.376" v="177"/>
          <ac:inkMkLst>
            <pc:docMk/>
            <pc:sldMk cId="344600789" sldId="386"/>
            <ac:inkMk id="186" creationId="{16B1739D-998C-4646-8698-0C9525E75360}"/>
          </ac:inkMkLst>
        </pc:inkChg>
      </pc:sldChg>
      <pc:sldChg chg="addSp delSp add">
        <pc:chgData name="Dr.Sugata Gangopadhyay" userId="5fbd9f87-0a98-489d-9d45-82abac52020a" providerId="ADAL" clId="{C3806F70-F0F3-4FA4-A822-20A3C94AFC14}" dt="2025-02-28T02:48:33.688" v="189"/>
        <pc:sldMkLst>
          <pc:docMk/>
          <pc:sldMk cId="1090640116" sldId="387"/>
        </pc:sldMkLst>
        <pc:inkChg chg="add del">
          <ac:chgData name="Dr.Sugata Gangopadhyay" userId="5fbd9f87-0a98-489d-9d45-82abac52020a" providerId="ADAL" clId="{C3806F70-F0F3-4FA4-A822-20A3C94AFC14}" dt="2025-02-28T02:48:17.982" v="186"/>
          <ac:inkMkLst>
            <pc:docMk/>
            <pc:sldMk cId="1090640116" sldId="387"/>
            <ac:inkMk id="2" creationId="{36083805-7725-48CA-9FEA-7FE8DD8138E8}"/>
          </ac:inkMkLst>
        </pc:inkChg>
        <pc:inkChg chg="add del">
          <ac:chgData name="Dr.Sugata Gangopadhyay" userId="5fbd9f87-0a98-489d-9d45-82abac52020a" providerId="ADAL" clId="{C3806F70-F0F3-4FA4-A822-20A3C94AFC14}" dt="2025-02-28T02:48:17.982" v="186"/>
          <ac:inkMkLst>
            <pc:docMk/>
            <pc:sldMk cId="1090640116" sldId="387"/>
            <ac:inkMk id="3" creationId="{68758594-0889-485C-9386-EACDD97BE23B}"/>
          </ac:inkMkLst>
        </pc:inkChg>
        <pc:inkChg chg="add del">
          <ac:chgData name="Dr.Sugata Gangopadhyay" userId="5fbd9f87-0a98-489d-9d45-82abac52020a" providerId="ADAL" clId="{C3806F70-F0F3-4FA4-A822-20A3C94AFC14}" dt="2025-02-28T02:48:17.982" v="186"/>
          <ac:inkMkLst>
            <pc:docMk/>
            <pc:sldMk cId="1090640116" sldId="387"/>
            <ac:inkMk id="4" creationId="{23C06183-87A1-4A91-8292-E7B415F33848}"/>
          </ac:inkMkLst>
        </pc:inkChg>
        <pc:inkChg chg="add del">
          <ac:chgData name="Dr.Sugata Gangopadhyay" userId="5fbd9f87-0a98-489d-9d45-82abac52020a" providerId="ADAL" clId="{C3806F70-F0F3-4FA4-A822-20A3C94AFC14}" dt="2025-02-28T02:48:17.982" v="186"/>
          <ac:inkMkLst>
            <pc:docMk/>
            <pc:sldMk cId="1090640116" sldId="387"/>
            <ac:inkMk id="5" creationId="{141789ED-5E38-44BD-B878-0D33C97495E8}"/>
          </ac:inkMkLst>
        </pc:inkChg>
        <pc:inkChg chg="add del">
          <ac:chgData name="Dr.Sugata Gangopadhyay" userId="5fbd9f87-0a98-489d-9d45-82abac52020a" providerId="ADAL" clId="{C3806F70-F0F3-4FA4-A822-20A3C94AFC14}" dt="2025-02-28T02:48:17.982" v="186"/>
          <ac:inkMkLst>
            <pc:docMk/>
            <pc:sldMk cId="1090640116" sldId="387"/>
            <ac:inkMk id="6" creationId="{99D389CD-7904-4EAE-A4BB-B2421B74F5EC}"/>
          </ac:inkMkLst>
        </pc:inkChg>
        <pc:inkChg chg="add del">
          <ac:chgData name="Dr.Sugata Gangopadhyay" userId="5fbd9f87-0a98-489d-9d45-82abac52020a" providerId="ADAL" clId="{C3806F70-F0F3-4FA4-A822-20A3C94AFC14}" dt="2025-02-28T02:48:17.982" v="186"/>
          <ac:inkMkLst>
            <pc:docMk/>
            <pc:sldMk cId="1090640116" sldId="387"/>
            <ac:inkMk id="7" creationId="{38FF5E26-6501-4EBF-BF00-FF135FDA2858}"/>
          </ac:inkMkLst>
        </pc:inkChg>
        <pc:inkChg chg="add del">
          <ac:chgData name="Dr.Sugata Gangopadhyay" userId="5fbd9f87-0a98-489d-9d45-82abac52020a" providerId="ADAL" clId="{C3806F70-F0F3-4FA4-A822-20A3C94AFC14}" dt="2025-02-28T02:48:17.982" v="186"/>
          <ac:inkMkLst>
            <pc:docMk/>
            <pc:sldMk cId="1090640116" sldId="387"/>
            <ac:inkMk id="8" creationId="{FD4F7CBA-876C-4506-891D-349606DC72C6}"/>
          </ac:inkMkLst>
        </pc:inkChg>
        <pc:inkChg chg="add">
          <ac:chgData name="Dr.Sugata Gangopadhyay" userId="5fbd9f87-0a98-489d-9d45-82abac52020a" providerId="ADAL" clId="{C3806F70-F0F3-4FA4-A822-20A3C94AFC14}" dt="2025-02-28T02:48:17.183" v="185"/>
          <ac:inkMkLst>
            <pc:docMk/>
            <pc:sldMk cId="1090640116" sldId="387"/>
            <ac:inkMk id="9" creationId="{1BD46167-9E72-4668-925C-E12590B401C6}"/>
          </ac:inkMkLst>
        </pc:inkChg>
        <pc:inkChg chg="add">
          <ac:chgData name="Dr.Sugata Gangopadhyay" userId="5fbd9f87-0a98-489d-9d45-82abac52020a" providerId="ADAL" clId="{C3806F70-F0F3-4FA4-A822-20A3C94AFC14}" dt="2025-02-28T02:48:17.982" v="186"/>
          <ac:inkMkLst>
            <pc:docMk/>
            <pc:sldMk cId="1090640116" sldId="387"/>
            <ac:inkMk id="10" creationId="{89D33DA5-FEC6-4E65-8863-D272F7C71DEE}"/>
          </ac:inkMkLst>
        </pc:inkChg>
        <pc:inkChg chg="add">
          <ac:chgData name="Dr.Sugata Gangopadhyay" userId="5fbd9f87-0a98-489d-9d45-82abac52020a" providerId="ADAL" clId="{C3806F70-F0F3-4FA4-A822-20A3C94AFC14}" dt="2025-02-28T02:48:19.090" v="187"/>
          <ac:inkMkLst>
            <pc:docMk/>
            <pc:sldMk cId="1090640116" sldId="387"/>
            <ac:inkMk id="11" creationId="{1C8508C8-BCB0-4B40-B785-05BBAAA63941}"/>
          </ac:inkMkLst>
        </pc:inkChg>
        <pc:inkChg chg="add">
          <ac:chgData name="Dr.Sugata Gangopadhyay" userId="5fbd9f87-0a98-489d-9d45-82abac52020a" providerId="ADAL" clId="{C3806F70-F0F3-4FA4-A822-20A3C94AFC14}" dt="2025-02-28T02:48:27.086" v="188"/>
          <ac:inkMkLst>
            <pc:docMk/>
            <pc:sldMk cId="1090640116" sldId="387"/>
            <ac:inkMk id="12" creationId="{A7D59C1C-430F-4089-A9EE-480F2F26BF44}"/>
          </ac:inkMkLst>
        </pc:inkChg>
        <pc:inkChg chg="add">
          <ac:chgData name="Dr.Sugata Gangopadhyay" userId="5fbd9f87-0a98-489d-9d45-82abac52020a" providerId="ADAL" clId="{C3806F70-F0F3-4FA4-A822-20A3C94AFC14}" dt="2025-02-28T02:48:33.688" v="189"/>
          <ac:inkMkLst>
            <pc:docMk/>
            <pc:sldMk cId="1090640116" sldId="387"/>
            <ac:inkMk id="13" creationId="{AD5EEBAF-6127-4F74-86CA-8764FDB9D928}"/>
          </ac:inkMkLst>
        </pc:inkChg>
      </pc:sldChg>
      <pc:sldChg chg="addSp delSp modSp add">
        <pc:chgData name="Dr.Sugata Gangopadhyay" userId="5fbd9f87-0a98-489d-9d45-82abac52020a" providerId="ADAL" clId="{C3806F70-F0F3-4FA4-A822-20A3C94AFC14}" dt="2025-02-28T03:00:59.922" v="388"/>
        <pc:sldMkLst>
          <pc:docMk/>
          <pc:sldMk cId="2216196353" sldId="388"/>
        </pc:sldMkLst>
        <pc:inkChg chg="add del">
          <ac:chgData name="Dr.Sugata Gangopadhyay" userId="5fbd9f87-0a98-489d-9d45-82abac52020a" providerId="ADAL" clId="{C3806F70-F0F3-4FA4-A822-20A3C94AFC14}" dt="2025-02-28T02:49:46.503" v="197"/>
          <ac:inkMkLst>
            <pc:docMk/>
            <pc:sldMk cId="2216196353" sldId="388"/>
            <ac:inkMk id="2" creationId="{70DD40F2-D7F0-43D3-82C1-335CD7674794}"/>
          </ac:inkMkLst>
        </pc:inkChg>
        <pc:inkChg chg="add del">
          <ac:chgData name="Dr.Sugata Gangopadhyay" userId="5fbd9f87-0a98-489d-9d45-82abac52020a" providerId="ADAL" clId="{C3806F70-F0F3-4FA4-A822-20A3C94AFC14}" dt="2025-02-28T02:49:46.503" v="197"/>
          <ac:inkMkLst>
            <pc:docMk/>
            <pc:sldMk cId="2216196353" sldId="388"/>
            <ac:inkMk id="3" creationId="{BF62B80C-B936-45E7-A2AD-E6F902732836}"/>
          </ac:inkMkLst>
        </pc:inkChg>
        <pc:inkChg chg="add del">
          <ac:chgData name="Dr.Sugata Gangopadhyay" userId="5fbd9f87-0a98-489d-9d45-82abac52020a" providerId="ADAL" clId="{C3806F70-F0F3-4FA4-A822-20A3C94AFC14}" dt="2025-02-28T02:49:46.503" v="197"/>
          <ac:inkMkLst>
            <pc:docMk/>
            <pc:sldMk cId="2216196353" sldId="388"/>
            <ac:inkMk id="4" creationId="{1D57E4A7-D426-45FC-8C32-1F47CA39BE0A}"/>
          </ac:inkMkLst>
        </pc:inkChg>
        <pc:inkChg chg="add del">
          <ac:chgData name="Dr.Sugata Gangopadhyay" userId="5fbd9f87-0a98-489d-9d45-82abac52020a" providerId="ADAL" clId="{C3806F70-F0F3-4FA4-A822-20A3C94AFC14}" dt="2025-02-28T02:49:46.503" v="197"/>
          <ac:inkMkLst>
            <pc:docMk/>
            <pc:sldMk cId="2216196353" sldId="388"/>
            <ac:inkMk id="5" creationId="{7A26DFCA-7337-4221-AE69-FE84E1FFE915}"/>
          </ac:inkMkLst>
        </pc:inkChg>
        <pc:inkChg chg="add del">
          <ac:chgData name="Dr.Sugata Gangopadhyay" userId="5fbd9f87-0a98-489d-9d45-82abac52020a" providerId="ADAL" clId="{C3806F70-F0F3-4FA4-A822-20A3C94AFC14}" dt="2025-02-28T02:49:46.503" v="197"/>
          <ac:inkMkLst>
            <pc:docMk/>
            <pc:sldMk cId="2216196353" sldId="388"/>
            <ac:inkMk id="6" creationId="{EC80FDAC-ACE3-4169-8EA9-EEC0F93561E2}"/>
          </ac:inkMkLst>
        </pc:inkChg>
        <pc:inkChg chg="add del">
          <ac:chgData name="Dr.Sugata Gangopadhyay" userId="5fbd9f87-0a98-489d-9d45-82abac52020a" providerId="ADAL" clId="{C3806F70-F0F3-4FA4-A822-20A3C94AFC14}" dt="2025-02-28T02:49:46.503" v="197"/>
          <ac:inkMkLst>
            <pc:docMk/>
            <pc:sldMk cId="2216196353" sldId="388"/>
            <ac:inkMk id="7" creationId="{6E41DFB9-3833-49B1-99C3-644EED336C82}"/>
          </ac:inkMkLst>
        </pc:inkChg>
        <pc:inkChg chg="add del">
          <ac:chgData name="Dr.Sugata Gangopadhyay" userId="5fbd9f87-0a98-489d-9d45-82abac52020a" providerId="ADAL" clId="{C3806F70-F0F3-4FA4-A822-20A3C94AFC14}" dt="2025-02-28T02:49:46.503" v="197"/>
          <ac:inkMkLst>
            <pc:docMk/>
            <pc:sldMk cId="2216196353" sldId="388"/>
            <ac:inkMk id="8" creationId="{E709A4DF-0700-48BD-84EF-AA9BDB168C52}"/>
          </ac:inkMkLst>
        </pc:inkChg>
        <pc:inkChg chg="add del mod">
          <ac:chgData name="Dr.Sugata Gangopadhyay" userId="5fbd9f87-0a98-489d-9d45-82abac52020a" providerId="ADAL" clId="{C3806F70-F0F3-4FA4-A822-20A3C94AFC14}" dt="2025-02-28T02:58:15.834" v="360"/>
          <ac:inkMkLst>
            <pc:docMk/>
            <pc:sldMk cId="2216196353" sldId="388"/>
            <ac:inkMk id="9" creationId="{6719157E-29A0-433E-A876-A4205117FC39}"/>
          </ac:inkMkLst>
        </pc:inkChg>
        <pc:inkChg chg="add del">
          <ac:chgData name="Dr.Sugata Gangopadhyay" userId="5fbd9f87-0a98-489d-9d45-82abac52020a" providerId="ADAL" clId="{C3806F70-F0F3-4FA4-A822-20A3C94AFC14}" dt="2025-02-28T02:58:15.834" v="360"/>
          <ac:inkMkLst>
            <pc:docMk/>
            <pc:sldMk cId="2216196353" sldId="388"/>
            <ac:inkMk id="10" creationId="{32841691-7156-40A8-B890-7C5BA85F4ABC}"/>
          </ac:inkMkLst>
        </pc:inkChg>
        <pc:inkChg chg="add del">
          <ac:chgData name="Dr.Sugata Gangopadhyay" userId="5fbd9f87-0a98-489d-9d45-82abac52020a" providerId="ADAL" clId="{C3806F70-F0F3-4FA4-A822-20A3C94AFC14}" dt="2025-02-28T02:50:17.887" v="211"/>
          <ac:inkMkLst>
            <pc:docMk/>
            <pc:sldMk cId="2216196353" sldId="388"/>
            <ac:inkMk id="11" creationId="{4935F049-D132-4A5A-AF6E-06629DC2AB27}"/>
          </ac:inkMkLst>
        </pc:inkChg>
        <pc:inkChg chg="add del">
          <ac:chgData name="Dr.Sugata Gangopadhyay" userId="5fbd9f87-0a98-489d-9d45-82abac52020a" providerId="ADAL" clId="{C3806F70-F0F3-4FA4-A822-20A3C94AFC14}" dt="2025-02-28T02:50:17.887" v="211"/>
          <ac:inkMkLst>
            <pc:docMk/>
            <pc:sldMk cId="2216196353" sldId="388"/>
            <ac:inkMk id="12" creationId="{43BE4EF9-9449-4D2B-A500-1DDBF72A937D}"/>
          </ac:inkMkLst>
        </pc:inkChg>
        <pc:inkChg chg="add del">
          <ac:chgData name="Dr.Sugata Gangopadhyay" userId="5fbd9f87-0a98-489d-9d45-82abac52020a" providerId="ADAL" clId="{C3806F70-F0F3-4FA4-A822-20A3C94AFC14}" dt="2025-02-28T02:50:17.887" v="211"/>
          <ac:inkMkLst>
            <pc:docMk/>
            <pc:sldMk cId="2216196353" sldId="388"/>
            <ac:inkMk id="13" creationId="{B5511B2E-17F6-4DD1-9226-E42FDD050706}"/>
          </ac:inkMkLst>
        </pc:inkChg>
        <pc:inkChg chg="add del">
          <ac:chgData name="Dr.Sugata Gangopadhyay" userId="5fbd9f87-0a98-489d-9d45-82abac52020a" providerId="ADAL" clId="{C3806F70-F0F3-4FA4-A822-20A3C94AFC14}" dt="2025-02-28T02:50:17.887" v="211"/>
          <ac:inkMkLst>
            <pc:docMk/>
            <pc:sldMk cId="2216196353" sldId="388"/>
            <ac:inkMk id="14" creationId="{998FBBCB-DE90-4867-826A-F0ACFC8FB0AD}"/>
          </ac:inkMkLst>
        </pc:inkChg>
        <pc:inkChg chg="add del">
          <ac:chgData name="Dr.Sugata Gangopadhyay" userId="5fbd9f87-0a98-489d-9d45-82abac52020a" providerId="ADAL" clId="{C3806F70-F0F3-4FA4-A822-20A3C94AFC14}" dt="2025-02-28T02:50:17.887" v="211"/>
          <ac:inkMkLst>
            <pc:docMk/>
            <pc:sldMk cId="2216196353" sldId="388"/>
            <ac:inkMk id="15" creationId="{C7410C2E-ECD0-4C79-B354-EB12B78455EA}"/>
          </ac:inkMkLst>
        </pc:inkChg>
        <pc:inkChg chg="add del">
          <ac:chgData name="Dr.Sugata Gangopadhyay" userId="5fbd9f87-0a98-489d-9d45-82abac52020a" providerId="ADAL" clId="{C3806F70-F0F3-4FA4-A822-20A3C94AFC14}" dt="2025-02-28T02:50:17.887" v="211"/>
          <ac:inkMkLst>
            <pc:docMk/>
            <pc:sldMk cId="2216196353" sldId="388"/>
            <ac:inkMk id="16" creationId="{D8CC1885-D121-46CB-AC87-616506CBD8A8}"/>
          </ac:inkMkLst>
        </pc:inkChg>
        <pc:inkChg chg="add del">
          <ac:chgData name="Dr.Sugata Gangopadhyay" userId="5fbd9f87-0a98-489d-9d45-82abac52020a" providerId="ADAL" clId="{C3806F70-F0F3-4FA4-A822-20A3C94AFC14}" dt="2025-02-28T02:50:17.887" v="211"/>
          <ac:inkMkLst>
            <pc:docMk/>
            <pc:sldMk cId="2216196353" sldId="388"/>
            <ac:inkMk id="17" creationId="{49CBCF6A-0212-41D8-9AE3-74B52B1622FB}"/>
          </ac:inkMkLst>
        </pc:inkChg>
        <pc:inkChg chg="add del">
          <ac:chgData name="Dr.Sugata Gangopadhyay" userId="5fbd9f87-0a98-489d-9d45-82abac52020a" providerId="ADAL" clId="{C3806F70-F0F3-4FA4-A822-20A3C94AFC14}" dt="2025-02-28T02:50:17.887" v="211"/>
          <ac:inkMkLst>
            <pc:docMk/>
            <pc:sldMk cId="2216196353" sldId="388"/>
            <ac:inkMk id="18" creationId="{DB841479-4791-4F5A-834F-1CF13C6CCD95}"/>
          </ac:inkMkLst>
        </pc:inkChg>
        <pc:inkChg chg="add del">
          <ac:chgData name="Dr.Sugata Gangopadhyay" userId="5fbd9f87-0a98-489d-9d45-82abac52020a" providerId="ADAL" clId="{C3806F70-F0F3-4FA4-A822-20A3C94AFC14}" dt="2025-02-28T02:50:17.887" v="211"/>
          <ac:inkMkLst>
            <pc:docMk/>
            <pc:sldMk cId="2216196353" sldId="388"/>
            <ac:inkMk id="19" creationId="{806D5AE9-84F6-4AA2-9385-39670CF59CC4}"/>
          </ac:inkMkLst>
        </pc:inkChg>
        <pc:inkChg chg="add del">
          <ac:chgData name="Dr.Sugata Gangopadhyay" userId="5fbd9f87-0a98-489d-9d45-82abac52020a" providerId="ADAL" clId="{C3806F70-F0F3-4FA4-A822-20A3C94AFC14}" dt="2025-02-28T02:50:17.887" v="211"/>
          <ac:inkMkLst>
            <pc:docMk/>
            <pc:sldMk cId="2216196353" sldId="388"/>
            <ac:inkMk id="20" creationId="{27A07820-9658-4222-B295-69BE4E0F4A3C}"/>
          </ac:inkMkLst>
        </pc:inkChg>
        <pc:inkChg chg="add del">
          <ac:chgData name="Dr.Sugata Gangopadhyay" userId="5fbd9f87-0a98-489d-9d45-82abac52020a" providerId="ADAL" clId="{C3806F70-F0F3-4FA4-A822-20A3C94AFC14}" dt="2025-02-28T02:58:15.834" v="360"/>
          <ac:inkMkLst>
            <pc:docMk/>
            <pc:sldMk cId="2216196353" sldId="388"/>
            <ac:inkMk id="21" creationId="{F607EEB4-449A-4A6A-AD93-6756838EB0BB}"/>
          </ac:inkMkLst>
        </pc:inkChg>
        <pc:inkChg chg="add del">
          <ac:chgData name="Dr.Sugata Gangopadhyay" userId="5fbd9f87-0a98-489d-9d45-82abac52020a" providerId="ADAL" clId="{C3806F70-F0F3-4FA4-A822-20A3C94AFC14}" dt="2025-02-28T02:58:15.834" v="360"/>
          <ac:inkMkLst>
            <pc:docMk/>
            <pc:sldMk cId="2216196353" sldId="388"/>
            <ac:inkMk id="22" creationId="{B3B8914D-8015-46ED-8962-AED9341C4A6E}"/>
          </ac:inkMkLst>
        </pc:inkChg>
        <pc:inkChg chg="add del">
          <ac:chgData name="Dr.Sugata Gangopadhyay" userId="5fbd9f87-0a98-489d-9d45-82abac52020a" providerId="ADAL" clId="{C3806F70-F0F3-4FA4-A822-20A3C94AFC14}" dt="2025-02-28T02:58:15.834" v="360"/>
          <ac:inkMkLst>
            <pc:docMk/>
            <pc:sldMk cId="2216196353" sldId="388"/>
            <ac:inkMk id="23" creationId="{67A70B06-EA47-4F69-A392-13538CA43D29}"/>
          </ac:inkMkLst>
        </pc:inkChg>
        <pc:inkChg chg="add del">
          <ac:chgData name="Dr.Sugata Gangopadhyay" userId="5fbd9f87-0a98-489d-9d45-82abac52020a" providerId="ADAL" clId="{C3806F70-F0F3-4FA4-A822-20A3C94AFC14}" dt="2025-02-28T02:58:15.834" v="360"/>
          <ac:inkMkLst>
            <pc:docMk/>
            <pc:sldMk cId="2216196353" sldId="388"/>
            <ac:inkMk id="24" creationId="{D3B4F5E7-D8FD-48A5-A522-C7F5AD55AB09}"/>
          </ac:inkMkLst>
        </pc:inkChg>
        <pc:inkChg chg="add del">
          <ac:chgData name="Dr.Sugata Gangopadhyay" userId="5fbd9f87-0a98-489d-9d45-82abac52020a" providerId="ADAL" clId="{C3806F70-F0F3-4FA4-A822-20A3C94AFC14}" dt="2025-02-28T02:50:31.523" v="216"/>
          <ac:inkMkLst>
            <pc:docMk/>
            <pc:sldMk cId="2216196353" sldId="388"/>
            <ac:inkMk id="25" creationId="{F2EEF14C-2060-4526-8DAF-F36B8B5F1BF8}"/>
          </ac:inkMkLst>
        </pc:inkChg>
        <pc:inkChg chg="add del">
          <ac:chgData name="Dr.Sugata Gangopadhyay" userId="5fbd9f87-0a98-489d-9d45-82abac52020a" providerId="ADAL" clId="{C3806F70-F0F3-4FA4-A822-20A3C94AFC14}" dt="2025-02-28T02:50:31.523" v="216"/>
          <ac:inkMkLst>
            <pc:docMk/>
            <pc:sldMk cId="2216196353" sldId="388"/>
            <ac:inkMk id="26" creationId="{5A0ACF55-4DB9-45A3-BEBA-9674E8AE311A}"/>
          </ac:inkMkLst>
        </pc:inkChg>
        <pc:inkChg chg="add del">
          <ac:chgData name="Dr.Sugata Gangopadhyay" userId="5fbd9f87-0a98-489d-9d45-82abac52020a" providerId="ADAL" clId="{C3806F70-F0F3-4FA4-A822-20A3C94AFC14}" dt="2025-02-28T02:50:38.330" v="223"/>
          <ac:inkMkLst>
            <pc:docMk/>
            <pc:sldMk cId="2216196353" sldId="388"/>
            <ac:inkMk id="27" creationId="{3E0D4860-7AA8-489A-A73E-10221CFCE85C}"/>
          </ac:inkMkLst>
        </pc:inkChg>
        <pc:inkChg chg="add del">
          <ac:chgData name="Dr.Sugata Gangopadhyay" userId="5fbd9f87-0a98-489d-9d45-82abac52020a" providerId="ADAL" clId="{C3806F70-F0F3-4FA4-A822-20A3C94AFC14}" dt="2025-02-28T02:50:38.330" v="223"/>
          <ac:inkMkLst>
            <pc:docMk/>
            <pc:sldMk cId="2216196353" sldId="388"/>
            <ac:inkMk id="28" creationId="{5D0FA688-4E06-4657-80A8-613A0F7FF48C}"/>
          </ac:inkMkLst>
        </pc:inkChg>
        <pc:inkChg chg="add del">
          <ac:chgData name="Dr.Sugata Gangopadhyay" userId="5fbd9f87-0a98-489d-9d45-82abac52020a" providerId="ADAL" clId="{C3806F70-F0F3-4FA4-A822-20A3C94AFC14}" dt="2025-02-28T02:50:35.156" v="220"/>
          <ac:inkMkLst>
            <pc:docMk/>
            <pc:sldMk cId="2216196353" sldId="388"/>
            <ac:inkMk id="29" creationId="{1B36667D-1867-4E2B-82C1-57DE3F28DE84}"/>
          </ac:inkMkLst>
        </pc:inkChg>
        <pc:inkChg chg="add">
          <ac:chgData name="Dr.Sugata Gangopadhyay" userId="5fbd9f87-0a98-489d-9d45-82abac52020a" providerId="ADAL" clId="{C3806F70-F0F3-4FA4-A822-20A3C94AFC14}" dt="2025-02-28T02:50:34.308" v="219"/>
          <ac:inkMkLst>
            <pc:docMk/>
            <pc:sldMk cId="2216196353" sldId="388"/>
            <ac:inkMk id="30" creationId="{C4FB876C-AFFC-4A2E-97CB-0E16B5FBE04F}"/>
          </ac:inkMkLst>
        </pc:inkChg>
        <pc:inkChg chg="add del">
          <ac:chgData name="Dr.Sugata Gangopadhyay" userId="5fbd9f87-0a98-489d-9d45-82abac52020a" providerId="ADAL" clId="{C3806F70-F0F3-4FA4-A822-20A3C94AFC14}" dt="2025-02-28T02:50:38.330" v="223"/>
          <ac:inkMkLst>
            <pc:docMk/>
            <pc:sldMk cId="2216196353" sldId="388"/>
            <ac:inkMk id="31" creationId="{BB42AC4E-694B-4060-97F3-27F9B19DC0EB}"/>
          </ac:inkMkLst>
        </pc:inkChg>
        <pc:inkChg chg="add del">
          <ac:chgData name="Dr.Sugata Gangopadhyay" userId="5fbd9f87-0a98-489d-9d45-82abac52020a" providerId="ADAL" clId="{C3806F70-F0F3-4FA4-A822-20A3C94AFC14}" dt="2025-02-28T02:50:38.330" v="223"/>
          <ac:inkMkLst>
            <pc:docMk/>
            <pc:sldMk cId="2216196353" sldId="388"/>
            <ac:inkMk id="32" creationId="{2FCBD6CB-C049-40F4-A678-99CA1D78913B}"/>
          </ac:inkMkLst>
        </pc:inkChg>
        <pc:inkChg chg="add del">
          <ac:chgData name="Dr.Sugata Gangopadhyay" userId="5fbd9f87-0a98-489d-9d45-82abac52020a" providerId="ADAL" clId="{C3806F70-F0F3-4FA4-A822-20A3C94AFC14}" dt="2025-02-28T02:50:44.644" v="235"/>
          <ac:inkMkLst>
            <pc:docMk/>
            <pc:sldMk cId="2216196353" sldId="388"/>
            <ac:inkMk id="33" creationId="{B23512E1-9C8C-4857-9FF3-66D2484C5EB9}"/>
          </ac:inkMkLst>
        </pc:inkChg>
        <pc:inkChg chg="add del">
          <ac:chgData name="Dr.Sugata Gangopadhyay" userId="5fbd9f87-0a98-489d-9d45-82abac52020a" providerId="ADAL" clId="{C3806F70-F0F3-4FA4-A822-20A3C94AFC14}" dt="2025-02-28T02:50:44.644" v="235"/>
          <ac:inkMkLst>
            <pc:docMk/>
            <pc:sldMk cId="2216196353" sldId="388"/>
            <ac:inkMk id="34" creationId="{6CFB687F-59F9-4B98-957B-720B99A38EBB}"/>
          </ac:inkMkLst>
        </pc:inkChg>
        <pc:inkChg chg="add del">
          <ac:chgData name="Dr.Sugata Gangopadhyay" userId="5fbd9f87-0a98-489d-9d45-82abac52020a" providerId="ADAL" clId="{C3806F70-F0F3-4FA4-A822-20A3C94AFC14}" dt="2025-02-28T02:50:44.644" v="235"/>
          <ac:inkMkLst>
            <pc:docMk/>
            <pc:sldMk cId="2216196353" sldId="388"/>
            <ac:inkMk id="35" creationId="{E06C81BB-4FD6-4605-8CC4-FED499B28D09}"/>
          </ac:inkMkLst>
        </pc:inkChg>
        <pc:inkChg chg="add del">
          <ac:chgData name="Dr.Sugata Gangopadhyay" userId="5fbd9f87-0a98-489d-9d45-82abac52020a" providerId="ADAL" clId="{C3806F70-F0F3-4FA4-A822-20A3C94AFC14}" dt="2025-02-28T02:50:44.644" v="235"/>
          <ac:inkMkLst>
            <pc:docMk/>
            <pc:sldMk cId="2216196353" sldId="388"/>
            <ac:inkMk id="36" creationId="{792D5FA3-0F86-4908-A9ED-6F0D9520D839}"/>
          </ac:inkMkLst>
        </pc:inkChg>
        <pc:inkChg chg="add del">
          <ac:chgData name="Dr.Sugata Gangopadhyay" userId="5fbd9f87-0a98-489d-9d45-82abac52020a" providerId="ADAL" clId="{C3806F70-F0F3-4FA4-A822-20A3C94AFC14}" dt="2025-02-28T02:50:44.644" v="235"/>
          <ac:inkMkLst>
            <pc:docMk/>
            <pc:sldMk cId="2216196353" sldId="388"/>
            <ac:inkMk id="37" creationId="{768AEA53-B58A-4C08-8896-24EF7B6A2904}"/>
          </ac:inkMkLst>
        </pc:inkChg>
        <pc:inkChg chg="add del">
          <ac:chgData name="Dr.Sugata Gangopadhyay" userId="5fbd9f87-0a98-489d-9d45-82abac52020a" providerId="ADAL" clId="{C3806F70-F0F3-4FA4-A822-20A3C94AFC14}" dt="2025-02-28T02:50:44.644" v="235"/>
          <ac:inkMkLst>
            <pc:docMk/>
            <pc:sldMk cId="2216196353" sldId="388"/>
            <ac:inkMk id="38" creationId="{5405FD62-CE7A-45A4-BFFC-F539C34A93BC}"/>
          </ac:inkMkLst>
        </pc:inkChg>
        <pc:inkChg chg="add del">
          <ac:chgData name="Dr.Sugata Gangopadhyay" userId="5fbd9f87-0a98-489d-9d45-82abac52020a" providerId="ADAL" clId="{C3806F70-F0F3-4FA4-A822-20A3C94AFC14}" dt="2025-02-28T02:50:44.644" v="235"/>
          <ac:inkMkLst>
            <pc:docMk/>
            <pc:sldMk cId="2216196353" sldId="388"/>
            <ac:inkMk id="39" creationId="{B5B89FAE-A4F5-4FC4-AF06-3D0B89CE8111}"/>
          </ac:inkMkLst>
        </pc:inkChg>
        <pc:inkChg chg="add del">
          <ac:chgData name="Dr.Sugata Gangopadhyay" userId="5fbd9f87-0a98-489d-9d45-82abac52020a" providerId="ADAL" clId="{C3806F70-F0F3-4FA4-A822-20A3C94AFC14}" dt="2025-02-28T02:50:44.644" v="235"/>
          <ac:inkMkLst>
            <pc:docMk/>
            <pc:sldMk cId="2216196353" sldId="388"/>
            <ac:inkMk id="40" creationId="{A5DB7D1B-A795-4069-8B1A-840C388490A8}"/>
          </ac:inkMkLst>
        </pc:inkChg>
        <pc:inkChg chg="add del">
          <ac:chgData name="Dr.Sugata Gangopadhyay" userId="5fbd9f87-0a98-489d-9d45-82abac52020a" providerId="ADAL" clId="{C3806F70-F0F3-4FA4-A822-20A3C94AFC14}" dt="2025-02-28T02:50:44.644" v="235"/>
          <ac:inkMkLst>
            <pc:docMk/>
            <pc:sldMk cId="2216196353" sldId="388"/>
            <ac:inkMk id="41" creationId="{BA2C70CB-9ABE-4102-A27C-04F0A6A0174F}"/>
          </ac:inkMkLst>
        </pc:inkChg>
        <pc:inkChg chg="add del">
          <ac:chgData name="Dr.Sugata Gangopadhyay" userId="5fbd9f87-0a98-489d-9d45-82abac52020a" providerId="ADAL" clId="{C3806F70-F0F3-4FA4-A822-20A3C94AFC14}" dt="2025-02-28T02:50:44.644" v="235"/>
          <ac:inkMkLst>
            <pc:docMk/>
            <pc:sldMk cId="2216196353" sldId="388"/>
            <ac:inkMk id="42" creationId="{6F04A0B7-BE72-4158-B2DD-F610A78C5F70}"/>
          </ac:inkMkLst>
        </pc:inkChg>
        <pc:inkChg chg="add del">
          <ac:chgData name="Dr.Sugata Gangopadhyay" userId="5fbd9f87-0a98-489d-9d45-82abac52020a" providerId="ADAL" clId="{C3806F70-F0F3-4FA4-A822-20A3C94AFC14}" dt="2025-02-28T02:50:44.644" v="235"/>
          <ac:inkMkLst>
            <pc:docMk/>
            <pc:sldMk cId="2216196353" sldId="388"/>
            <ac:inkMk id="43" creationId="{A7F6E34E-6DB2-469D-88E5-943EE91B5B60}"/>
          </ac:inkMkLst>
        </pc:inkChg>
        <pc:inkChg chg="add del">
          <ac:chgData name="Dr.Sugata Gangopadhyay" userId="5fbd9f87-0a98-489d-9d45-82abac52020a" providerId="ADAL" clId="{C3806F70-F0F3-4FA4-A822-20A3C94AFC14}" dt="2025-02-28T02:50:44.644" v="235"/>
          <ac:inkMkLst>
            <pc:docMk/>
            <pc:sldMk cId="2216196353" sldId="388"/>
            <ac:inkMk id="44" creationId="{5F7F2272-4EF0-4270-A2BA-2A3599A68E61}"/>
          </ac:inkMkLst>
        </pc:inkChg>
        <pc:inkChg chg="add del">
          <ac:chgData name="Dr.Sugata Gangopadhyay" userId="5fbd9f87-0a98-489d-9d45-82abac52020a" providerId="ADAL" clId="{C3806F70-F0F3-4FA4-A822-20A3C94AFC14}" dt="2025-02-28T02:57:49.115" v="353"/>
          <ac:inkMkLst>
            <pc:docMk/>
            <pc:sldMk cId="2216196353" sldId="388"/>
            <ac:inkMk id="45" creationId="{CE944145-F152-4FBD-AF25-59C07CCE3799}"/>
          </ac:inkMkLst>
        </pc:inkChg>
        <pc:inkChg chg="add del">
          <ac:chgData name="Dr.Sugata Gangopadhyay" userId="5fbd9f87-0a98-489d-9d45-82abac52020a" providerId="ADAL" clId="{C3806F70-F0F3-4FA4-A822-20A3C94AFC14}" dt="2025-02-28T02:57:49.115" v="353"/>
          <ac:inkMkLst>
            <pc:docMk/>
            <pc:sldMk cId="2216196353" sldId="388"/>
            <ac:inkMk id="46" creationId="{E250B081-E4E6-47C1-8931-EF7DB1CE3ED6}"/>
          </ac:inkMkLst>
        </pc:inkChg>
        <pc:inkChg chg="add del">
          <ac:chgData name="Dr.Sugata Gangopadhyay" userId="5fbd9f87-0a98-489d-9d45-82abac52020a" providerId="ADAL" clId="{C3806F70-F0F3-4FA4-A822-20A3C94AFC14}" dt="2025-02-28T02:51:56.567" v="242"/>
          <ac:inkMkLst>
            <pc:docMk/>
            <pc:sldMk cId="2216196353" sldId="388"/>
            <ac:inkMk id="47" creationId="{DEB9E0B1-900B-4141-9259-D981403293CD}"/>
          </ac:inkMkLst>
        </pc:inkChg>
        <pc:inkChg chg="add del">
          <ac:chgData name="Dr.Sugata Gangopadhyay" userId="5fbd9f87-0a98-489d-9d45-82abac52020a" providerId="ADAL" clId="{C3806F70-F0F3-4FA4-A822-20A3C94AFC14}" dt="2025-02-28T02:51:56.567" v="242"/>
          <ac:inkMkLst>
            <pc:docMk/>
            <pc:sldMk cId="2216196353" sldId="388"/>
            <ac:inkMk id="48" creationId="{3AECD498-E830-4D2A-8E34-DE4E10CA5280}"/>
          </ac:inkMkLst>
        </pc:inkChg>
        <pc:inkChg chg="add del">
          <ac:chgData name="Dr.Sugata Gangopadhyay" userId="5fbd9f87-0a98-489d-9d45-82abac52020a" providerId="ADAL" clId="{C3806F70-F0F3-4FA4-A822-20A3C94AFC14}" dt="2025-02-28T02:51:56.567" v="242"/>
          <ac:inkMkLst>
            <pc:docMk/>
            <pc:sldMk cId="2216196353" sldId="388"/>
            <ac:inkMk id="49" creationId="{7394C148-BE22-47DE-8D88-94D03EF5788E}"/>
          </ac:inkMkLst>
        </pc:inkChg>
        <pc:inkChg chg="add del">
          <ac:chgData name="Dr.Sugata Gangopadhyay" userId="5fbd9f87-0a98-489d-9d45-82abac52020a" providerId="ADAL" clId="{C3806F70-F0F3-4FA4-A822-20A3C94AFC14}" dt="2025-02-28T02:51:56.567" v="242"/>
          <ac:inkMkLst>
            <pc:docMk/>
            <pc:sldMk cId="2216196353" sldId="388"/>
            <ac:inkMk id="50" creationId="{DE4D2DF8-A47E-4894-8796-861FA1AE9894}"/>
          </ac:inkMkLst>
        </pc:inkChg>
        <pc:inkChg chg="add del">
          <ac:chgData name="Dr.Sugata Gangopadhyay" userId="5fbd9f87-0a98-489d-9d45-82abac52020a" providerId="ADAL" clId="{C3806F70-F0F3-4FA4-A822-20A3C94AFC14}" dt="2025-02-28T02:51:56.567" v="242"/>
          <ac:inkMkLst>
            <pc:docMk/>
            <pc:sldMk cId="2216196353" sldId="388"/>
            <ac:inkMk id="51" creationId="{1E61CC29-9F51-4207-A5AB-F8F4810C3E16}"/>
          </ac:inkMkLst>
        </pc:inkChg>
        <pc:inkChg chg="add del">
          <ac:chgData name="Dr.Sugata Gangopadhyay" userId="5fbd9f87-0a98-489d-9d45-82abac52020a" providerId="ADAL" clId="{C3806F70-F0F3-4FA4-A822-20A3C94AFC14}" dt="2025-02-28T02:51:57.114" v="244"/>
          <ac:inkMkLst>
            <pc:docMk/>
            <pc:sldMk cId="2216196353" sldId="388"/>
            <ac:inkMk id="52" creationId="{A31E262C-79D6-4425-9D9C-345C248E0556}"/>
          </ac:inkMkLst>
        </pc:inkChg>
        <pc:inkChg chg="add del">
          <ac:chgData name="Dr.Sugata Gangopadhyay" userId="5fbd9f87-0a98-489d-9d45-82abac52020a" providerId="ADAL" clId="{C3806F70-F0F3-4FA4-A822-20A3C94AFC14}" dt="2025-02-28T02:51:57.114" v="244"/>
          <ac:inkMkLst>
            <pc:docMk/>
            <pc:sldMk cId="2216196353" sldId="388"/>
            <ac:inkMk id="53" creationId="{86DC62A0-27F6-48F9-9924-E737EC91C758}"/>
          </ac:inkMkLst>
        </pc:inkChg>
        <pc:inkChg chg="add del">
          <ac:chgData name="Dr.Sugata Gangopadhyay" userId="5fbd9f87-0a98-489d-9d45-82abac52020a" providerId="ADAL" clId="{C3806F70-F0F3-4FA4-A822-20A3C94AFC14}" dt="2025-02-28T02:57:52.417" v="358"/>
          <ac:inkMkLst>
            <pc:docMk/>
            <pc:sldMk cId="2216196353" sldId="388"/>
            <ac:inkMk id="54" creationId="{83F169F6-F17F-49F9-8E6C-C0AE7C7F947A}"/>
          </ac:inkMkLst>
        </pc:inkChg>
        <pc:inkChg chg="add del">
          <ac:chgData name="Dr.Sugata Gangopadhyay" userId="5fbd9f87-0a98-489d-9d45-82abac52020a" providerId="ADAL" clId="{C3806F70-F0F3-4FA4-A822-20A3C94AFC14}" dt="2025-02-28T02:52:00.687" v="248"/>
          <ac:inkMkLst>
            <pc:docMk/>
            <pc:sldMk cId="2216196353" sldId="388"/>
            <ac:inkMk id="55" creationId="{F51FE123-4F52-4204-8011-CFC52AA5477D}"/>
          </ac:inkMkLst>
        </pc:inkChg>
        <pc:inkChg chg="add del">
          <ac:chgData name="Dr.Sugata Gangopadhyay" userId="5fbd9f87-0a98-489d-9d45-82abac52020a" providerId="ADAL" clId="{C3806F70-F0F3-4FA4-A822-20A3C94AFC14}" dt="2025-02-28T02:52:00.687" v="248"/>
          <ac:inkMkLst>
            <pc:docMk/>
            <pc:sldMk cId="2216196353" sldId="388"/>
            <ac:inkMk id="56" creationId="{85458900-DFB7-4053-ADCA-D72429B32F3F}"/>
          </ac:inkMkLst>
        </pc:inkChg>
        <pc:inkChg chg="add del">
          <ac:chgData name="Dr.Sugata Gangopadhyay" userId="5fbd9f87-0a98-489d-9d45-82abac52020a" providerId="ADAL" clId="{C3806F70-F0F3-4FA4-A822-20A3C94AFC14}" dt="2025-02-28T02:52:00.687" v="248"/>
          <ac:inkMkLst>
            <pc:docMk/>
            <pc:sldMk cId="2216196353" sldId="388"/>
            <ac:inkMk id="57" creationId="{02E6014A-DD74-4A41-8472-FAB6734840EE}"/>
          </ac:inkMkLst>
        </pc:inkChg>
        <pc:inkChg chg="add del">
          <ac:chgData name="Dr.Sugata Gangopadhyay" userId="5fbd9f87-0a98-489d-9d45-82abac52020a" providerId="ADAL" clId="{C3806F70-F0F3-4FA4-A822-20A3C94AFC14}" dt="2025-02-28T02:58:15.834" v="360"/>
          <ac:inkMkLst>
            <pc:docMk/>
            <pc:sldMk cId="2216196353" sldId="388"/>
            <ac:inkMk id="58" creationId="{777ABF2C-5128-451D-8044-92432178BB33}"/>
          </ac:inkMkLst>
        </pc:inkChg>
        <pc:inkChg chg="add del">
          <ac:chgData name="Dr.Sugata Gangopadhyay" userId="5fbd9f87-0a98-489d-9d45-82abac52020a" providerId="ADAL" clId="{C3806F70-F0F3-4FA4-A822-20A3C94AFC14}" dt="2025-02-28T02:52:05.198" v="254"/>
          <ac:inkMkLst>
            <pc:docMk/>
            <pc:sldMk cId="2216196353" sldId="388"/>
            <ac:inkMk id="59" creationId="{F1F76B2F-ACBC-4F73-AB4D-85F35624C2B7}"/>
          </ac:inkMkLst>
        </pc:inkChg>
        <pc:inkChg chg="add del">
          <ac:chgData name="Dr.Sugata Gangopadhyay" userId="5fbd9f87-0a98-489d-9d45-82abac52020a" providerId="ADAL" clId="{C3806F70-F0F3-4FA4-A822-20A3C94AFC14}" dt="2025-02-28T02:52:05.198" v="254"/>
          <ac:inkMkLst>
            <pc:docMk/>
            <pc:sldMk cId="2216196353" sldId="388"/>
            <ac:inkMk id="60" creationId="{59D9D1CF-DA1B-4768-B4E4-B41F44A5FB6D}"/>
          </ac:inkMkLst>
        </pc:inkChg>
        <pc:inkChg chg="add del">
          <ac:chgData name="Dr.Sugata Gangopadhyay" userId="5fbd9f87-0a98-489d-9d45-82abac52020a" providerId="ADAL" clId="{C3806F70-F0F3-4FA4-A822-20A3C94AFC14}" dt="2025-02-28T02:52:05.198" v="254"/>
          <ac:inkMkLst>
            <pc:docMk/>
            <pc:sldMk cId="2216196353" sldId="388"/>
            <ac:inkMk id="61" creationId="{BE82BA7E-A867-44D6-9CA0-B9AA91F655EE}"/>
          </ac:inkMkLst>
        </pc:inkChg>
        <pc:inkChg chg="add del">
          <ac:chgData name="Dr.Sugata Gangopadhyay" userId="5fbd9f87-0a98-489d-9d45-82abac52020a" providerId="ADAL" clId="{C3806F70-F0F3-4FA4-A822-20A3C94AFC14}" dt="2025-02-28T02:52:05.198" v="254"/>
          <ac:inkMkLst>
            <pc:docMk/>
            <pc:sldMk cId="2216196353" sldId="388"/>
            <ac:inkMk id="62" creationId="{4E82EB4C-C273-4004-A394-781A740E2822}"/>
          </ac:inkMkLst>
        </pc:inkChg>
        <pc:inkChg chg="add del">
          <ac:chgData name="Dr.Sugata Gangopadhyay" userId="5fbd9f87-0a98-489d-9d45-82abac52020a" providerId="ADAL" clId="{C3806F70-F0F3-4FA4-A822-20A3C94AFC14}" dt="2025-02-28T02:52:05.198" v="254"/>
          <ac:inkMkLst>
            <pc:docMk/>
            <pc:sldMk cId="2216196353" sldId="388"/>
            <ac:inkMk id="63" creationId="{CD99C96F-FEBC-46A2-9772-F355164C5227}"/>
          </ac:inkMkLst>
        </pc:inkChg>
        <pc:inkChg chg="add del">
          <ac:chgData name="Dr.Sugata Gangopadhyay" userId="5fbd9f87-0a98-489d-9d45-82abac52020a" providerId="ADAL" clId="{C3806F70-F0F3-4FA4-A822-20A3C94AFC14}" dt="2025-02-28T02:57:52.417" v="358"/>
          <ac:inkMkLst>
            <pc:docMk/>
            <pc:sldMk cId="2216196353" sldId="388"/>
            <ac:inkMk id="64" creationId="{683018AF-0DF7-40F0-903E-9CE70388C326}"/>
          </ac:inkMkLst>
        </pc:inkChg>
        <pc:inkChg chg="add del">
          <ac:chgData name="Dr.Sugata Gangopadhyay" userId="5fbd9f87-0a98-489d-9d45-82abac52020a" providerId="ADAL" clId="{C3806F70-F0F3-4FA4-A822-20A3C94AFC14}" dt="2025-02-28T02:52:13.585" v="261"/>
          <ac:inkMkLst>
            <pc:docMk/>
            <pc:sldMk cId="2216196353" sldId="388"/>
            <ac:inkMk id="65" creationId="{3F143310-0FA4-4B70-8474-1033025ADC52}"/>
          </ac:inkMkLst>
        </pc:inkChg>
        <pc:inkChg chg="add del">
          <ac:chgData name="Dr.Sugata Gangopadhyay" userId="5fbd9f87-0a98-489d-9d45-82abac52020a" providerId="ADAL" clId="{C3806F70-F0F3-4FA4-A822-20A3C94AFC14}" dt="2025-02-28T02:52:13.585" v="261"/>
          <ac:inkMkLst>
            <pc:docMk/>
            <pc:sldMk cId="2216196353" sldId="388"/>
            <ac:inkMk id="66" creationId="{315C8226-9CE8-43EA-8A04-25A50E93B0F2}"/>
          </ac:inkMkLst>
        </pc:inkChg>
        <pc:inkChg chg="add del">
          <ac:chgData name="Dr.Sugata Gangopadhyay" userId="5fbd9f87-0a98-489d-9d45-82abac52020a" providerId="ADAL" clId="{C3806F70-F0F3-4FA4-A822-20A3C94AFC14}" dt="2025-02-28T02:52:13.585" v="261"/>
          <ac:inkMkLst>
            <pc:docMk/>
            <pc:sldMk cId="2216196353" sldId="388"/>
            <ac:inkMk id="67" creationId="{5616B6A4-0422-4987-B156-12107CB14D47}"/>
          </ac:inkMkLst>
        </pc:inkChg>
        <pc:inkChg chg="add del">
          <ac:chgData name="Dr.Sugata Gangopadhyay" userId="5fbd9f87-0a98-489d-9d45-82abac52020a" providerId="ADAL" clId="{C3806F70-F0F3-4FA4-A822-20A3C94AFC14}" dt="2025-02-28T02:52:13.585" v="261"/>
          <ac:inkMkLst>
            <pc:docMk/>
            <pc:sldMk cId="2216196353" sldId="388"/>
            <ac:inkMk id="68" creationId="{750BEF28-72D3-403A-B577-0917B4B7469C}"/>
          </ac:inkMkLst>
        </pc:inkChg>
        <pc:inkChg chg="add del">
          <ac:chgData name="Dr.Sugata Gangopadhyay" userId="5fbd9f87-0a98-489d-9d45-82abac52020a" providerId="ADAL" clId="{C3806F70-F0F3-4FA4-A822-20A3C94AFC14}" dt="2025-02-28T02:52:13.585" v="261"/>
          <ac:inkMkLst>
            <pc:docMk/>
            <pc:sldMk cId="2216196353" sldId="388"/>
            <ac:inkMk id="69" creationId="{34DC82D7-7C52-4CEE-9AFC-52B720AFC1A1}"/>
          </ac:inkMkLst>
        </pc:inkChg>
        <pc:inkChg chg="add del">
          <ac:chgData name="Dr.Sugata Gangopadhyay" userId="5fbd9f87-0a98-489d-9d45-82abac52020a" providerId="ADAL" clId="{C3806F70-F0F3-4FA4-A822-20A3C94AFC14}" dt="2025-02-28T02:52:13.585" v="261"/>
          <ac:inkMkLst>
            <pc:docMk/>
            <pc:sldMk cId="2216196353" sldId="388"/>
            <ac:inkMk id="70" creationId="{83631F72-7EAF-4E18-BBEE-6E1176C172E8}"/>
          </ac:inkMkLst>
        </pc:inkChg>
        <pc:inkChg chg="add del">
          <ac:chgData name="Dr.Sugata Gangopadhyay" userId="5fbd9f87-0a98-489d-9d45-82abac52020a" providerId="ADAL" clId="{C3806F70-F0F3-4FA4-A822-20A3C94AFC14}" dt="2025-02-28T02:58:15.834" v="360"/>
          <ac:inkMkLst>
            <pc:docMk/>
            <pc:sldMk cId="2216196353" sldId="388"/>
            <ac:inkMk id="71" creationId="{9D6BB5AF-32F3-456B-BFF4-D9B089992BDB}"/>
          </ac:inkMkLst>
        </pc:inkChg>
        <pc:inkChg chg="add del">
          <ac:chgData name="Dr.Sugata Gangopadhyay" userId="5fbd9f87-0a98-489d-9d45-82abac52020a" providerId="ADAL" clId="{C3806F70-F0F3-4FA4-A822-20A3C94AFC14}" dt="2025-02-28T02:58:15.834" v="360"/>
          <ac:inkMkLst>
            <pc:docMk/>
            <pc:sldMk cId="2216196353" sldId="388"/>
            <ac:inkMk id="72" creationId="{577F1DA8-656F-43B0-8ED3-3BE023840983}"/>
          </ac:inkMkLst>
        </pc:inkChg>
        <pc:inkChg chg="add del">
          <ac:chgData name="Dr.Sugata Gangopadhyay" userId="5fbd9f87-0a98-489d-9d45-82abac52020a" providerId="ADAL" clId="{C3806F70-F0F3-4FA4-A822-20A3C94AFC14}" dt="2025-02-28T02:58:15.834" v="360"/>
          <ac:inkMkLst>
            <pc:docMk/>
            <pc:sldMk cId="2216196353" sldId="388"/>
            <ac:inkMk id="73" creationId="{96BAD3F6-29CF-41FD-A2EB-BCB4693CCB91}"/>
          </ac:inkMkLst>
        </pc:inkChg>
        <pc:inkChg chg="add del">
          <ac:chgData name="Dr.Sugata Gangopadhyay" userId="5fbd9f87-0a98-489d-9d45-82abac52020a" providerId="ADAL" clId="{C3806F70-F0F3-4FA4-A822-20A3C94AFC14}" dt="2025-02-28T02:52:17.547" v="268"/>
          <ac:inkMkLst>
            <pc:docMk/>
            <pc:sldMk cId="2216196353" sldId="388"/>
            <ac:inkMk id="74" creationId="{51B3086B-1D52-499F-B047-090A128F42F9}"/>
          </ac:inkMkLst>
        </pc:inkChg>
        <pc:inkChg chg="add del">
          <ac:chgData name="Dr.Sugata Gangopadhyay" userId="5fbd9f87-0a98-489d-9d45-82abac52020a" providerId="ADAL" clId="{C3806F70-F0F3-4FA4-A822-20A3C94AFC14}" dt="2025-02-28T02:52:16.999" v="267"/>
          <ac:inkMkLst>
            <pc:docMk/>
            <pc:sldMk cId="2216196353" sldId="388"/>
            <ac:inkMk id="75" creationId="{8F25E231-152B-4B88-9EC4-3C877D833F1E}"/>
          </ac:inkMkLst>
        </pc:inkChg>
        <pc:inkChg chg="add">
          <ac:chgData name="Dr.Sugata Gangopadhyay" userId="5fbd9f87-0a98-489d-9d45-82abac52020a" providerId="ADAL" clId="{C3806F70-F0F3-4FA4-A822-20A3C94AFC14}" dt="2025-02-28T02:52:16.601" v="266"/>
          <ac:inkMkLst>
            <pc:docMk/>
            <pc:sldMk cId="2216196353" sldId="388"/>
            <ac:inkMk id="76" creationId="{FBC08203-9C6F-40E2-8265-23BFB60880F7}"/>
          </ac:inkMkLst>
        </pc:inkChg>
        <pc:inkChg chg="add">
          <ac:chgData name="Dr.Sugata Gangopadhyay" userId="5fbd9f87-0a98-489d-9d45-82abac52020a" providerId="ADAL" clId="{C3806F70-F0F3-4FA4-A822-20A3C94AFC14}" dt="2025-02-28T02:52:16.601" v="266"/>
          <ac:inkMkLst>
            <pc:docMk/>
            <pc:sldMk cId="2216196353" sldId="388"/>
            <ac:inkMk id="77" creationId="{5E37FDF2-720B-4974-A9EB-FBBE331171CD}"/>
          </ac:inkMkLst>
        </pc:inkChg>
        <pc:inkChg chg="add del">
          <ac:chgData name="Dr.Sugata Gangopadhyay" userId="5fbd9f87-0a98-489d-9d45-82abac52020a" providerId="ADAL" clId="{C3806F70-F0F3-4FA4-A822-20A3C94AFC14}" dt="2025-02-28T02:52:28.384" v="271"/>
          <ac:inkMkLst>
            <pc:docMk/>
            <pc:sldMk cId="2216196353" sldId="388"/>
            <ac:inkMk id="78" creationId="{ED74A221-042C-4DD0-9883-AEB5EEEFED25}"/>
          </ac:inkMkLst>
        </pc:inkChg>
        <pc:inkChg chg="add del">
          <ac:chgData name="Dr.Sugata Gangopadhyay" userId="5fbd9f87-0a98-489d-9d45-82abac52020a" providerId="ADAL" clId="{C3806F70-F0F3-4FA4-A822-20A3C94AFC14}" dt="2025-02-28T02:52:28.384" v="271"/>
          <ac:inkMkLst>
            <pc:docMk/>
            <pc:sldMk cId="2216196353" sldId="388"/>
            <ac:inkMk id="79" creationId="{BD7895F9-B0EF-43B5-A7CE-B5A9D0D620A8}"/>
          </ac:inkMkLst>
        </pc:inkChg>
        <pc:inkChg chg="add del">
          <ac:chgData name="Dr.Sugata Gangopadhyay" userId="5fbd9f87-0a98-489d-9d45-82abac52020a" providerId="ADAL" clId="{C3806F70-F0F3-4FA4-A822-20A3C94AFC14}" dt="2025-02-28T02:58:15.834" v="360"/>
          <ac:inkMkLst>
            <pc:docMk/>
            <pc:sldMk cId="2216196353" sldId="388"/>
            <ac:inkMk id="80" creationId="{A3012BA5-A68F-44A9-8E07-421A47AA56C3}"/>
          </ac:inkMkLst>
        </pc:inkChg>
        <pc:inkChg chg="add del">
          <ac:chgData name="Dr.Sugata Gangopadhyay" userId="5fbd9f87-0a98-489d-9d45-82abac52020a" providerId="ADAL" clId="{C3806F70-F0F3-4FA4-A822-20A3C94AFC14}" dt="2025-02-28T02:52:32.741" v="279"/>
          <ac:inkMkLst>
            <pc:docMk/>
            <pc:sldMk cId="2216196353" sldId="388"/>
            <ac:inkMk id="81" creationId="{718FDF95-5A10-44A0-913D-FE524A8F03F8}"/>
          </ac:inkMkLst>
        </pc:inkChg>
        <pc:inkChg chg="add del">
          <ac:chgData name="Dr.Sugata Gangopadhyay" userId="5fbd9f87-0a98-489d-9d45-82abac52020a" providerId="ADAL" clId="{C3806F70-F0F3-4FA4-A822-20A3C94AFC14}" dt="2025-02-28T02:52:32.741" v="279"/>
          <ac:inkMkLst>
            <pc:docMk/>
            <pc:sldMk cId="2216196353" sldId="388"/>
            <ac:inkMk id="82" creationId="{EB282349-B7DA-43DD-B018-D78EE49AD35D}"/>
          </ac:inkMkLst>
        </pc:inkChg>
        <pc:inkChg chg="add del">
          <ac:chgData name="Dr.Sugata Gangopadhyay" userId="5fbd9f87-0a98-489d-9d45-82abac52020a" providerId="ADAL" clId="{C3806F70-F0F3-4FA4-A822-20A3C94AFC14}" dt="2025-02-28T02:52:32.741" v="279"/>
          <ac:inkMkLst>
            <pc:docMk/>
            <pc:sldMk cId="2216196353" sldId="388"/>
            <ac:inkMk id="83" creationId="{73BDC4A0-A920-4E6F-A096-81AE2946D787}"/>
          </ac:inkMkLst>
        </pc:inkChg>
        <pc:inkChg chg="add del">
          <ac:chgData name="Dr.Sugata Gangopadhyay" userId="5fbd9f87-0a98-489d-9d45-82abac52020a" providerId="ADAL" clId="{C3806F70-F0F3-4FA4-A822-20A3C94AFC14}" dt="2025-02-28T02:52:32.741" v="279"/>
          <ac:inkMkLst>
            <pc:docMk/>
            <pc:sldMk cId="2216196353" sldId="388"/>
            <ac:inkMk id="84" creationId="{48E01888-2543-4857-B51C-27336B133F20}"/>
          </ac:inkMkLst>
        </pc:inkChg>
        <pc:inkChg chg="add del">
          <ac:chgData name="Dr.Sugata Gangopadhyay" userId="5fbd9f87-0a98-489d-9d45-82abac52020a" providerId="ADAL" clId="{C3806F70-F0F3-4FA4-A822-20A3C94AFC14}" dt="2025-02-28T02:52:32.741" v="279"/>
          <ac:inkMkLst>
            <pc:docMk/>
            <pc:sldMk cId="2216196353" sldId="388"/>
            <ac:inkMk id="85" creationId="{510A0284-8F8E-44FA-9FB1-26C7BE3A8F48}"/>
          </ac:inkMkLst>
        </pc:inkChg>
        <pc:inkChg chg="add del">
          <ac:chgData name="Dr.Sugata Gangopadhyay" userId="5fbd9f87-0a98-489d-9d45-82abac52020a" providerId="ADAL" clId="{C3806F70-F0F3-4FA4-A822-20A3C94AFC14}" dt="2025-02-28T02:52:32.741" v="279"/>
          <ac:inkMkLst>
            <pc:docMk/>
            <pc:sldMk cId="2216196353" sldId="388"/>
            <ac:inkMk id="86" creationId="{3A232278-393F-4248-AFF7-AE332DA5095B}"/>
          </ac:inkMkLst>
        </pc:inkChg>
        <pc:inkChg chg="add del">
          <ac:chgData name="Dr.Sugata Gangopadhyay" userId="5fbd9f87-0a98-489d-9d45-82abac52020a" providerId="ADAL" clId="{C3806F70-F0F3-4FA4-A822-20A3C94AFC14}" dt="2025-02-28T02:52:32.741" v="279"/>
          <ac:inkMkLst>
            <pc:docMk/>
            <pc:sldMk cId="2216196353" sldId="388"/>
            <ac:inkMk id="87" creationId="{5CFC139A-47D6-46F9-B23F-8ABB9BBAC1C8}"/>
          </ac:inkMkLst>
        </pc:inkChg>
        <pc:inkChg chg="add del">
          <ac:chgData name="Dr.Sugata Gangopadhyay" userId="5fbd9f87-0a98-489d-9d45-82abac52020a" providerId="ADAL" clId="{C3806F70-F0F3-4FA4-A822-20A3C94AFC14}" dt="2025-02-28T02:58:15.834" v="360"/>
          <ac:inkMkLst>
            <pc:docMk/>
            <pc:sldMk cId="2216196353" sldId="388"/>
            <ac:inkMk id="88" creationId="{3F88C172-AA30-4DAD-B144-1354D1F6E6DE}"/>
          </ac:inkMkLst>
        </pc:inkChg>
        <pc:inkChg chg="add del">
          <ac:chgData name="Dr.Sugata Gangopadhyay" userId="5fbd9f87-0a98-489d-9d45-82abac52020a" providerId="ADAL" clId="{C3806F70-F0F3-4FA4-A822-20A3C94AFC14}" dt="2025-02-28T02:52:36.607" v="283"/>
          <ac:inkMkLst>
            <pc:docMk/>
            <pc:sldMk cId="2216196353" sldId="388"/>
            <ac:inkMk id="89" creationId="{D3FA2199-3851-4C9D-BCF8-3AA724788EBE}"/>
          </ac:inkMkLst>
        </pc:inkChg>
        <pc:inkChg chg="add del">
          <ac:chgData name="Dr.Sugata Gangopadhyay" userId="5fbd9f87-0a98-489d-9d45-82abac52020a" providerId="ADAL" clId="{C3806F70-F0F3-4FA4-A822-20A3C94AFC14}" dt="2025-02-28T02:52:36.607" v="283"/>
          <ac:inkMkLst>
            <pc:docMk/>
            <pc:sldMk cId="2216196353" sldId="388"/>
            <ac:inkMk id="90" creationId="{84A9B017-954E-4D08-83DA-D03B5C179CA9}"/>
          </ac:inkMkLst>
        </pc:inkChg>
        <pc:inkChg chg="add del">
          <ac:chgData name="Dr.Sugata Gangopadhyay" userId="5fbd9f87-0a98-489d-9d45-82abac52020a" providerId="ADAL" clId="{C3806F70-F0F3-4FA4-A822-20A3C94AFC14}" dt="2025-02-28T02:52:36.607" v="283"/>
          <ac:inkMkLst>
            <pc:docMk/>
            <pc:sldMk cId="2216196353" sldId="388"/>
            <ac:inkMk id="91" creationId="{B061AE8A-4781-42FF-AFA8-69F591FECA08}"/>
          </ac:inkMkLst>
        </pc:inkChg>
        <pc:inkChg chg="add del">
          <ac:chgData name="Dr.Sugata Gangopadhyay" userId="5fbd9f87-0a98-489d-9d45-82abac52020a" providerId="ADAL" clId="{C3806F70-F0F3-4FA4-A822-20A3C94AFC14}" dt="2025-02-28T02:58:15.834" v="360"/>
          <ac:inkMkLst>
            <pc:docMk/>
            <pc:sldMk cId="2216196353" sldId="388"/>
            <ac:inkMk id="92" creationId="{2297A51E-35AF-49BA-B883-3FD758E77D73}"/>
          </ac:inkMkLst>
        </pc:inkChg>
        <pc:inkChg chg="add del">
          <ac:chgData name="Dr.Sugata Gangopadhyay" userId="5fbd9f87-0a98-489d-9d45-82abac52020a" providerId="ADAL" clId="{C3806F70-F0F3-4FA4-A822-20A3C94AFC14}" dt="2025-02-28T02:58:15.834" v="360"/>
          <ac:inkMkLst>
            <pc:docMk/>
            <pc:sldMk cId="2216196353" sldId="388"/>
            <ac:inkMk id="93" creationId="{F5FD574D-D818-4455-8C61-60CDFFE14C57}"/>
          </ac:inkMkLst>
        </pc:inkChg>
        <pc:inkChg chg="add del">
          <ac:chgData name="Dr.Sugata Gangopadhyay" userId="5fbd9f87-0a98-489d-9d45-82abac52020a" providerId="ADAL" clId="{C3806F70-F0F3-4FA4-A822-20A3C94AFC14}" dt="2025-02-28T02:52:46.051" v="292"/>
          <ac:inkMkLst>
            <pc:docMk/>
            <pc:sldMk cId="2216196353" sldId="388"/>
            <ac:inkMk id="94" creationId="{10BC936C-CC0B-4962-AFC2-CD44DFF05265}"/>
          </ac:inkMkLst>
        </pc:inkChg>
        <pc:inkChg chg="add del">
          <ac:chgData name="Dr.Sugata Gangopadhyay" userId="5fbd9f87-0a98-489d-9d45-82abac52020a" providerId="ADAL" clId="{C3806F70-F0F3-4FA4-A822-20A3C94AFC14}" dt="2025-02-28T02:52:46.051" v="292"/>
          <ac:inkMkLst>
            <pc:docMk/>
            <pc:sldMk cId="2216196353" sldId="388"/>
            <ac:inkMk id="95" creationId="{071CE704-2A3D-418B-9966-339014D28CF3}"/>
          </ac:inkMkLst>
        </pc:inkChg>
        <pc:inkChg chg="add del">
          <ac:chgData name="Dr.Sugata Gangopadhyay" userId="5fbd9f87-0a98-489d-9d45-82abac52020a" providerId="ADAL" clId="{C3806F70-F0F3-4FA4-A822-20A3C94AFC14}" dt="2025-02-28T02:52:46.051" v="292"/>
          <ac:inkMkLst>
            <pc:docMk/>
            <pc:sldMk cId="2216196353" sldId="388"/>
            <ac:inkMk id="96" creationId="{2A5E80D7-88FA-479A-A7C3-091A7F9168CD}"/>
          </ac:inkMkLst>
        </pc:inkChg>
        <pc:inkChg chg="add del">
          <ac:chgData name="Dr.Sugata Gangopadhyay" userId="5fbd9f87-0a98-489d-9d45-82abac52020a" providerId="ADAL" clId="{C3806F70-F0F3-4FA4-A822-20A3C94AFC14}" dt="2025-02-28T02:52:46.051" v="292"/>
          <ac:inkMkLst>
            <pc:docMk/>
            <pc:sldMk cId="2216196353" sldId="388"/>
            <ac:inkMk id="97" creationId="{82CB92F6-95BF-4E53-BB02-71B65BFF4AA9}"/>
          </ac:inkMkLst>
        </pc:inkChg>
        <pc:inkChg chg="add del">
          <ac:chgData name="Dr.Sugata Gangopadhyay" userId="5fbd9f87-0a98-489d-9d45-82abac52020a" providerId="ADAL" clId="{C3806F70-F0F3-4FA4-A822-20A3C94AFC14}" dt="2025-02-28T02:52:46.051" v="292"/>
          <ac:inkMkLst>
            <pc:docMk/>
            <pc:sldMk cId="2216196353" sldId="388"/>
            <ac:inkMk id="98" creationId="{93D54D1C-2F63-4FDF-8CF0-EB671905D122}"/>
          </ac:inkMkLst>
        </pc:inkChg>
        <pc:inkChg chg="add del">
          <ac:chgData name="Dr.Sugata Gangopadhyay" userId="5fbd9f87-0a98-489d-9d45-82abac52020a" providerId="ADAL" clId="{C3806F70-F0F3-4FA4-A822-20A3C94AFC14}" dt="2025-02-28T02:52:46.051" v="292"/>
          <ac:inkMkLst>
            <pc:docMk/>
            <pc:sldMk cId="2216196353" sldId="388"/>
            <ac:inkMk id="99" creationId="{DA2D5B79-B9CD-42EA-BBB1-23AA7C429138}"/>
          </ac:inkMkLst>
        </pc:inkChg>
        <pc:inkChg chg="add del">
          <ac:chgData name="Dr.Sugata Gangopadhyay" userId="5fbd9f87-0a98-489d-9d45-82abac52020a" providerId="ADAL" clId="{C3806F70-F0F3-4FA4-A822-20A3C94AFC14}" dt="2025-02-28T02:52:46.051" v="292"/>
          <ac:inkMkLst>
            <pc:docMk/>
            <pc:sldMk cId="2216196353" sldId="388"/>
            <ac:inkMk id="100" creationId="{2B17A14E-2F16-46E7-92C7-D4003F4C24D4}"/>
          </ac:inkMkLst>
        </pc:inkChg>
        <pc:inkChg chg="add del">
          <ac:chgData name="Dr.Sugata Gangopadhyay" userId="5fbd9f87-0a98-489d-9d45-82abac52020a" providerId="ADAL" clId="{C3806F70-F0F3-4FA4-A822-20A3C94AFC14}" dt="2025-02-28T02:52:48.731" v="295"/>
          <ac:inkMkLst>
            <pc:docMk/>
            <pc:sldMk cId="2216196353" sldId="388"/>
            <ac:inkMk id="101" creationId="{1359741A-543C-4184-9500-8CE22CA65F73}"/>
          </ac:inkMkLst>
        </pc:inkChg>
        <pc:inkChg chg="add del">
          <ac:chgData name="Dr.Sugata Gangopadhyay" userId="5fbd9f87-0a98-489d-9d45-82abac52020a" providerId="ADAL" clId="{C3806F70-F0F3-4FA4-A822-20A3C94AFC14}" dt="2025-02-28T02:52:48.731" v="295"/>
          <ac:inkMkLst>
            <pc:docMk/>
            <pc:sldMk cId="2216196353" sldId="388"/>
            <ac:inkMk id="102" creationId="{C3B8DF08-8619-41E9-B396-441436AA42FF}"/>
          </ac:inkMkLst>
        </pc:inkChg>
        <pc:inkChg chg="add del">
          <ac:chgData name="Dr.Sugata Gangopadhyay" userId="5fbd9f87-0a98-489d-9d45-82abac52020a" providerId="ADAL" clId="{C3806F70-F0F3-4FA4-A822-20A3C94AFC14}" dt="2025-02-28T02:52:48.731" v="295"/>
          <ac:inkMkLst>
            <pc:docMk/>
            <pc:sldMk cId="2216196353" sldId="388"/>
            <ac:inkMk id="103" creationId="{5BC45391-D163-49EE-AE54-41EF243549A1}"/>
          </ac:inkMkLst>
        </pc:inkChg>
        <pc:inkChg chg="add del">
          <ac:chgData name="Dr.Sugata Gangopadhyay" userId="5fbd9f87-0a98-489d-9d45-82abac52020a" providerId="ADAL" clId="{C3806F70-F0F3-4FA4-A822-20A3C94AFC14}" dt="2025-02-28T02:52:48.731" v="295"/>
          <ac:inkMkLst>
            <pc:docMk/>
            <pc:sldMk cId="2216196353" sldId="388"/>
            <ac:inkMk id="104" creationId="{862EEB59-A65F-4A58-B439-1BD2140CC01C}"/>
          </ac:inkMkLst>
        </pc:inkChg>
        <pc:inkChg chg="add del">
          <ac:chgData name="Dr.Sugata Gangopadhyay" userId="5fbd9f87-0a98-489d-9d45-82abac52020a" providerId="ADAL" clId="{C3806F70-F0F3-4FA4-A822-20A3C94AFC14}" dt="2025-02-28T02:52:52.085" v="298"/>
          <ac:inkMkLst>
            <pc:docMk/>
            <pc:sldMk cId="2216196353" sldId="388"/>
            <ac:inkMk id="105" creationId="{71AD6A81-751B-495D-9FDB-D5FDB2750316}"/>
          </ac:inkMkLst>
        </pc:inkChg>
        <pc:inkChg chg="add del">
          <ac:chgData name="Dr.Sugata Gangopadhyay" userId="5fbd9f87-0a98-489d-9d45-82abac52020a" providerId="ADAL" clId="{C3806F70-F0F3-4FA4-A822-20A3C94AFC14}" dt="2025-02-28T02:52:52.085" v="298"/>
          <ac:inkMkLst>
            <pc:docMk/>
            <pc:sldMk cId="2216196353" sldId="388"/>
            <ac:inkMk id="106" creationId="{3DE5AE8A-3395-4D38-B209-5DFFA84F094A}"/>
          </ac:inkMkLst>
        </pc:inkChg>
        <pc:inkChg chg="add del">
          <ac:chgData name="Dr.Sugata Gangopadhyay" userId="5fbd9f87-0a98-489d-9d45-82abac52020a" providerId="ADAL" clId="{C3806F70-F0F3-4FA4-A822-20A3C94AFC14}" dt="2025-02-28T02:52:52.085" v="298"/>
          <ac:inkMkLst>
            <pc:docMk/>
            <pc:sldMk cId="2216196353" sldId="388"/>
            <ac:inkMk id="107" creationId="{2DCF3785-FFEB-433F-A459-F31E3593288D}"/>
          </ac:inkMkLst>
        </pc:inkChg>
        <pc:inkChg chg="add del">
          <ac:chgData name="Dr.Sugata Gangopadhyay" userId="5fbd9f87-0a98-489d-9d45-82abac52020a" providerId="ADAL" clId="{C3806F70-F0F3-4FA4-A822-20A3C94AFC14}" dt="2025-02-28T02:52:54.686" v="300"/>
          <ac:inkMkLst>
            <pc:docMk/>
            <pc:sldMk cId="2216196353" sldId="388"/>
            <ac:inkMk id="108" creationId="{F547F30A-4E8A-486B-A563-B6EACD00E2EB}"/>
          </ac:inkMkLst>
        </pc:inkChg>
        <pc:inkChg chg="add del">
          <ac:chgData name="Dr.Sugata Gangopadhyay" userId="5fbd9f87-0a98-489d-9d45-82abac52020a" providerId="ADAL" clId="{C3806F70-F0F3-4FA4-A822-20A3C94AFC14}" dt="2025-02-28T02:52:54.686" v="300"/>
          <ac:inkMkLst>
            <pc:docMk/>
            <pc:sldMk cId="2216196353" sldId="388"/>
            <ac:inkMk id="109" creationId="{A08B04F5-3B50-452E-B4DE-F66694BAA58F}"/>
          </ac:inkMkLst>
        </pc:inkChg>
        <pc:inkChg chg="add del">
          <ac:chgData name="Dr.Sugata Gangopadhyay" userId="5fbd9f87-0a98-489d-9d45-82abac52020a" providerId="ADAL" clId="{C3806F70-F0F3-4FA4-A822-20A3C94AFC14}" dt="2025-02-28T02:58:15.834" v="360"/>
          <ac:inkMkLst>
            <pc:docMk/>
            <pc:sldMk cId="2216196353" sldId="388"/>
            <ac:inkMk id="110" creationId="{C4796A42-D0AA-452B-9345-88C8E4B8ED0E}"/>
          </ac:inkMkLst>
        </pc:inkChg>
        <pc:inkChg chg="add del">
          <ac:chgData name="Dr.Sugata Gangopadhyay" userId="5fbd9f87-0a98-489d-9d45-82abac52020a" providerId="ADAL" clId="{C3806F70-F0F3-4FA4-A822-20A3C94AFC14}" dt="2025-02-28T02:53:33.431" v="303"/>
          <ac:inkMkLst>
            <pc:docMk/>
            <pc:sldMk cId="2216196353" sldId="388"/>
            <ac:inkMk id="111" creationId="{4AF6686E-F28D-4804-8A84-884B36C65802}"/>
          </ac:inkMkLst>
        </pc:inkChg>
        <pc:inkChg chg="add del">
          <ac:chgData name="Dr.Sugata Gangopadhyay" userId="5fbd9f87-0a98-489d-9d45-82abac52020a" providerId="ADAL" clId="{C3806F70-F0F3-4FA4-A822-20A3C94AFC14}" dt="2025-02-28T02:53:33.431" v="303"/>
          <ac:inkMkLst>
            <pc:docMk/>
            <pc:sldMk cId="2216196353" sldId="388"/>
            <ac:inkMk id="112" creationId="{60C6793D-4E45-4DD1-BBDD-25FE59739105}"/>
          </ac:inkMkLst>
        </pc:inkChg>
        <pc:inkChg chg="add del">
          <ac:chgData name="Dr.Sugata Gangopadhyay" userId="5fbd9f87-0a98-489d-9d45-82abac52020a" providerId="ADAL" clId="{C3806F70-F0F3-4FA4-A822-20A3C94AFC14}" dt="2025-02-28T02:58:15.834" v="360"/>
          <ac:inkMkLst>
            <pc:docMk/>
            <pc:sldMk cId="2216196353" sldId="388"/>
            <ac:inkMk id="113" creationId="{6D2663C0-19CA-4E3D-AAD7-8FF2D7F9F694}"/>
          </ac:inkMkLst>
        </pc:inkChg>
        <pc:inkChg chg="add del">
          <ac:chgData name="Dr.Sugata Gangopadhyay" userId="5fbd9f87-0a98-489d-9d45-82abac52020a" providerId="ADAL" clId="{C3806F70-F0F3-4FA4-A822-20A3C94AFC14}" dt="2025-02-28T02:53:42.668" v="316"/>
          <ac:inkMkLst>
            <pc:docMk/>
            <pc:sldMk cId="2216196353" sldId="388"/>
            <ac:inkMk id="114" creationId="{82C15B6B-9E56-4CE6-8B06-F0E3F1D44E58}"/>
          </ac:inkMkLst>
        </pc:inkChg>
        <pc:inkChg chg="add del">
          <ac:chgData name="Dr.Sugata Gangopadhyay" userId="5fbd9f87-0a98-489d-9d45-82abac52020a" providerId="ADAL" clId="{C3806F70-F0F3-4FA4-A822-20A3C94AFC14}" dt="2025-02-28T02:53:42.668" v="316"/>
          <ac:inkMkLst>
            <pc:docMk/>
            <pc:sldMk cId="2216196353" sldId="388"/>
            <ac:inkMk id="115" creationId="{1E765194-E766-4220-A708-1E32C87A1E34}"/>
          </ac:inkMkLst>
        </pc:inkChg>
        <pc:inkChg chg="add del">
          <ac:chgData name="Dr.Sugata Gangopadhyay" userId="5fbd9f87-0a98-489d-9d45-82abac52020a" providerId="ADAL" clId="{C3806F70-F0F3-4FA4-A822-20A3C94AFC14}" dt="2025-02-28T02:53:42.668" v="316"/>
          <ac:inkMkLst>
            <pc:docMk/>
            <pc:sldMk cId="2216196353" sldId="388"/>
            <ac:inkMk id="116" creationId="{7BF0A44C-3E5C-497C-B93D-5141DB655A2B}"/>
          </ac:inkMkLst>
        </pc:inkChg>
        <pc:inkChg chg="add del">
          <ac:chgData name="Dr.Sugata Gangopadhyay" userId="5fbd9f87-0a98-489d-9d45-82abac52020a" providerId="ADAL" clId="{C3806F70-F0F3-4FA4-A822-20A3C94AFC14}" dt="2025-02-28T02:53:42.668" v="316"/>
          <ac:inkMkLst>
            <pc:docMk/>
            <pc:sldMk cId="2216196353" sldId="388"/>
            <ac:inkMk id="117" creationId="{2229EC1D-0819-45F0-8A5E-55D6BF527335}"/>
          </ac:inkMkLst>
        </pc:inkChg>
        <pc:inkChg chg="add del">
          <ac:chgData name="Dr.Sugata Gangopadhyay" userId="5fbd9f87-0a98-489d-9d45-82abac52020a" providerId="ADAL" clId="{C3806F70-F0F3-4FA4-A822-20A3C94AFC14}" dt="2025-02-28T02:53:42.668" v="316"/>
          <ac:inkMkLst>
            <pc:docMk/>
            <pc:sldMk cId="2216196353" sldId="388"/>
            <ac:inkMk id="118" creationId="{74B34378-11A9-4451-83C4-C102ED8E6D91}"/>
          </ac:inkMkLst>
        </pc:inkChg>
        <pc:inkChg chg="add del">
          <ac:chgData name="Dr.Sugata Gangopadhyay" userId="5fbd9f87-0a98-489d-9d45-82abac52020a" providerId="ADAL" clId="{C3806F70-F0F3-4FA4-A822-20A3C94AFC14}" dt="2025-02-28T02:53:42.668" v="316"/>
          <ac:inkMkLst>
            <pc:docMk/>
            <pc:sldMk cId="2216196353" sldId="388"/>
            <ac:inkMk id="119" creationId="{E1DA10CE-93C4-45F5-9983-051100DBB267}"/>
          </ac:inkMkLst>
        </pc:inkChg>
        <pc:inkChg chg="add del">
          <ac:chgData name="Dr.Sugata Gangopadhyay" userId="5fbd9f87-0a98-489d-9d45-82abac52020a" providerId="ADAL" clId="{C3806F70-F0F3-4FA4-A822-20A3C94AFC14}" dt="2025-02-28T02:53:42.668" v="316"/>
          <ac:inkMkLst>
            <pc:docMk/>
            <pc:sldMk cId="2216196353" sldId="388"/>
            <ac:inkMk id="120" creationId="{BA03D1D5-5808-49A6-9E63-48FBCA155E46}"/>
          </ac:inkMkLst>
        </pc:inkChg>
        <pc:inkChg chg="add del">
          <ac:chgData name="Dr.Sugata Gangopadhyay" userId="5fbd9f87-0a98-489d-9d45-82abac52020a" providerId="ADAL" clId="{C3806F70-F0F3-4FA4-A822-20A3C94AFC14}" dt="2025-02-28T02:53:42.668" v="316"/>
          <ac:inkMkLst>
            <pc:docMk/>
            <pc:sldMk cId="2216196353" sldId="388"/>
            <ac:inkMk id="121" creationId="{5ABB7F54-A8A9-4190-B7EE-C58E8803EB5F}"/>
          </ac:inkMkLst>
        </pc:inkChg>
        <pc:inkChg chg="add del">
          <ac:chgData name="Dr.Sugata Gangopadhyay" userId="5fbd9f87-0a98-489d-9d45-82abac52020a" providerId="ADAL" clId="{C3806F70-F0F3-4FA4-A822-20A3C94AFC14}" dt="2025-02-28T02:53:42.668" v="316"/>
          <ac:inkMkLst>
            <pc:docMk/>
            <pc:sldMk cId="2216196353" sldId="388"/>
            <ac:inkMk id="122" creationId="{8C79CE80-4AE5-4107-8ACB-C5626BD1B450}"/>
          </ac:inkMkLst>
        </pc:inkChg>
        <pc:inkChg chg="add del">
          <ac:chgData name="Dr.Sugata Gangopadhyay" userId="5fbd9f87-0a98-489d-9d45-82abac52020a" providerId="ADAL" clId="{C3806F70-F0F3-4FA4-A822-20A3C94AFC14}" dt="2025-02-28T02:53:42.668" v="316"/>
          <ac:inkMkLst>
            <pc:docMk/>
            <pc:sldMk cId="2216196353" sldId="388"/>
            <ac:inkMk id="123" creationId="{5FD544A2-52B8-4E94-8BFE-A58D86EF1658}"/>
          </ac:inkMkLst>
        </pc:inkChg>
        <pc:inkChg chg="add del">
          <ac:chgData name="Dr.Sugata Gangopadhyay" userId="5fbd9f87-0a98-489d-9d45-82abac52020a" providerId="ADAL" clId="{C3806F70-F0F3-4FA4-A822-20A3C94AFC14}" dt="2025-02-28T02:53:42.668" v="316"/>
          <ac:inkMkLst>
            <pc:docMk/>
            <pc:sldMk cId="2216196353" sldId="388"/>
            <ac:inkMk id="124" creationId="{3EFF1B20-2B44-4F41-A190-EBB148DB9061}"/>
          </ac:inkMkLst>
        </pc:inkChg>
        <pc:inkChg chg="add del">
          <ac:chgData name="Dr.Sugata Gangopadhyay" userId="5fbd9f87-0a98-489d-9d45-82abac52020a" providerId="ADAL" clId="{C3806F70-F0F3-4FA4-A822-20A3C94AFC14}" dt="2025-02-28T02:57:49.115" v="353"/>
          <ac:inkMkLst>
            <pc:docMk/>
            <pc:sldMk cId="2216196353" sldId="388"/>
            <ac:inkMk id="125" creationId="{D6346F6A-D610-42E0-9CB2-74A6759873A7}"/>
          </ac:inkMkLst>
        </pc:inkChg>
        <pc:inkChg chg="add del">
          <ac:chgData name="Dr.Sugata Gangopadhyay" userId="5fbd9f87-0a98-489d-9d45-82abac52020a" providerId="ADAL" clId="{C3806F70-F0F3-4FA4-A822-20A3C94AFC14}" dt="2025-02-28T02:57:49.115" v="353"/>
          <ac:inkMkLst>
            <pc:docMk/>
            <pc:sldMk cId="2216196353" sldId="388"/>
            <ac:inkMk id="126" creationId="{2AEFFC86-2767-4EE9-AC75-E4ED21992220}"/>
          </ac:inkMkLst>
        </pc:inkChg>
        <pc:inkChg chg="add del">
          <ac:chgData name="Dr.Sugata Gangopadhyay" userId="5fbd9f87-0a98-489d-9d45-82abac52020a" providerId="ADAL" clId="{C3806F70-F0F3-4FA4-A822-20A3C94AFC14}" dt="2025-02-28T02:56:28.627" v="319"/>
          <ac:inkMkLst>
            <pc:docMk/>
            <pc:sldMk cId="2216196353" sldId="388"/>
            <ac:inkMk id="127" creationId="{1CA15CD7-5595-4B75-BE00-8751240BD1D8}"/>
          </ac:inkMkLst>
        </pc:inkChg>
        <pc:inkChg chg="add del">
          <ac:chgData name="Dr.Sugata Gangopadhyay" userId="5fbd9f87-0a98-489d-9d45-82abac52020a" providerId="ADAL" clId="{C3806F70-F0F3-4FA4-A822-20A3C94AFC14}" dt="2025-02-28T02:56:28.627" v="319"/>
          <ac:inkMkLst>
            <pc:docMk/>
            <pc:sldMk cId="2216196353" sldId="388"/>
            <ac:inkMk id="128" creationId="{35BDF8CA-DF8C-4438-8D10-AD6A7A47D195}"/>
          </ac:inkMkLst>
        </pc:inkChg>
        <pc:inkChg chg="add del">
          <ac:chgData name="Dr.Sugata Gangopadhyay" userId="5fbd9f87-0a98-489d-9d45-82abac52020a" providerId="ADAL" clId="{C3806F70-F0F3-4FA4-A822-20A3C94AFC14}" dt="2025-02-28T02:58:15.834" v="360"/>
          <ac:inkMkLst>
            <pc:docMk/>
            <pc:sldMk cId="2216196353" sldId="388"/>
            <ac:inkMk id="129" creationId="{9B64B18B-AE39-46F3-9DC4-16C46C67A306}"/>
          </ac:inkMkLst>
        </pc:inkChg>
        <pc:inkChg chg="add del">
          <ac:chgData name="Dr.Sugata Gangopadhyay" userId="5fbd9f87-0a98-489d-9d45-82abac52020a" providerId="ADAL" clId="{C3806F70-F0F3-4FA4-A822-20A3C94AFC14}" dt="2025-02-28T02:56:38.122" v="336"/>
          <ac:inkMkLst>
            <pc:docMk/>
            <pc:sldMk cId="2216196353" sldId="388"/>
            <ac:inkMk id="130" creationId="{E968369D-2944-4F87-B978-20760853FF44}"/>
          </ac:inkMkLst>
        </pc:inkChg>
        <pc:inkChg chg="add del">
          <ac:chgData name="Dr.Sugata Gangopadhyay" userId="5fbd9f87-0a98-489d-9d45-82abac52020a" providerId="ADAL" clId="{C3806F70-F0F3-4FA4-A822-20A3C94AFC14}" dt="2025-02-28T02:56:38.122" v="336"/>
          <ac:inkMkLst>
            <pc:docMk/>
            <pc:sldMk cId="2216196353" sldId="388"/>
            <ac:inkMk id="131" creationId="{3F68CE92-A791-4503-B7A8-E276905A2ADD}"/>
          </ac:inkMkLst>
        </pc:inkChg>
        <pc:inkChg chg="add del">
          <ac:chgData name="Dr.Sugata Gangopadhyay" userId="5fbd9f87-0a98-489d-9d45-82abac52020a" providerId="ADAL" clId="{C3806F70-F0F3-4FA4-A822-20A3C94AFC14}" dt="2025-02-28T02:56:38.122" v="336"/>
          <ac:inkMkLst>
            <pc:docMk/>
            <pc:sldMk cId="2216196353" sldId="388"/>
            <ac:inkMk id="132" creationId="{7CCBAECD-6A0D-4B7A-93AB-A615675A85AB}"/>
          </ac:inkMkLst>
        </pc:inkChg>
        <pc:inkChg chg="add del">
          <ac:chgData name="Dr.Sugata Gangopadhyay" userId="5fbd9f87-0a98-489d-9d45-82abac52020a" providerId="ADAL" clId="{C3806F70-F0F3-4FA4-A822-20A3C94AFC14}" dt="2025-02-28T02:56:38.122" v="336"/>
          <ac:inkMkLst>
            <pc:docMk/>
            <pc:sldMk cId="2216196353" sldId="388"/>
            <ac:inkMk id="133" creationId="{6C7829DA-A56A-4DAF-9C9E-1A174F0814F7}"/>
          </ac:inkMkLst>
        </pc:inkChg>
        <pc:inkChg chg="add del">
          <ac:chgData name="Dr.Sugata Gangopadhyay" userId="5fbd9f87-0a98-489d-9d45-82abac52020a" providerId="ADAL" clId="{C3806F70-F0F3-4FA4-A822-20A3C94AFC14}" dt="2025-02-28T02:56:38.122" v="336"/>
          <ac:inkMkLst>
            <pc:docMk/>
            <pc:sldMk cId="2216196353" sldId="388"/>
            <ac:inkMk id="134" creationId="{EA88AF75-BE56-4BEB-BF0D-7BC4D9C64ED6}"/>
          </ac:inkMkLst>
        </pc:inkChg>
        <pc:inkChg chg="add del">
          <ac:chgData name="Dr.Sugata Gangopadhyay" userId="5fbd9f87-0a98-489d-9d45-82abac52020a" providerId="ADAL" clId="{C3806F70-F0F3-4FA4-A822-20A3C94AFC14}" dt="2025-02-28T02:56:38.122" v="336"/>
          <ac:inkMkLst>
            <pc:docMk/>
            <pc:sldMk cId="2216196353" sldId="388"/>
            <ac:inkMk id="135" creationId="{8F9F1A01-6323-407F-AD2A-98B34B7F218A}"/>
          </ac:inkMkLst>
        </pc:inkChg>
        <pc:inkChg chg="add del">
          <ac:chgData name="Dr.Sugata Gangopadhyay" userId="5fbd9f87-0a98-489d-9d45-82abac52020a" providerId="ADAL" clId="{C3806F70-F0F3-4FA4-A822-20A3C94AFC14}" dt="2025-02-28T02:56:38.122" v="336"/>
          <ac:inkMkLst>
            <pc:docMk/>
            <pc:sldMk cId="2216196353" sldId="388"/>
            <ac:inkMk id="136" creationId="{0416C09D-4EA1-431B-9FFC-2BD586A9E46C}"/>
          </ac:inkMkLst>
        </pc:inkChg>
        <pc:inkChg chg="add del">
          <ac:chgData name="Dr.Sugata Gangopadhyay" userId="5fbd9f87-0a98-489d-9d45-82abac52020a" providerId="ADAL" clId="{C3806F70-F0F3-4FA4-A822-20A3C94AFC14}" dt="2025-02-28T02:56:38.122" v="336"/>
          <ac:inkMkLst>
            <pc:docMk/>
            <pc:sldMk cId="2216196353" sldId="388"/>
            <ac:inkMk id="137" creationId="{48D6B8B3-3AAC-490F-ABE6-995E43849F1C}"/>
          </ac:inkMkLst>
        </pc:inkChg>
        <pc:inkChg chg="add del">
          <ac:chgData name="Dr.Sugata Gangopadhyay" userId="5fbd9f87-0a98-489d-9d45-82abac52020a" providerId="ADAL" clId="{C3806F70-F0F3-4FA4-A822-20A3C94AFC14}" dt="2025-02-28T02:56:38.122" v="336"/>
          <ac:inkMkLst>
            <pc:docMk/>
            <pc:sldMk cId="2216196353" sldId="388"/>
            <ac:inkMk id="138" creationId="{FA1E762C-A93A-469C-A5AA-C8EEAC411594}"/>
          </ac:inkMkLst>
        </pc:inkChg>
        <pc:inkChg chg="add del">
          <ac:chgData name="Dr.Sugata Gangopadhyay" userId="5fbd9f87-0a98-489d-9d45-82abac52020a" providerId="ADAL" clId="{C3806F70-F0F3-4FA4-A822-20A3C94AFC14}" dt="2025-02-28T02:56:38.122" v="336"/>
          <ac:inkMkLst>
            <pc:docMk/>
            <pc:sldMk cId="2216196353" sldId="388"/>
            <ac:inkMk id="139" creationId="{8EB392CA-7554-4052-98A0-8FA3583EC754}"/>
          </ac:inkMkLst>
        </pc:inkChg>
        <pc:inkChg chg="add del">
          <ac:chgData name="Dr.Sugata Gangopadhyay" userId="5fbd9f87-0a98-489d-9d45-82abac52020a" providerId="ADAL" clId="{C3806F70-F0F3-4FA4-A822-20A3C94AFC14}" dt="2025-02-28T02:56:38.122" v="336"/>
          <ac:inkMkLst>
            <pc:docMk/>
            <pc:sldMk cId="2216196353" sldId="388"/>
            <ac:inkMk id="140" creationId="{131DA4C7-EAEF-452D-8D84-359CBE4D1576}"/>
          </ac:inkMkLst>
        </pc:inkChg>
        <pc:inkChg chg="add del">
          <ac:chgData name="Dr.Sugata Gangopadhyay" userId="5fbd9f87-0a98-489d-9d45-82abac52020a" providerId="ADAL" clId="{C3806F70-F0F3-4FA4-A822-20A3C94AFC14}" dt="2025-02-28T02:56:38.122" v="336"/>
          <ac:inkMkLst>
            <pc:docMk/>
            <pc:sldMk cId="2216196353" sldId="388"/>
            <ac:inkMk id="141" creationId="{BB57F65D-0467-406B-B49D-D1428B8CF66E}"/>
          </ac:inkMkLst>
        </pc:inkChg>
        <pc:inkChg chg="add del">
          <ac:chgData name="Dr.Sugata Gangopadhyay" userId="5fbd9f87-0a98-489d-9d45-82abac52020a" providerId="ADAL" clId="{C3806F70-F0F3-4FA4-A822-20A3C94AFC14}" dt="2025-02-28T02:56:38.122" v="336"/>
          <ac:inkMkLst>
            <pc:docMk/>
            <pc:sldMk cId="2216196353" sldId="388"/>
            <ac:inkMk id="142" creationId="{48DD5163-6D76-46AA-B826-7052E7E8A2C1}"/>
          </ac:inkMkLst>
        </pc:inkChg>
        <pc:inkChg chg="add del">
          <ac:chgData name="Dr.Sugata Gangopadhyay" userId="5fbd9f87-0a98-489d-9d45-82abac52020a" providerId="ADAL" clId="{C3806F70-F0F3-4FA4-A822-20A3C94AFC14}" dt="2025-02-28T02:56:38.122" v="336"/>
          <ac:inkMkLst>
            <pc:docMk/>
            <pc:sldMk cId="2216196353" sldId="388"/>
            <ac:inkMk id="143" creationId="{F752154E-4508-4994-AB82-96423B41AB20}"/>
          </ac:inkMkLst>
        </pc:inkChg>
        <pc:inkChg chg="add del">
          <ac:chgData name="Dr.Sugata Gangopadhyay" userId="5fbd9f87-0a98-489d-9d45-82abac52020a" providerId="ADAL" clId="{C3806F70-F0F3-4FA4-A822-20A3C94AFC14}" dt="2025-02-28T02:56:38.122" v="336"/>
          <ac:inkMkLst>
            <pc:docMk/>
            <pc:sldMk cId="2216196353" sldId="388"/>
            <ac:inkMk id="144" creationId="{70135D69-55CE-41B0-82FE-5FB91FF0052D}"/>
          </ac:inkMkLst>
        </pc:inkChg>
        <pc:inkChg chg="add del">
          <ac:chgData name="Dr.Sugata Gangopadhyay" userId="5fbd9f87-0a98-489d-9d45-82abac52020a" providerId="ADAL" clId="{C3806F70-F0F3-4FA4-A822-20A3C94AFC14}" dt="2025-02-28T02:56:38.122" v="336"/>
          <ac:inkMkLst>
            <pc:docMk/>
            <pc:sldMk cId="2216196353" sldId="388"/>
            <ac:inkMk id="145" creationId="{8A93CE01-E29E-45D2-9559-C228D1105EC6}"/>
          </ac:inkMkLst>
        </pc:inkChg>
        <pc:inkChg chg="add del">
          <ac:chgData name="Dr.Sugata Gangopadhyay" userId="5fbd9f87-0a98-489d-9d45-82abac52020a" providerId="ADAL" clId="{C3806F70-F0F3-4FA4-A822-20A3C94AFC14}" dt="2025-02-28T02:57:49.115" v="353"/>
          <ac:inkMkLst>
            <pc:docMk/>
            <pc:sldMk cId="2216196353" sldId="388"/>
            <ac:inkMk id="146" creationId="{9790C552-3E6D-442D-A626-ECDE5C09B5B0}"/>
          </ac:inkMkLst>
        </pc:inkChg>
        <pc:inkChg chg="add del">
          <ac:chgData name="Dr.Sugata Gangopadhyay" userId="5fbd9f87-0a98-489d-9d45-82abac52020a" providerId="ADAL" clId="{C3806F70-F0F3-4FA4-A822-20A3C94AFC14}" dt="2025-02-28T02:57:49.115" v="353"/>
          <ac:inkMkLst>
            <pc:docMk/>
            <pc:sldMk cId="2216196353" sldId="388"/>
            <ac:inkMk id="147" creationId="{0E56DCB2-2D07-4807-A972-DE5627D2C365}"/>
          </ac:inkMkLst>
        </pc:inkChg>
        <pc:inkChg chg="add del">
          <ac:chgData name="Dr.Sugata Gangopadhyay" userId="5fbd9f87-0a98-489d-9d45-82abac52020a" providerId="ADAL" clId="{C3806F70-F0F3-4FA4-A822-20A3C94AFC14}" dt="2025-02-28T02:57:31.065" v="340"/>
          <ac:inkMkLst>
            <pc:docMk/>
            <pc:sldMk cId="2216196353" sldId="388"/>
            <ac:inkMk id="148" creationId="{306BA3F7-743A-4237-A88E-146E562832A4}"/>
          </ac:inkMkLst>
        </pc:inkChg>
        <pc:inkChg chg="add del">
          <ac:chgData name="Dr.Sugata Gangopadhyay" userId="5fbd9f87-0a98-489d-9d45-82abac52020a" providerId="ADAL" clId="{C3806F70-F0F3-4FA4-A822-20A3C94AFC14}" dt="2025-02-28T02:57:31.065" v="340"/>
          <ac:inkMkLst>
            <pc:docMk/>
            <pc:sldMk cId="2216196353" sldId="388"/>
            <ac:inkMk id="149" creationId="{77EA55E1-B7B7-42AD-B893-2C9621EC92C5}"/>
          </ac:inkMkLst>
        </pc:inkChg>
        <pc:inkChg chg="add del">
          <ac:chgData name="Dr.Sugata Gangopadhyay" userId="5fbd9f87-0a98-489d-9d45-82abac52020a" providerId="ADAL" clId="{C3806F70-F0F3-4FA4-A822-20A3C94AFC14}" dt="2025-02-28T02:58:15.834" v="360"/>
          <ac:inkMkLst>
            <pc:docMk/>
            <pc:sldMk cId="2216196353" sldId="388"/>
            <ac:inkMk id="150" creationId="{5E475AB5-CB19-4513-9163-0D90F150436C}"/>
          </ac:inkMkLst>
        </pc:inkChg>
        <pc:inkChg chg="add del">
          <ac:chgData name="Dr.Sugata Gangopadhyay" userId="5fbd9f87-0a98-489d-9d45-82abac52020a" providerId="ADAL" clId="{C3806F70-F0F3-4FA4-A822-20A3C94AFC14}" dt="2025-02-28T02:57:40.387" v="351"/>
          <ac:inkMkLst>
            <pc:docMk/>
            <pc:sldMk cId="2216196353" sldId="388"/>
            <ac:inkMk id="151" creationId="{25342CF8-1832-467D-A11D-CA1B81C760C5}"/>
          </ac:inkMkLst>
        </pc:inkChg>
        <pc:inkChg chg="add del">
          <ac:chgData name="Dr.Sugata Gangopadhyay" userId="5fbd9f87-0a98-489d-9d45-82abac52020a" providerId="ADAL" clId="{C3806F70-F0F3-4FA4-A822-20A3C94AFC14}" dt="2025-02-28T02:57:40.387" v="351"/>
          <ac:inkMkLst>
            <pc:docMk/>
            <pc:sldMk cId="2216196353" sldId="388"/>
            <ac:inkMk id="152" creationId="{D7350CD1-F2A8-45E7-BD8F-1E17CB01FD73}"/>
          </ac:inkMkLst>
        </pc:inkChg>
        <pc:inkChg chg="add del">
          <ac:chgData name="Dr.Sugata Gangopadhyay" userId="5fbd9f87-0a98-489d-9d45-82abac52020a" providerId="ADAL" clId="{C3806F70-F0F3-4FA4-A822-20A3C94AFC14}" dt="2025-02-28T02:57:40.387" v="351"/>
          <ac:inkMkLst>
            <pc:docMk/>
            <pc:sldMk cId="2216196353" sldId="388"/>
            <ac:inkMk id="153" creationId="{A0C49BC6-2A4B-4602-B1EF-03ED9966B190}"/>
          </ac:inkMkLst>
        </pc:inkChg>
        <pc:inkChg chg="add del">
          <ac:chgData name="Dr.Sugata Gangopadhyay" userId="5fbd9f87-0a98-489d-9d45-82abac52020a" providerId="ADAL" clId="{C3806F70-F0F3-4FA4-A822-20A3C94AFC14}" dt="2025-02-28T02:57:40.387" v="351"/>
          <ac:inkMkLst>
            <pc:docMk/>
            <pc:sldMk cId="2216196353" sldId="388"/>
            <ac:inkMk id="154" creationId="{8B295F7E-7E4E-4E55-8EFD-B3ED6B89F868}"/>
          </ac:inkMkLst>
        </pc:inkChg>
        <pc:inkChg chg="add del">
          <ac:chgData name="Dr.Sugata Gangopadhyay" userId="5fbd9f87-0a98-489d-9d45-82abac52020a" providerId="ADAL" clId="{C3806F70-F0F3-4FA4-A822-20A3C94AFC14}" dt="2025-02-28T02:57:40.387" v="351"/>
          <ac:inkMkLst>
            <pc:docMk/>
            <pc:sldMk cId="2216196353" sldId="388"/>
            <ac:inkMk id="155" creationId="{28A7EEBB-3910-4002-808B-945BDD338A39}"/>
          </ac:inkMkLst>
        </pc:inkChg>
        <pc:inkChg chg="add del">
          <ac:chgData name="Dr.Sugata Gangopadhyay" userId="5fbd9f87-0a98-489d-9d45-82abac52020a" providerId="ADAL" clId="{C3806F70-F0F3-4FA4-A822-20A3C94AFC14}" dt="2025-02-28T02:57:40.387" v="351"/>
          <ac:inkMkLst>
            <pc:docMk/>
            <pc:sldMk cId="2216196353" sldId="388"/>
            <ac:inkMk id="156" creationId="{B4267D7B-2D5F-4F7E-9E18-8BD0A4948F34}"/>
          </ac:inkMkLst>
        </pc:inkChg>
        <pc:inkChg chg="add del">
          <ac:chgData name="Dr.Sugata Gangopadhyay" userId="5fbd9f87-0a98-489d-9d45-82abac52020a" providerId="ADAL" clId="{C3806F70-F0F3-4FA4-A822-20A3C94AFC14}" dt="2025-02-28T02:57:40.387" v="351"/>
          <ac:inkMkLst>
            <pc:docMk/>
            <pc:sldMk cId="2216196353" sldId="388"/>
            <ac:inkMk id="157" creationId="{403E7ED8-B94F-42E6-8B63-2DE9243508DA}"/>
          </ac:inkMkLst>
        </pc:inkChg>
        <pc:inkChg chg="add del">
          <ac:chgData name="Dr.Sugata Gangopadhyay" userId="5fbd9f87-0a98-489d-9d45-82abac52020a" providerId="ADAL" clId="{C3806F70-F0F3-4FA4-A822-20A3C94AFC14}" dt="2025-02-28T02:57:40.387" v="351"/>
          <ac:inkMkLst>
            <pc:docMk/>
            <pc:sldMk cId="2216196353" sldId="388"/>
            <ac:inkMk id="158" creationId="{7734CFA1-B46F-4858-A589-AB7A331B1F93}"/>
          </ac:inkMkLst>
        </pc:inkChg>
        <pc:inkChg chg="add del">
          <ac:chgData name="Dr.Sugata Gangopadhyay" userId="5fbd9f87-0a98-489d-9d45-82abac52020a" providerId="ADAL" clId="{C3806F70-F0F3-4FA4-A822-20A3C94AFC14}" dt="2025-02-28T02:57:40.387" v="351"/>
          <ac:inkMkLst>
            <pc:docMk/>
            <pc:sldMk cId="2216196353" sldId="388"/>
            <ac:inkMk id="159" creationId="{EB4951B7-654F-4696-ABA6-1626BEEB2976}"/>
          </ac:inkMkLst>
        </pc:inkChg>
        <pc:inkChg chg="add del">
          <ac:chgData name="Dr.Sugata Gangopadhyay" userId="5fbd9f87-0a98-489d-9d45-82abac52020a" providerId="ADAL" clId="{C3806F70-F0F3-4FA4-A822-20A3C94AFC14}" dt="2025-02-28T02:57:40.387" v="351"/>
          <ac:inkMkLst>
            <pc:docMk/>
            <pc:sldMk cId="2216196353" sldId="388"/>
            <ac:inkMk id="160" creationId="{D12591ED-7DAC-4DEC-94FB-CD49DD2F5C3B}"/>
          </ac:inkMkLst>
        </pc:inkChg>
        <pc:inkChg chg="add del">
          <ac:chgData name="Dr.Sugata Gangopadhyay" userId="5fbd9f87-0a98-489d-9d45-82abac52020a" providerId="ADAL" clId="{C3806F70-F0F3-4FA4-A822-20A3C94AFC14}" dt="2025-02-28T02:58:15.834" v="360"/>
          <ac:inkMkLst>
            <pc:docMk/>
            <pc:sldMk cId="2216196353" sldId="388"/>
            <ac:inkMk id="161" creationId="{1146015D-04C5-4BD0-B84D-4FD34358BF2E}"/>
          </ac:inkMkLst>
        </pc:inkChg>
        <pc:inkChg chg="add del">
          <ac:chgData name="Dr.Sugata Gangopadhyay" userId="5fbd9f87-0a98-489d-9d45-82abac52020a" providerId="ADAL" clId="{C3806F70-F0F3-4FA4-A822-20A3C94AFC14}" dt="2025-02-28T02:57:49.115" v="353"/>
          <ac:inkMkLst>
            <pc:docMk/>
            <pc:sldMk cId="2216196353" sldId="388"/>
            <ac:inkMk id="162" creationId="{680DD884-2EE1-49AF-A0E7-25FB9DA47958}"/>
          </ac:inkMkLst>
        </pc:inkChg>
        <pc:inkChg chg="add del">
          <ac:chgData name="Dr.Sugata Gangopadhyay" userId="5fbd9f87-0a98-489d-9d45-82abac52020a" providerId="ADAL" clId="{C3806F70-F0F3-4FA4-A822-20A3C94AFC14}" dt="2025-02-28T02:57:50.385" v="355"/>
          <ac:inkMkLst>
            <pc:docMk/>
            <pc:sldMk cId="2216196353" sldId="388"/>
            <ac:inkMk id="163" creationId="{C8044010-5A90-42C7-B769-5F80ECBA2D8D}"/>
          </ac:inkMkLst>
        </pc:inkChg>
        <pc:inkChg chg="add del">
          <ac:chgData name="Dr.Sugata Gangopadhyay" userId="5fbd9f87-0a98-489d-9d45-82abac52020a" providerId="ADAL" clId="{C3806F70-F0F3-4FA4-A822-20A3C94AFC14}" dt="2025-02-28T02:57:50.385" v="355"/>
          <ac:inkMkLst>
            <pc:docMk/>
            <pc:sldMk cId="2216196353" sldId="388"/>
            <ac:inkMk id="164" creationId="{34394587-91E0-4720-84C5-0CCD6F480B25}"/>
          </ac:inkMkLst>
        </pc:inkChg>
        <pc:inkChg chg="add del">
          <ac:chgData name="Dr.Sugata Gangopadhyay" userId="5fbd9f87-0a98-489d-9d45-82abac52020a" providerId="ADAL" clId="{C3806F70-F0F3-4FA4-A822-20A3C94AFC14}" dt="2025-02-28T02:57:52.417" v="358"/>
          <ac:inkMkLst>
            <pc:docMk/>
            <pc:sldMk cId="2216196353" sldId="388"/>
            <ac:inkMk id="165" creationId="{D9A6A496-92C9-4085-942C-97B4A6E741AF}"/>
          </ac:inkMkLst>
        </pc:inkChg>
        <pc:inkChg chg="add del">
          <ac:chgData name="Dr.Sugata Gangopadhyay" userId="5fbd9f87-0a98-489d-9d45-82abac52020a" providerId="ADAL" clId="{C3806F70-F0F3-4FA4-A822-20A3C94AFC14}" dt="2025-02-28T02:57:52.417" v="358"/>
          <ac:inkMkLst>
            <pc:docMk/>
            <pc:sldMk cId="2216196353" sldId="388"/>
            <ac:inkMk id="166" creationId="{B500430A-A27B-4C2C-B4A5-A1D790D5F0BC}"/>
          </ac:inkMkLst>
        </pc:inkChg>
        <pc:inkChg chg="add del">
          <ac:chgData name="Dr.Sugata Gangopadhyay" userId="5fbd9f87-0a98-489d-9d45-82abac52020a" providerId="ADAL" clId="{C3806F70-F0F3-4FA4-A822-20A3C94AFC14}" dt="2025-02-28T02:57:52.417" v="358"/>
          <ac:inkMkLst>
            <pc:docMk/>
            <pc:sldMk cId="2216196353" sldId="388"/>
            <ac:inkMk id="167" creationId="{D5F2D227-7DBD-4EE2-BAEB-12DFEC9235CA}"/>
          </ac:inkMkLst>
        </pc:inkChg>
        <pc:inkChg chg="add del">
          <ac:chgData name="Dr.Sugata Gangopadhyay" userId="5fbd9f87-0a98-489d-9d45-82abac52020a" providerId="ADAL" clId="{C3806F70-F0F3-4FA4-A822-20A3C94AFC14}" dt="2025-02-28T02:58:15.834" v="360"/>
          <ac:inkMkLst>
            <pc:docMk/>
            <pc:sldMk cId="2216196353" sldId="388"/>
            <ac:inkMk id="168" creationId="{F6ED94FE-469E-4771-982F-B5774574DA43}"/>
          </ac:inkMkLst>
        </pc:inkChg>
        <pc:inkChg chg="add del">
          <ac:chgData name="Dr.Sugata Gangopadhyay" userId="5fbd9f87-0a98-489d-9d45-82abac52020a" providerId="ADAL" clId="{C3806F70-F0F3-4FA4-A822-20A3C94AFC14}" dt="2025-02-28T02:58:15.834" v="360"/>
          <ac:inkMkLst>
            <pc:docMk/>
            <pc:sldMk cId="2216196353" sldId="388"/>
            <ac:inkMk id="169" creationId="{3F329F16-DCFE-4B34-81CD-E60AA437ABFB}"/>
          </ac:inkMkLst>
        </pc:inkChg>
        <pc:inkChg chg="add del">
          <ac:chgData name="Dr.Sugata Gangopadhyay" userId="5fbd9f87-0a98-489d-9d45-82abac52020a" providerId="ADAL" clId="{C3806F70-F0F3-4FA4-A822-20A3C94AFC14}" dt="2025-02-28T02:58:31.416" v="362"/>
          <ac:inkMkLst>
            <pc:docMk/>
            <pc:sldMk cId="2216196353" sldId="388"/>
            <ac:inkMk id="170" creationId="{0CEB5244-FEF5-4F86-BB64-409A05FBC6E9}"/>
          </ac:inkMkLst>
        </pc:inkChg>
        <pc:inkChg chg="add del">
          <ac:chgData name="Dr.Sugata Gangopadhyay" userId="5fbd9f87-0a98-489d-9d45-82abac52020a" providerId="ADAL" clId="{C3806F70-F0F3-4FA4-A822-20A3C94AFC14}" dt="2025-02-28T02:58:31.416" v="362"/>
          <ac:inkMkLst>
            <pc:docMk/>
            <pc:sldMk cId="2216196353" sldId="388"/>
            <ac:inkMk id="171" creationId="{D4FFC7F4-210F-461C-B2AC-4D1F9CFFD8AF}"/>
          </ac:inkMkLst>
        </pc:inkChg>
        <pc:inkChg chg="add del">
          <ac:chgData name="Dr.Sugata Gangopadhyay" userId="5fbd9f87-0a98-489d-9d45-82abac52020a" providerId="ADAL" clId="{C3806F70-F0F3-4FA4-A822-20A3C94AFC14}" dt="2025-02-28T02:58:33.745" v="364"/>
          <ac:inkMkLst>
            <pc:docMk/>
            <pc:sldMk cId="2216196353" sldId="388"/>
            <ac:inkMk id="172" creationId="{5320B542-7B5A-4998-8655-9AACFAD167AD}"/>
          </ac:inkMkLst>
        </pc:inkChg>
        <pc:inkChg chg="add del">
          <ac:chgData name="Dr.Sugata Gangopadhyay" userId="5fbd9f87-0a98-489d-9d45-82abac52020a" providerId="ADAL" clId="{C3806F70-F0F3-4FA4-A822-20A3C94AFC14}" dt="2025-02-28T02:58:33.745" v="364"/>
          <ac:inkMkLst>
            <pc:docMk/>
            <pc:sldMk cId="2216196353" sldId="388"/>
            <ac:inkMk id="173" creationId="{EAD1780F-951E-4114-B138-D898FCC5621B}"/>
          </ac:inkMkLst>
        </pc:inkChg>
        <pc:inkChg chg="add del">
          <ac:chgData name="Dr.Sugata Gangopadhyay" userId="5fbd9f87-0a98-489d-9d45-82abac52020a" providerId="ADAL" clId="{C3806F70-F0F3-4FA4-A822-20A3C94AFC14}" dt="2025-02-28T02:58:44.734" v="366"/>
          <ac:inkMkLst>
            <pc:docMk/>
            <pc:sldMk cId="2216196353" sldId="388"/>
            <ac:inkMk id="174" creationId="{F8174DCA-3554-4862-9179-9880891D1D26}"/>
          </ac:inkMkLst>
        </pc:inkChg>
        <pc:inkChg chg="add del">
          <ac:chgData name="Dr.Sugata Gangopadhyay" userId="5fbd9f87-0a98-489d-9d45-82abac52020a" providerId="ADAL" clId="{C3806F70-F0F3-4FA4-A822-20A3C94AFC14}" dt="2025-02-28T02:58:44.734" v="366"/>
          <ac:inkMkLst>
            <pc:docMk/>
            <pc:sldMk cId="2216196353" sldId="388"/>
            <ac:inkMk id="175" creationId="{6C62A7B3-3220-4666-B870-6005758F1812}"/>
          </ac:inkMkLst>
        </pc:inkChg>
        <pc:inkChg chg="add del">
          <ac:chgData name="Dr.Sugata Gangopadhyay" userId="5fbd9f87-0a98-489d-9d45-82abac52020a" providerId="ADAL" clId="{C3806F70-F0F3-4FA4-A822-20A3C94AFC14}" dt="2025-02-28T02:59:27.961" v="371"/>
          <ac:inkMkLst>
            <pc:docMk/>
            <pc:sldMk cId="2216196353" sldId="388"/>
            <ac:inkMk id="176" creationId="{A5B0A0EF-EFAE-4652-9F96-F221F1CE304D}"/>
          </ac:inkMkLst>
        </pc:inkChg>
        <pc:inkChg chg="add del">
          <ac:chgData name="Dr.Sugata Gangopadhyay" userId="5fbd9f87-0a98-489d-9d45-82abac52020a" providerId="ADAL" clId="{C3806F70-F0F3-4FA4-A822-20A3C94AFC14}" dt="2025-02-28T02:59:27.961" v="371"/>
          <ac:inkMkLst>
            <pc:docMk/>
            <pc:sldMk cId="2216196353" sldId="388"/>
            <ac:inkMk id="177" creationId="{99B7E54C-40DE-4CB7-8486-14C6CFF04C49}"/>
          </ac:inkMkLst>
        </pc:inkChg>
        <pc:inkChg chg="add del">
          <ac:chgData name="Dr.Sugata Gangopadhyay" userId="5fbd9f87-0a98-489d-9d45-82abac52020a" providerId="ADAL" clId="{C3806F70-F0F3-4FA4-A822-20A3C94AFC14}" dt="2025-02-28T02:59:27.961" v="371"/>
          <ac:inkMkLst>
            <pc:docMk/>
            <pc:sldMk cId="2216196353" sldId="388"/>
            <ac:inkMk id="178" creationId="{FAEF7F1D-4897-4FCB-B703-DCEB7B00D5D8}"/>
          </ac:inkMkLst>
        </pc:inkChg>
        <pc:inkChg chg="add del">
          <ac:chgData name="Dr.Sugata Gangopadhyay" userId="5fbd9f87-0a98-489d-9d45-82abac52020a" providerId="ADAL" clId="{C3806F70-F0F3-4FA4-A822-20A3C94AFC14}" dt="2025-02-28T02:59:27.961" v="371"/>
          <ac:inkMkLst>
            <pc:docMk/>
            <pc:sldMk cId="2216196353" sldId="388"/>
            <ac:inkMk id="179" creationId="{4400C3EF-FC6B-420F-A4DF-4CF54B43821D}"/>
          </ac:inkMkLst>
        </pc:inkChg>
        <pc:inkChg chg="add del">
          <ac:chgData name="Dr.Sugata Gangopadhyay" userId="5fbd9f87-0a98-489d-9d45-82abac52020a" providerId="ADAL" clId="{C3806F70-F0F3-4FA4-A822-20A3C94AFC14}" dt="2025-02-28T02:59:27.961" v="371"/>
          <ac:inkMkLst>
            <pc:docMk/>
            <pc:sldMk cId="2216196353" sldId="388"/>
            <ac:inkMk id="180" creationId="{CDE51916-8447-4641-A2D7-F63941D8BDAC}"/>
          </ac:inkMkLst>
        </pc:inkChg>
        <pc:inkChg chg="add del">
          <ac:chgData name="Dr.Sugata Gangopadhyay" userId="5fbd9f87-0a98-489d-9d45-82abac52020a" providerId="ADAL" clId="{C3806F70-F0F3-4FA4-A822-20A3C94AFC14}" dt="2025-02-28T02:59:31.097" v="376"/>
          <ac:inkMkLst>
            <pc:docMk/>
            <pc:sldMk cId="2216196353" sldId="388"/>
            <ac:inkMk id="181" creationId="{2C5DB128-27E4-415D-8C31-A0B367231CE4}"/>
          </ac:inkMkLst>
        </pc:inkChg>
        <pc:inkChg chg="add del">
          <ac:chgData name="Dr.Sugata Gangopadhyay" userId="5fbd9f87-0a98-489d-9d45-82abac52020a" providerId="ADAL" clId="{C3806F70-F0F3-4FA4-A822-20A3C94AFC14}" dt="2025-02-28T02:59:31.097" v="376"/>
          <ac:inkMkLst>
            <pc:docMk/>
            <pc:sldMk cId="2216196353" sldId="388"/>
            <ac:inkMk id="182" creationId="{AB3E632A-9484-41E2-A6A2-EE2B351B631F}"/>
          </ac:inkMkLst>
        </pc:inkChg>
        <pc:inkChg chg="add del">
          <ac:chgData name="Dr.Sugata Gangopadhyay" userId="5fbd9f87-0a98-489d-9d45-82abac52020a" providerId="ADAL" clId="{C3806F70-F0F3-4FA4-A822-20A3C94AFC14}" dt="2025-02-28T02:59:31.097" v="376"/>
          <ac:inkMkLst>
            <pc:docMk/>
            <pc:sldMk cId="2216196353" sldId="388"/>
            <ac:inkMk id="183" creationId="{FD82F515-859C-404E-8A5E-1F1055C458D1}"/>
          </ac:inkMkLst>
        </pc:inkChg>
        <pc:inkChg chg="add del">
          <ac:chgData name="Dr.Sugata Gangopadhyay" userId="5fbd9f87-0a98-489d-9d45-82abac52020a" providerId="ADAL" clId="{C3806F70-F0F3-4FA4-A822-20A3C94AFC14}" dt="2025-02-28T02:59:31.097" v="376"/>
          <ac:inkMkLst>
            <pc:docMk/>
            <pc:sldMk cId="2216196353" sldId="388"/>
            <ac:inkMk id="184" creationId="{5D29948B-FAB5-43A3-9988-D8D7EBB6365D}"/>
          </ac:inkMkLst>
        </pc:inkChg>
        <pc:inkChg chg="add del">
          <ac:chgData name="Dr.Sugata Gangopadhyay" userId="5fbd9f87-0a98-489d-9d45-82abac52020a" providerId="ADAL" clId="{C3806F70-F0F3-4FA4-A822-20A3C94AFC14}" dt="2025-02-28T02:59:31.097" v="376"/>
          <ac:inkMkLst>
            <pc:docMk/>
            <pc:sldMk cId="2216196353" sldId="388"/>
            <ac:inkMk id="185" creationId="{A2E01AD9-0265-4F30-B146-FEF619919650}"/>
          </ac:inkMkLst>
        </pc:inkChg>
        <pc:inkChg chg="add del">
          <ac:chgData name="Dr.Sugata Gangopadhyay" userId="5fbd9f87-0a98-489d-9d45-82abac52020a" providerId="ADAL" clId="{C3806F70-F0F3-4FA4-A822-20A3C94AFC14}" dt="2025-02-28T02:59:33.574" v="382"/>
          <ac:inkMkLst>
            <pc:docMk/>
            <pc:sldMk cId="2216196353" sldId="388"/>
            <ac:inkMk id="186" creationId="{0D86CC2F-614D-40F1-B247-1AEE42ACB405}"/>
          </ac:inkMkLst>
        </pc:inkChg>
        <pc:inkChg chg="add del">
          <ac:chgData name="Dr.Sugata Gangopadhyay" userId="5fbd9f87-0a98-489d-9d45-82abac52020a" providerId="ADAL" clId="{C3806F70-F0F3-4FA4-A822-20A3C94AFC14}" dt="2025-02-28T02:59:33.574" v="382"/>
          <ac:inkMkLst>
            <pc:docMk/>
            <pc:sldMk cId="2216196353" sldId="388"/>
            <ac:inkMk id="187" creationId="{E62E85BB-5435-4AD7-8DBB-20A889C41C51}"/>
          </ac:inkMkLst>
        </pc:inkChg>
        <pc:inkChg chg="add del">
          <ac:chgData name="Dr.Sugata Gangopadhyay" userId="5fbd9f87-0a98-489d-9d45-82abac52020a" providerId="ADAL" clId="{C3806F70-F0F3-4FA4-A822-20A3C94AFC14}" dt="2025-02-28T02:59:33.574" v="382"/>
          <ac:inkMkLst>
            <pc:docMk/>
            <pc:sldMk cId="2216196353" sldId="388"/>
            <ac:inkMk id="188" creationId="{8DCF1E9B-8DD9-4852-9CFD-F024B19A5A6A}"/>
          </ac:inkMkLst>
        </pc:inkChg>
        <pc:inkChg chg="add del">
          <ac:chgData name="Dr.Sugata Gangopadhyay" userId="5fbd9f87-0a98-489d-9d45-82abac52020a" providerId="ADAL" clId="{C3806F70-F0F3-4FA4-A822-20A3C94AFC14}" dt="2025-02-28T02:59:33.574" v="382"/>
          <ac:inkMkLst>
            <pc:docMk/>
            <pc:sldMk cId="2216196353" sldId="388"/>
            <ac:inkMk id="189" creationId="{1637354D-8950-40EF-814F-3B649D1BF25A}"/>
          </ac:inkMkLst>
        </pc:inkChg>
        <pc:inkChg chg="add del">
          <ac:chgData name="Dr.Sugata Gangopadhyay" userId="5fbd9f87-0a98-489d-9d45-82abac52020a" providerId="ADAL" clId="{C3806F70-F0F3-4FA4-A822-20A3C94AFC14}" dt="2025-02-28T02:59:33.574" v="382"/>
          <ac:inkMkLst>
            <pc:docMk/>
            <pc:sldMk cId="2216196353" sldId="388"/>
            <ac:inkMk id="190" creationId="{396CD908-AACE-4948-A716-AD684C7689BA}"/>
          </ac:inkMkLst>
        </pc:inkChg>
        <pc:inkChg chg="add del">
          <ac:chgData name="Dr.Sugata Gangopadhyay" userId="5fbd9f87-0a98-489d-9d45-82abac52020a" providerId="ADAL" clId="{C3806F70-F0F3-4FA4-A822-20A3C94AFC14}" dt="2025-02-28T02:59:33.574" v="382"/>
          <ac:inkMkLst>
            <pc:docMk/>
            <pc:sldMk cId="2216196353" sldId="388"/>
            <ac:inkMk id="191" creationId="{2E9070E4-C36B-4C22-A9C6-3AA803ED4C95}"/>
          </ac:inkMkLst>
        </pc:inkChg>
        <pc:inkChg chg="add del">
          <ac:chgData name="Dr.Sugata Gangopadhyay" userId="5fbd9f87-0a98-489d-9d45-82abac52020a" providerId="ADAL" clId="{C3806F70-F0F3-4FA4-A822-20A3C94AFC14}" dt="2025-02-28T03:00:12.991" v="384"/>
          <ac:inkMkLst>
            <pc:docMk/>
            <pc:sldMk cId="2216196353" sldId="388"/>
            <ac:inkMk id="192" creationId="{953F0955-4FD1-4BF3-837E-CF69BBBB0ECB}"/>
          </ac:inkMkLst>
        </pc:inkChg>
        <pc:inkChg chg="add del">
          <ac:chgData name="Dr.Sugata Gangopadhyay" userId="5fbd9f87-0a98-489d-9d45-82abac52020a" providerId="ADAL" clId="{C3806F70-F0F3-4FA4-A822-20A3C94AFC14}" dt="2025-02-28T03:00:12.991" v="384"/>
          <ac:inkMkLst>
            <pc:docMk/>
            <pc:sldMk cId="2216196353" sldId="388"/>
            <ac:inkMk id="193" creationId="{75102BAD-5AFF-4484-80E6-3420F59FCCB8}"/>
          </ac:inkMkLst>
        </pc:inkChg>
        <pc:inkChg chg="add del">
          <ac:chgData name="Dr.Sugata Gangopadhyay" userId="5fbd9f87-0a98-489d-9d45-82abac52020a" providerId="ADAL" clId="{C3806F70-F0F3-4FA4-A822-20A3C94AFC14}" dt="2025-02-28T03:00:59.922" v="388"/>
          <ac:inkMkLst>
            <pc:docMk/>
            <pc:sldMk cId="2216196353" sldId="388"/>
            <ac:inkMk id="194" creationId="{FD0D1887-568E-439F-9F73-A99860B32506}"/>
          </ac:inkMkLst>
        </pc:inkChg>
        <pc:inkChg chg="add del">
          <ac:chgData name="Dr.Sugata Gangopadhyay" userId="5fbd9f87-0a98-489d-9d45-82abac52020a" providerId="ADAL" clId="{C3806F70-F0F3-4FA4-A822-20A3C94AFC14}" dt="2025-02-28T03:00:59.922" v="388"/>
          <ac:inkMkLst>
            <pc:docMk/>
            <pc:sldMk cId="2216196353" sldId="388"/>
            <ac:inkMk id="195" creationId="{D6B659B9-BDF2-4822-8072-32E147930D26}"/>
          </ac:inkMkLst>
        </pc:inkChg>
        <pc:inkChg chg="add del">
          <ac:chgData name="Dr.Sugata Gangopadhyay" userId="5fbd9f87-0a98-489d-9d45-82abac52020a" providerId="ADAL" clId="{C3806F70-F0F3-4FA4-A822-20A3C94AFC14}" dt="2025-02-28T03:00:59.922" v="388"/>
          <ac:inkMkLst>
            <pc:docMk/>
            <pc:sldMk cId="2216196353" sldId="388"/>
            <ac:inkMk id="196" creationId="{DE8A2175-08BD-4F13-9881-AE15923CB0D4}"/>
          </ac:inkMkLst>
        </pc:inkChg>
        <pc:inkChg chg="add del">
          <ac:chgData name="Dr.Sugata Gangopadhyay" userId="5fbd9f87-0a98-489d-9d45-82abac52020a" providerId="ADAL" clId="{C3806F70-F0F3-4FA4-A822-20A3C94AFC14}" dt="2025-02-28T03:00:59.922" v="388"/>
          <ac:inkMkLst>
            <pc:docMk/>
            <pc:sldMk cId="2216196353" sldId="388"/>
            <ac:inkMk id="197" creationId="{DC1C460A-E6B3-4002-9416-B5BF2B263CFD}"/>
          </ac:inkMkLst>
        </pc:inkChg>
        <pc:inkChg chg="add">
          <ac:chgData name="Dr.Sugata Gangopadhyay" userId="5fbd9f87-0a98-489d-9d45-82abac52020a" providerId="ADAL" clId="{C3806F70-F0F3-4FA4-A822-20A3C94AFC14}" dt="2025-02-28T03:00:59.922" v="388"/>
          <ac:inkMkLst>
            <pc:docMk/>
            <pc:sldMk cId="2216196353" sldId="388"/>
            <ac:inkMk id="198" creationId="{B3CC0DE0-E635-4DC7-9C0C-593501468465}"/>
          </ac:inkMkLst>
        </pc:inkChg>
      </pc:sldChg>
      <pc:sldChg chg="addSp delSp add">
        <pc:chgData name="Dr.Sugata Gangopadhyay" userId="5fbd9f87-0a98-489d-9d45-82abac52020a" providerId="ADAL" clId="{C3806F70-F0F3-4FA4-A822-20A3C94AFC14}" dt="2025-02-28T03:08:44.230" v="602"/>
        <pc:sldMkLst>
          <pc:docMk/>
          <pc:sldMk cId="2902307060" sldId="389"/>
        </pc:sldMkLst>
        <pc:inkChg chg="add del">
          <ac:chgData name="Dr.Sugata Gangopadhyay" userId="5fbd9f87-0a98-489d-9d45-82abac52020a" providerId="ADAL" clId="{C3806F70-F0F3-4FA4-A822-20A3C94AFC14}" dt="2025-02-28T03:04:43.936" v="397"/>
          <ac:inkMkLst>
            <pc:docMk/>
            <pc:sldMk cId="2902307060" sldId="389"/>
            <ac:inkMk id="2" creationId="{D245A90A-BCEC-4BC7-8242-78E342663DC7}"/>
          </ac:inkMkLst>
        </pc:inkChg>
        <pc:inkChg chg="add del">
          <ac:chgData name="Dr.Sugata Gangopadhyay" userId="5fbd9f87-0a98-489d-9d45-82abac52020a" providerId="ADAL" clId="{C3806F70-F0F3-4FA4-A822-20A3C94AFC14}" dt="2025-02-28T03:04:43.936" v="397"/>
          <ac:inkMkLst>
            <pc:docMk/>
            <pc:sldMk cId="2902307060" sldId="389"/>
            <ac:inkMk id="3" creationId="{842CA378-9D87-490C-957B-83E85207BF47}"/>
          </ac:inkMkLst>
        </pc:inkChg>
        <pc:inkChg chg="add del">
          <ac:chgData name="Dr.Sugata Gangopadhyay" userId="5fbd9f87-0a98-489d-9d45-82abac52020a" providerId="ADAL" clId="{C3806F70-F0F3-4FA4-A822-20A3C94AFC14}" dt="2025-02-28T03:04:43.936" v="397"/>
          <ac:inkMkLst>
            <pc:docMk/>
            <pc:sldMk cId="2902307060" sldId="389"/>
            <ac:inkMk id="4" creationId="{B15149BC-05B7-4051-8F92-BDF500152F90}"/>
          </ac:inkMkLst>
        </pc:inkChg>
        <pc:inkChg chg="add del">
          <ac:chgData name="Dr.Sugata Gangopadhyay" userId="5fbd9f87-0a98-489d-9d45-82abac52020a" providerId="ADAL" clId="{C3806F70-F0F3-4FA4-A822-20A3C94AFC14}" dt="2025-02-28T03:04:43.936" v="397"/>
          <ac:inkMkLst>
            <pc:docMk/>
            <pc:sldMk cId="2902307060" sldId="389"/>
            <ac:inkMk id="5" creationId="{7C900A4E-FFEC-46E2-AB69-77BF8830284C}"/>
          </ac:inkMkLst>
        </pc:inkChg>
        <pc:inkChg chg="add del">
          <ac:chgData name="Dr.Sugata Gangopadhyay" userId="5fbd9f87-0a98-489d-9d45-82abac52020a" providerId="ADAL" clId="{C3806F70-F0F3-4FA4-A822-20A3C94AFC14}" dt="2025-02-28T03:04:43.936" v="397"/>
          <ac:inkMkLst>
            <pc:docMk/>
            <pc:sldMk cId="2902307060" sldId="389"/>
            <ac:inkMk id="6" creationId="{B4A8D812-7343-48E1-B880-ADD03C302013}"/>
          </ac:inkMkLst>
        </pc:inkChg>
        <pc:inkChg chg="add del">
          <ac:chgData name="Dr.Sugata Gangopadhyay" userId="5fbd9f87-0a98-489d-9d45-82abac52020a" providerId="ADAL" clId="{C3806F70-F0F3-4FA4-A822-20A3C94AFC14}" dt="2025-02-28T03:04:43.936" v="397"/>
          <ac:inkMkLst>
            <pc:docMk/>
            <pc:sldMk cId="2902307060" sldId="389"/>
            <ac:inkMk id="7" creationId="{EB9B993D-33A2-4255-961C-82E4651864D9}"/>
          </ac:inkMkLst>
        </pc:inkChg>
        <pc:inkChg chg="add del">
          <ac:chgData name="Dr.Sugata Gangopadhyay" userId="5fbd9f87-0a98-489d-9d45-82abac52020a" providerId="ADAL" clId="{C3806F70-F0F3-4FA4-A822-20A3C94AFC14}" dt="2025-02-28T03:04:46.898" v="403"/>
          <ac:inkMkLst>
            <pc:docMk/>
            <pc:sldMk cId="2902307060" sldId="389"/>
            <ac:inkMk id="8" creationId="{4397B329-1DF8-45F0-9129-F78444399FF6}"/>
          </ac:inkMkLst>
        </pc:inkChg>
        <pc:inkChg chg="add del">
          <ac:chgData name="Dr.Sugata Gangopadhyay" userId="5fbd9f87-0a98-489d-9d45-82abac52020a" providerId="ADAL" clId="{C3806F70-F0F3-4FA4-A822-20A3C94AFC14}" dt="2025-02-28T03:04:46.898" v="403"/>
          <ac:inkMkLst>
            <pc:docMk/>
            <pc:sldMk cId="2902307060" sldId="389"/>
            <ac:inkMk id="9" creationId="{D631A1FA-63B6-460D-89C3-A59FFBDF095E}"/>
          </ac:inkMkLst>
        </pc:inkChg>
        <pc:inkChg chg="add del">
          <ac:chgData name="Dr.Sugata Gangopadhyay" userId="5fbd9f87-0a98-489d-9d45-82abac52020a" providerId="ADAL" clId="{C3806F70-F0F3-4FA4-A822-20A3C94AFC14}" dt="2025-02-28T03:04:46.898" v="403"/>
          <ac:inkMkLst>
            <pc:docMk/>
            <pc:sldMk cId="2902307060" sldId="389"/>
            <ac:inkMk id="10" creationId="{F9FE7084-854A-4DAE-A153-2FF5E0316D5D}"/>
          </ac:inkMkLst>
        </pc:inkChg>
        <pc:inkChg chg="add del">
          <ac:chgData name="Dr.Sugata Gangopadhyay" userId="5fbd9f87-0a98-489d-9d45-82abac52020a" providerId="ADAL" clId="{C3806F70-F0F3-4FA4-A822-20A3C94AFC14}" dt="2025-02-28T03:04:46.898" v="403"/>
          <ac:inkMkLst>
            <pc:docMk/>
            <pc:sldMk cId="2902307060" sldId="389"/>
            <ac:inkMk id="11" creationId="{BA3A7758-8179-482E-AA29-DC7F18BB7D92}"/>
          </ac:inkMkLst>
        </pc:inkChg>
        <pc:inkChg chg="add del">
          <ac:chgData name="Dr.Sugata Gangopadhyay" userId="5fbd9f87-0a98-489d-9d45-82abac52020a" providerId="ADAL" clId="{C3806F70-F0F3-4FA4-A822-20A3C94AFC14}" dt="2025-02-28T03:04:46.898" v="403"/>
          <ac:inkMkLst>
            <pc:docMk/>
            <pc:sldMk cId="2902307060" sldId="389"/>
            <ac:inkMk id="12" creationId="{D101A703-1BE1-4342-BCD3-867381CAC097}"/>
          </ac:inkMkLst>
        </pc:inkChg>
        <pc:inkChg chg="add del">
          <ac:chgData name="Dr.Sugata Gangopadhyay" userId="5fbd9f87-0a98-489d-9d45-82abac52020a" providerId="ADAL" clId="{C3806F70-F0F3-4FA4-A822-20A3C94AFC14}" dt="2025-02-28T03:04:46.898" v="403"/>
          <ac:inkMkLst>
            <pc:docMk/>
            <pc:sldMk cId="2902307060" sldId="389"/>
            <ac:inkMk id="13" creationId="{736A5D09-2706-42FB-A1B9-60908314B291}"/>
          </ac:inkMkLst>
        </pc:inkChg>
        <pc:inkChg chg="add del">
          <ac:chgData name="Dr.Sugata Gangopadhyay" userId="5fbd9f87-0a98-489d-9d45-82abac52020a" providerId="ADAL" clId="{C3806F70-F0F3-4FA4-A822-20A3C94AFC14}" dt="2025-02-28T03:04:48.915" v="407"/>
          <ac:inkMkLst>
            <pc:docMk/>
            <pc:sldMk cId="2902307060" sldId="389"/>
            <ac:inkMk id="14" creationId="{2B068F46-17D2-4872-BD5F-FFD6112A5DA7}"/>
          </ac:inkMkLst>
        </pc:inkChg>
        <pc:inkChg chg="add del">
          <ac:chgData name="Dr.Sugata Gangopadhyay" userId="5fbd9f87-0a98-489d-9d45-82abac52020a" providerId="ADAL" clId="{C3806F70-F0F3-4FA4-A822-20A3C94AFC14}" dt="2025-02-28T03:04:48.915" v="407"/>
          <ac:inkMkLst>
            <pc:docMk/>
            <pc:sldMk cId="2902307060" sldId="389"/>
            <ac:inkMk id="15" creationId="{BA7001C8-2707-4A56-AD2B-17C154E8186D}"/>
          </ac:inkMkLst>
        </pc:inkChg>
        <pc:inkChg chg="add del">
          <ac:chgData name="Dr.Sugata Gangopadhyay" userId="5fbd9f87-0a98-489d-9d45-82abac52020a" providerId="ADAL" clId="{C3806F70-F0F3-4FA4-A822-20A3C94AFC14}" dt="2025-02-28T03:04:48.915" v="407"/>
          <ac:inkMkLst>
            <pc:docMk/>
            <pc:sldMk cId="2902307060" sldId="389"/>
            <ac:inkMk id="16" creationId="{000737D2-2B2F-492C-B6DC-5FBC1B7DB0DD}"/>
          </ac:inkMkLst>
        </pc:inkChg>
        <pc:inkChg chg="add del">
          <ac:chgData name="Dr.Sugata Gangopadhyay" userId="5fbd9f87-0a98-489d-9d45-82abac52020a" providerId="ADAL" clId="{C3806F70-F0F3-4FA4-A822-20A3C94AFC14}" dt="2025-02-28T03:04:48.915" v="407"/>
          <ac:inkMkLst>
            <pc:docMk/>
            <pc:sldMk cId="2902307060" sldId="389"/>
            <ac:inkMk id="17" creationId="{BEE2B07A-0476-410A-B1F9-A751F66BE41F}"/>
          </ac:inkMkLst>
        </pc:inkChg>
        <pc:inkChg chg="add">
          <ac:chgData name="Dr.Sugata Gangopadhyay" userId="5fbd9f87-0a98-489d-9d45-82abac52020a" providerId="ADAL" clId="{C3806F70-F0F3-4FA4-A822-20A3C94AFC14}" dt="2025-02-28T03:04:48.915" v="407"/>
          <ac:inkMkLst>
            <pc:docMk/>
            <pc:sldMk cId="2902307060" sldId="389"/>
            <ac:inkMk id="18" creationId="{542432B2-AD26-4BD3-AFAE-A6F96D83C8AF}"/>
          </ac:inkMkLst>
        </pc:inkChg>
        <pc:inkChg chg="add">
          <ac:chgData name="Dr.Sugata Gangopadhyay" userId="5fbd9f87-0a98-489d-9d45-82abac52020a" providerId="ADAL" clId="{C3806F70-F0F3-4FA4-A822-20A3C94AFC14}" dt="2025-02-28T03:04:48.920" v="408"/>
          <ac:inkMkLst>
            <pc:docMk/>
            <pc:sldMk cId="2902307060" sldId="389"/>
            <ac:inkMk id="19" creationId="{FF61CE5B-124C-4555-87D0-CE77AC32D4FB}"/>
          </ac:inkMkLst>
        </pc:inkChg>
        <pc:inkChg chg="add del">
          <ac:chgData name="Dr.Sugata Gangopadhyay" userId="5fbd9f87-0a98-489d-9d45-82abac52020a" providerId="ADAL" clId="{C3806F70-F0F3-4FA4-A822-20A3C94AFC14}" dt="2025-02-28T03:04:51.368" v="411"/>
          <ac:inkMkLst>
            <pc:docMk/>
            <pc:sldMk cId="2902307060" sldId="389"/>
            <ac:inkMk id="20" creationId="{D9CA8246-133B-4E25-AB3E-E10544D363BB}"/>
          </ac:inkMkLst>
        </pc:inkChg>
        <pc:inkChg chg="add del">
          <ac:chgData name="Dr.Sugata Gangopadhyay" userId="5fbd9f87-0a98-489d-9d45-82abac52020a" providerId="ADAL" clId="{C3806F70-F0F3-4FA4-A822-20A3C94AFC14}" dt="2025-02-28T03:04:51.368" v="411"/>
          <ac:inkMkLst>
            <pc:docMk/>
            <pc:sldMk cId="2902307060" sldId="389"/>
            <ac:inkMk id="21" creationId="{B6FA42FE-12C0-40BB-A0A2-63A06CAB54C7}"/>
          </ac:inkMkLst>
        </pc:inkChg>
        <pc:inkChg chg="add del">
          <ac:chgData name="Dr.Sugata Gangopadhyay" userId="5fbd9f87-0a98-489d-9d45-82abac52020a" providerId="ADAL" clId="{C3806F70-F0F3-4FA4-A822-20A3C94AFC14}" dt="2025-02-28T03:04:59.824" v="422"/>
          <ac:inkMkLst>
            <pc:docMk/>
            <pc:sldMk cId="2902307060" sldId="389"/>
            <ac:inkMk id="22" creationId="{748F8262-235B-42F7-88D9-7FD3C9CD3BE9}"/>
          </ac:inkMkLst>
        </pc:inkChg>
        <pc:inkChg chg="add del">
          <ac:chgData name="Dr.Sugata Gangopadhyay" userId="5fbd9f87-0a98-489d-9d45-82abac52020a" providerId="ADAL" clId="{C3806F70-F0F3-4FA4-A822-20A3C94AFC14}" dt="2025-02-28T03:04:59.824" v="422"/>
          <ac:inkMkLst>
            <pc:docMk/>
            <pc:sldMk cId="2902307060" sldId="389"/>
            <ac:inkMk id="23" creationId="{4A8FB71E-F812-4AEC-A620-19B3CE9E226A}"/>
          </ac:inkMkLst>
        </pc:inkChg>
        <pc:inkChg chg="add del">
          <ac:chgData name="Dr.Sugata Gangopadhyay" userId="5fbd9f87-0a98-489d-9d45-82abac52020a" providerId="ADAL" clId="{C3806F70-F0F3-4FA4-A822-20A3C94AFC14}" dt="2025-02-28T03:04:59.824" v="422"/>
          <ac:inkMkLst>
            <pc:docMk/>
            <pc:sldMk cId="2902307060" sldId="389"/>
            <ac:inkMk id="24" creationId="{0C3F4E79-1C3B-42A7-9B27-C4C887AC2131}"/>
          </ac:inkMkLst>
        </pc:inkChg>
        <pc:inkChg chg="add del">
          <ac:chgData name="Dr.Sugata Gangopadhyay" userId="5fbd9f87-0a98-489d-9d45-82abac52020a" providerId="ADAL" clId="{C3806F70-F0F3-4FA4-A822-20A3C94AFC14}" dt="2025-02-28T03:04:59.824" v="422"/>
          <ac:inkMkLst>
            <pc:docMk/>
            <pc:sldMk cId="2902307060" sldId="389"/>
            <ac:inkMk id="25" creationId="{735CC34E-B202-4A86-B5A5-8FB3837C0767}"/>
          </ac:inkMkLst>
        </pc:inkChg>
        <pc:inkChg chg="add del">
          <ac:chgData name="Dr.Sugata Gangopadhyay" userId="5fbd9f87-0a98-489d-9d45-82abac52020a" providerId="ADAL" clId="{C3806F70-F0F3-4FA4-A822-20A3C94AFC14}" dt="2025-02-28T03:04:59.824" v="422"/>
          <ac:inkMkLst>
            <pc:docMk/>
            <pc:sldMk cId="2902307060" sldId="389"/>
            <ac:inkMk id="26" creationId="{F57B185D-2E90-4143-8E77-7D7CAA996D92}"/>
          </ac:inkMkLst>
        </pc:inkChg>
        <pc:inkChg chg="add del">
          <ac:chgData name="Dr.Sugata Gangopadhyay" userId="5fbd9f87-0a98-489d-9d45-82abac52020a" providerId="ADAL" clId="{C3806F70-F0F3-4FA4-A822-20A3C94AFC14}" dt="2025-02-28T03:04:59.824" v="422"/>
          <ac:inkMkLst>
            <pc:docMk/>
            <pc:sldMk cId="2902307060" sldId="389"/>
            <ac:inkMk id="27" creationId="{C29FC1AC-EEE3-465C-871E-615F143088FD}"/>
          </ac:inkMkLst>
        </pc:inkChg>
        <pc:inkChg chg="add del">
          <ac:chgData name="Dr.Sugata Gangopadhyay" userId="5fbd9f87-0a98-489d-9d45-82abac52020a" providerId="ADAL" clId="{C3806F70-F0F3-4FA4-A822-20A3C94AFC14}" dt="2025-02-28T03:04:59.824" v="422"/>
          <ac:inkMkLst>
            <pc:docMk/>
            <pc:sldMk cId="2902307060" sldId="389"/>
            <ac:inkMk id="28" creationId="{84428F2D-7F61-4E49-B228-E4A59EF61CA3}"/>
          </ac:inkMkLst>
        </pc:inkChg>
        <pc:inkChg chg="add del">
          <ac:chgData name="Dr.Sugata Gangopadhyay" userId="5fbd9f87-0a98-489d-9d45-82abac52020a" providerId="ADAL" clId="{C3806F70-F0F3-4FA4-A822-20A3C94AFC14}" dt="2025-02-28T03:04:59.824" v="422"/>
          <ac:inkMkLst>
            <pc:docMk/>
            <pc:sldMk cId="2902307060" sldId="389"/>
            <ac:inkMk id="29" creationId="{C28541B4-EE23-4E66-997D-0A553FF109D6}"/>
          </ac:inkMkLst>
        </pc:inkChg>
        <pc:inkChg chg="add del">
          <ac:chgData name="Dr.Sugata Gangopadhyay" userId="5fbd9f87-0a98-489d-9d45-82abac52020a" providerId="ADAL" clId="{C3806F70-F0F3-4FA4-A822-20A3C94AFC14}" dt="2025-02-28T03:04:59.824" v="422"/>
          <ac:inkMkLst>
            <pc:docMk/>
            <pc:sldMk cId="2902307060" sldId="389"/>
            <ac:inkMk id="30" creationId="{3E02D37D-3F93-4668-A66B-CBE87E1BCB30}"/>
          </ac:inkMkLst>
        </pc:inkChg>
        <pc:inkChg chg="add del">
          <ac:chgData name="Dr.Sugata Gangopadhyay" userId="5fbd9f87-0a98-489d-9d45-82abac52020a" providerId="ADAL" clId="{C3806F70-F0F3-4FA4-A822-20A3C94AFC14}" dt="2025-02-28T03:04:59.824" v="422"/>
          <ac:inkMkLst>
            <pc:docMk/>
            <pc:sldMk cId="2902307060" sldId="389"/>
            <ac:inkMk id="31" creationId="{F633E0BA-C5E8-4347-AAE4-F3D4EACD5AB2}"/>
          </ac:inkMkLst>
        </pc:inkChg>
        <pc:inkChg chg="add del">
          <ac:chgData name="Dr.Sugata Gangopadhyay" userId="5fbd9f87-0a98-489d-9d45-82abac52020a" providerId="ADAL" clId="{C3806F70-F0F3-4FA4-A822-20A3C94AFC14}" dt="2025-02-28T03:04:59.824" v="422"/>
          <ac:inkMkLst>
            <pc:docMk/>
            <pc:sldMk cId="2902307060" sldId="389"/>
            <ac:inkMk id="32" creationId="{AB16BDA4-F22E-4593-A3E8-A78F344F6ABB}"/>
          </ac:inkMkLst>
        </pc:inkChg>
        <pc:inkChg chg="add del">
          <ac:chgData name="Dr.Sugata Gangopadhyay" userId="5fbd9f87-0a98-489d-9d45-82abac52020a" providerId="ADAL" clId="{C3806F70-F0F3-4FA4-A822-20A3C94AFC14}" dt="2025-02-28T03:05:27.043" v="467"/>
          <ac:inkMkLst>
            <pc:docMk/>
            <pc:sldMk cId="2902307060" sldId="389"/>
            <ac:inkMk id="33" creationId="{855F4AD0-A8D9-4C9F-B2E9-37B5A57CE854}"/>
          </ac:inkMkLst>
        </pc:inkChg>
        <pc:inkChg chg="add del">
          <ac:chgData name="Dr.Sugata Gangopadhyay" userId="5fbd9f87-0a98-489d-9d45-82abac52020a" providerId="ADAL" clId="{C3806F70-F0F3-4FA4-A822-20A3C94AFC14}" dt="2025-02-28T03:06:04.051" v="506"/>
          <ac:inkMkLst>
            <pc:docMk/>
            <pc:sldMk cId="2902307060" sldId="389"/>
            <ac:inkMk id="34" creationId="{E4882E21-5219-49A4-93B5-0C0389747999}"/>
          </ac:inkMkLst>
        </pc:inkChg>
        <pc:inkChg chg="add del">
          <ac:chgData name="Dr.Sugata Gangopadhyay" userId="5fbd9f87-0a98-489d-9d45-82abac52020a" providerId="ADAL" clId="{C3806F70-F0F3-4FA4-A822-20A3C94AFC14}" dt="2025-02-28T03:05:06.042" v="435"/>
          <ac:inkMkLst>
            <pc:docMk/>
            <pc:sldMk cId="2902307060" sldId="389"/>
            <ac:inkMk id="35" creationId="{D5BAFAA4-9FDB-4E99-90DB-2ED981CD299A}"/>
          </ac:inkMkLst>
        </pc:inkChg>
        <pc:inkChg chg="add del">
          <ac:chgData name="Dr.Sugata Gangopadhyay" userId="5fbd9f87-0a98-489d-9d45-82abac52020a" providerId="ADAL" clId="{C3806F70-F0F3-4FA4-A822-20A3C94AFC14}" dt="2025-02-28T03:05:06.042" v="435"/>
          <ac:inkMkLst>
            <pc:docMk/>
            <pc:sldMk cId="2902307060" sldId="389"/>
            <ac:inkMk id="36" creationId="{AC216E43-CA03-4621-880B-4B8E0335D62D}"/>
          </ac:inkMkLst>
        </pc:inkChg>
        <pc:inkChg chg="add del">
          <ac:chgData name="Dr.Sugata Gangopadhyay" userId="5fbd9f87-0a98-489d-9d45-82abac52020a" providerId="ADAL" clId="{C3806F70-F0F3-4FA4-A822-20A3C94AFC14}" dt="2025-02-28T03:05:06.042" v="435"/>
          <ac:inkMkLst>
            <pc:docMk/>
            <pc:sldMk cId="2902307060" sldId="389"/>
            <ac:inkMk id="37" creationId="{C0D141CD-B7A3-4129-B98C-9DFAFA5123C3}"/>
          </ac:inkMkLst>
        </pc:inkChg>
        <pc:inkChg chg="add del">
          <ac:chgData name="Dr.Sugata Gangopadhyay" userId="5fbd9f87-0a98-489d-9d45-82abac52020a" providerId="ADAL" clId="{C3806F70-F0F3-4FA4-A822-20A3C94AFC14}" dt="2025-02-28T03:05:06.042" v="435"/>
          <ac:inkMkLst>
            <pc:docMk/>
            <pc:sldMk cId="2902307060" sldId="389"/>
            <ac:inkMk id="38" creationId="{52CD7115-2B81-4D23-8EED-0F228B0220A8}"/>
          </ac:inkMkLst>
        </pc:inkChg>
        <pc:inkChg chg="add del">
          <ac:chgData name="Dr.Sugata Gangopadhyay" userId="5fbd9f87-0a98-489d-9d45-82abac52020a" providerId="ADAL" clId="{C3806F70-F0F3-4FA4-A822-20A3C94AFC14}" dt="2025-02-28T03:05:27.043" v="467"/>
          <ac:inkMkLst>
            <pc:docMk/>
            <pc:sldMk cId="2902307060" sldId="389"/>
            <ac:inkMk id="39" creationId="{EA5C0FD6-70F2-478B-997B-FF6B22211B85}"/>
          </ac:inkMkLst>
        </pc:inkChg>
        <pc:inkChg chg="add del">
          <ac:chgData name="Dr.Sugata Gangopadhyay" userId="5fbd9f87-0a98-489d-9d45-82abac52020a" providerId="ADAL" clId="{C3806F70-F0F3-4FA4-A822-20A3C94AFC14}" dt="2025-02-28T03:05:06.042" v="435"/>
          <ac:inkMkLst>
            <pc:docMk/>
            <pc:sldMk cId="2902307060" sldId="389"/>
            <ac:inkMk id="40" creationId="{70C97643-E20C-4FB8-90F3-7AFE5903B539}"/>
          </ac:inkMkLst>
        </pc:inkChg>
        <pc:inkChg chg="add del">
          <ac:chgData name="Dr.Sugata Gangopadhyay" userId="5fbd9f87-0a98-489d-9d45-82abac52020a" providerId="ADAL" clId="{C3806F70-F0F3-4FA4-A822-20A3C94AFC14}" dt="2025-02-28T03:05:06.042" v="435"/>
          <ac:inkMkLst>
            <pc:docMk/>
            <pc:sldMk cId="2902307060" sldId="389"/>
            <ac:inkMk id="41" creationId="{752A97C7-BE7D-49CE-B84A-CBFBBEE58C03}"/>
          </ac:inkMkLst>
        </pc:inkChg>
        <pc:inkChg chg="add del">
          <ac:chgData name="Dr.Sugata Gangopadhyay" userId="5fbd9f87-0a98-489d-9d45-82abac52020a" providerId="ADAL" clId="{C3806F70-F0F3-4FA4-A822-20A3C94AFC14}" dt="2025-02-28T03:05:06.042" v="435"/>
          <ac:inkMkLst>
            <pc:docMk/>
            <pc:sldMk cId="2902307060" sldId="389"/>
            <ac:inkMk id="42" creationId="{1158118F-806E-450B-B4B5-A2F51DEAF063}"/>
          </ac:inkMkLst>
        </pc:inkChg>
        <pc:inkChg chg="add del">
          <ac:chgData name="Dr.Sugata Gangopadhyay" userId="5fbd9f87-0a98-489d-9d45-82abac52020a" providerId="ADAL" clId="{C3806F70-F0F3-4FA4-A822-20A3C94AFC14}" dt="2025-02-28T03:05:06.042" v="435"/>
          <ac:inkMkLst>
            <pc:docMk/>
            <pc:sldMk cId="2902307060" sldId="389"/>
            <ac:inkMk id="43" creationId="{DE0052F1-58C5-43E4-A9CB-13EC0ABFD096}"/>
          </ac:inkMkLst>
        </pc:inkChg>
        <pc:inkChg chg="add del">
          <ac:chgData name="Dr.Sugata Gangopadhyay" userId="5fbd9f87-0a98-489d-9d45-82abac52020a" providerId="ADAL" clId="{C3806F70-F0F3-4FA4-A822-20A3C94AFC14}" dt="2025-02-28T03:05:06.042" v="435"/>
          <ac:inkMkLst>
            <pc:docMk/>
            <pc:sldMk cId="2902307060" sldId="389"/>
            <ac:inkMk id="44" creationId="{BBCED855-FA0F-4C4A-9041-D5CDC62CAD65}"/>
          </ac:inkMkLst>
        </pc:inkChg>
        <pc:inkChg chg="add del">
          <ac:chgData name="Dr.Sugata Gangopadhyay" userId="5fbd9f87-0a98-489d-9d45-82abac52020a" providerId="ADAL" clId="{C3806F70-F0F3-4FA4-A822-20A3C94AFC14}" dt="2025-02-28T03:05:06.042" v="435"/>
          <ac:inkMkLst>
            <pc:docMk/>
            <pc:sldMk cId="2902307060" sldId="389"/>
            <ac:inkMk id="45" creationId="{BA7FA8AF-ED13-4951-9D77-C2366EC2BB3C}"/>
          </ac:inkMkLst>
        </pc:inkChg>
        <pc:inkChg chg="add del">
          <ac:chgData name="Dr.Sugata Gangopadhyay" userId="5fbd9f87-0a98-489d-9d45-82abac52020a" providerId="ADAL" clId="{C3806F70-F0F3-4FA4-A822-20A3C94AFC14}" dt="2025-02-28T03:05:06.042" v="435"/>
          <ac:inkMkLst>
            <pc:docMk/>
            <pc:sldMk cId="2902307060" sldId="389"/>
            <ac:inkMk id="46" creationId="{0AB40E0A-0359-46B9-8EA4-167C8BECEFB6}"/>
          </ac:inkMkLst>
        </pc:inkChg>
        <pc:inkChg chg="add del">
          <ac:chgData name="Dr.Sugata Gangopadhyay" userId="5fbd9f87-0a98-489d-9d45-82abac52020a" providerId="ADAL" clId="{C3806F70-F0F3-4FA4-A822-20A3C94AFC14}" dt="2025-02-28T03:05:27.043" v="467"/>
          <ac:inkMkLst>
            <pc:docMk/>
            <pc:sldMk cId="2902307060" sldId="389"/>
            <ac:inkMk id="47" creationId="{E5D9BD36-96CF-42CA-B590-7A9204842CF1}"/>
          </ac:inkMkLst>
        </pc:inkChg>
        <pc:inkChg chg="add del">
          <ac:chgData name="Dr.Sugata Gangopadhyay" userId="5fbd9f87-0a98-489d-9d45-82abac52020a" providerId="ADAL" clId="{C3806F70-F0F3-4FA4-A822-20A3C94AFC14}" dt="2025-02-28T03:05:27.043" v="467"/>
          <ac:inkMkLst>
            <pc:docMk/>
            <pc:sldMk cId="2902307060" sldId="389"/>
            <ac:inkMk id="48" creationId="{B721CE28-C492-4443-9FC8-C43911886A00}"/>
          </ac:inkMkLst>
        </pc:inkChg>
        <pc:inkChg chg="add del">
          <ac:chgData name="Dr.Sugata Gangopadhyay" userId="5fbd9f87-0a98-489d-9d45-82abac52020a" providerId="ADAL" clId="{C3806F70-F0F3-4FA4-A822-20A3C94AFC14}" dt="2025-02-28T03:05:24.349" v="465"/>
          <ac:inkMkLst>
            <pc:docMk/>
            <pc:sldMk cId="2902307060" sldId="389"/>
            <ac:inkMk id="49" creationId="{0065B1A1-1CFF-4E66-8EA4-2BD98BF1B245}"/>
          </ac:inkMkLst>
        </pc:inkChg>
        <pc:inkChg chg="add del">
          <ac:chgData name="Dr.Sugata Gangopadhyay" userId="5fbd9f87-0a98-489d-9d45-82abac52020a" providerId="ADAL" clId="{C3806F70-F0F3-4FA4-A822-20A3C94AFC14}" dt="2025-02-28T03:05:24.349" v="465"/>
          <ac:inkMkLst>
            <pc:docMk/>
            <pc:sldMk cId="2902307060" sldId="389"/>
            <ac:inkMk id="50" creationId="{200EC476-6112-4BBD-B539-2B8575CBEDE7}"/>
          </ac:inkMkLst>
        </pc:inkChg>
        <pc:inkChg chg="add del">
          <ac:chgData name="Dr.Sugata Gangopadhyay" userId="5fbd9f87-0a98-489d-9d45-82abac52020a" providerId="ADAL" clId="{C3806F70-F0F3-4FA4-A822-20A3C94AFC14}" dt="2025-02-28T03:05:24.349" v="465"/>
          <ac:inkMkLst>
            <pc:docMk/>
            <pc:sldMk cId="2902307060" sldId="389"/>
            <ac:inkMk id="51" creationId="{AC5A4EF3-A5EA-429F-A183-91159D60F44E}"/>
          </ac:inkMkLst>
        </pc:inkChg>
        <pc:inkChg chg="add del">
          <ac:chgData name="Dr.Sugata Gangopadhyay" userId="5fbd9f87-0a98-489d-9d45-82abac52020a" providerId="ADAL" clId="{C3806F70-F0F3-4FA4-A822-20A3C94AFC14}" dt="2025-02-28T03:05:24.349" v="465"/>
          <ac:inkMkLst>
            <pc:docMk/>
            <pc:sldMk cId="2902307060" sldId="389"/>
            <ac:inkMk id="52" creationId="{ACB79C1C-E67B-4CF3-B92F-6FE3BCFBFD2F}"/>
          </ac:inkMkLst>
        </pc:inkChg>
        <pc:inkChg chg="add del">
          <ac:chgData name="Dr.Sugata Gangopadhyay" userId="5fbd9f87-0a98-489d-9d45-82abac52020a" providerId="ADAL" clId="{C3806F70-F0F3-4FA4-A822-20A3C94AFC14}" dt="2025-02-28T03:05:24.349" v="465"/>
          <ac:inkMkLst>
            <pc:docMk/>
            <pc:sldMk cId="2902307060" sldId="389"/>
            <ac:inkMk id="53" creationId="{E9D3A349-22E2-425F-9202-44D764576D8D}"/>
          </ac:inkMkLst>
        </pc:inkChg>
        <pc:inkChg chg="add del">
          <ac:chgData name="Dr.Sugata Gangopadhyay" userId="5fbd9f87-0a98-489d-9d45-82abac52020a" providerId="ADAL" clId="{C3806F70-F0F3-4FA4-A822-20A3C94AFC14}" dt="2025-02-28T03:05:24.349" v="465"/>
          <ac:inkMkLst>
            <pc:docMk/>
            <pc:sldMk cId="2902307060" sldId="389"/>
            <ac:inkMk id="54" creationId="{3D8DC3BE-E3A7-4028-A9F6-E70376A5CF0C}"/>
          </ac:inkMkLst>
        </pc:inkChg>
        <pc:inkChg chg="add del">
          <ac:chgData name="Dr.Sugata Gangopadhyay" userId="5fbd9f87-0a98-489d-9d45-82abac52020a" providerId="ADAL" clId="{C3806F70-F0F3-4FA4-A822-20A3C94AFC14}" dt="2025-02-28T03:05:24.349" v="465"/>
          <ac:inkMkLst>
            <pc:docMk/>
            <pc:sldMk cId="2902307060" sldId="389"/>
            <ac:inkMk id="55" creationId="{2B7471FD-FBD0-42DC-A980-DD155CC26B74}"/>
          </ac:inkMkLst>
        </pc:inkChg>
        <pc:inkChg chg="add del">
          <ac:chgData name="Dr.Sugata Gangopadhyay" userId="5fbd9f87-0a98-489d-9d45-82abac52020a" providerId="ADAL" clId="{C3806F70-F0F3-4FA4-A822-20A3C94AFC14}" dt="2025-02-28T03:05:24.349" v="465"/>
          <ac:inkMkLst>
            <pc:docMk/>
            <pc:sldMk cId="2902307060" sldId="389"/>
            <ac:inkMk id="56" creationId="{D666B2D3-54F1-420A-AEF4-AC7F79F622DD}"/>
          </ac:inkMkLst>
        </pc:inkChg>
        <pc:inkChg chg="add del">
          <ac:chgData name="Dr.Sugata Gangopadhyay" userId="5fbd9f87-0a98-489d-9d45-82abac52020a" providerId="ADAL" clId="{C3806F70-F0F3-4FA4-A822-20A3C94AFC14}" dt="2025-02-28T03:05:24.349" v="465"/>
          <ac:inkMkLst>
            <pc:docMk/>
            <pc:sldMk cId="2902307060" sldId="389"/>
            <ac:inkMk id="57" creationId="{B1A2D446-DBDD-4F0A-8ABC-8936AEC872BE}"/>
          </ac:inkMkLst>
        </pc:inkChg>
        <pc:inkChg chg="add del">
          <ac:chgData name="Dr.Sugata Gangopadhyay" userId="5fbd9f87-0a98-489d-9d45-82abac52020a" providerId="ADAL" clId="{C3806F70-F0F3-4FA4-A822-20A3C94AFC14}" dt="2025-02-28T03:05:24.349" v="465"/>
          <ac:inkMkLst>
            <pc:docMk/>
            <pc:sldMk cId="2902307060" sldId="389"/>
            <ac:inkMk id="58" creationId="{6408A1C7-AF2D-4155-8BC6-71928FCBFE17}"/>
          </ac:inkMkLst>
        </pc:inkChg>
        <pc:inkChg chg="add del">
          <ac:chgData name="Dr.Sugata Gangopadhyay" userId="5fbd9f87-0a98-489d-9d45-82abac52020a" providerId="ADAL" clId="{C3806F70-F0F3-4FA4-A822-20A3C94AFC14}" dt="2025-02-28T03:05:24.349" v="465"/>
          <ac:inkMkLst>
            <pc:docMk/>
            <pc:sldMk cId="2902307060" sldId="389"/>
            <ac:inkMk id="59" creationId="{F7904302-40AD-411A-9303-4F39FCA7F035}"/>
          </ac:inkMkLst>
        </pc:inkChg>
        <pc:inkChg chg="add del">
          <ac:chgData name="Dr.Sugata Gangopadhyay" userId="5fbd9f87-0a98-489d-9d45-82abac52020a" providerId="ADAL" clId="{C3806F70-F0F3-4FA4-A822-20A3C94AFC14}" dt="2025-02-28T03:05:24.349" v="465"/>
          <ac:inkMkLst>
            <pc:docMk/>
            <pc:sldMk cId="2902307060" sldId="389"/>
            <ac:inkMk id="60" creationId="{1220AD31-114F-4316-BAAB-1FF0D7A8D037}"/>
          </ac:inkMkLst>
        </pc:inkChg>
        <pc:inkChg chg="add del">
          <ac:chgData name="Dr.Sugata Gangopadhyay" userId="5fbd9f87-0a98-489d-9d45-82abac52020a" providerId="ADAL" clId="{C3806F70-F0F3-4FA4-A822-20A3C94AFC14}" dt="2025-02-28T03:05:24.349" v="465"/>
          <ac:inkMkLst>
            <pc:docMk/>
            <pc:sldMk cId="2902307060" sldId="389"/>
            <ac:inkMk id="61" creationId="{749B98AA-974C-4B85-8E1B-B035FCA5B3E7}"/>
          </ac:inkMkLst>
        </pc:inkChg>
        <pc:inkChg chg="add del">
          <ac:chgData name="Dr.Sugata Gangopadhyay" userId="5fbd9f87-0a98-489d-9d45-82abac52020a" providerId="ADAL" clId="{C3806F70-F0F3-4FA4-A822-20A3C94AFC14}" dt="2025-02-28T03:05:24.349" v="465"/>
          <ac:inkMkLst>
            <pc:docMk/>
            <pc:sldMk cId="2902307060" sldId="389"/>
            <ac:inkMk id="62" creationId="{56EDEE38-F548-4FDF-8E61-4A99B6740FA9}"/>
          </ac:inkMkLst>
        </pc:inkChg>
        <pc:inkChg chg="add del">
          <ac:chgData name="Dr.Sugata Gangopadhyay" userId="5fbd9f87-0a98-489d-9d45-82abac52020a" providerId="ADAL" clId="{C3806F70-F0F3-4FA4-A822-20A3C94AFC14}" dt="2025-02-28T03:05:24.349" v="465"/>
          <ac:inkMkLst>
            <pc:docMk/>
            <pc:sldMk cId="2902307060" sldId="389"/>
            <ac:inkMk id="63" creationId="{2E97CE31-DC0E-4184-B66E-33123931AA1A}"/>
          </ac:inkMkLst>
        </pc:inkChg>
        <pc:inkChg chg="add del">
          <ac:chgData name="Dr.Sugata Gangopadhyay" userId="5fbd9f87-0a98-489d-9d45-82abac52020a" providerId="ADAL" clId="{C3806F70-F0F3-4FA4-A822-20A3C94AFC14}" dt="2025-02-28T03:05:24.349" v="465"/>
          <ac:inkMkLst>
            <pc:docMk/>
            <pc:sldMk cId="2902307060" sldId="389"/>
            <ac:inkMk id="64" creationId="{D25481D8-8B14-4F33-9AB8-D98842C5324B}"/>
          </ac:inkMkLst>
        </pc:inkChg>
        <pc:inkChg chg="add del">
          <ac:chgData name="Dr.Sugata Gangopadhyay" userId="5fbd9f87-0a98-489d-9d45-82abac52020a" providerId="ADAL" clId="{C3806F70-F0F3-4FA4-A822-20A3C94AFC14}" dt="2025-02-28T03:05:24.349" v="465"/>
          <ac:inkMkLst>
            <pc:docMk/>
            <pc:sldMk cId="2902307060" sldId="389"/>
            <ac:inkMk id="65" creationId="{9EFC3583-1F13-400A-8D2F-04CBEA547834}"/>
          </ac:inkMkLst>
        </pc:inkChg>
        <pc:inkChg chg="add del">
          <ac:chgData name="Dr.Sugata Gangopadhyay" userId="5fbd9f87-0a98-489d-9d45-82abac52020a" providerId="ADAL" clId="{C3806F70-F0F3-4FA4-A822-20A3C94AFC14}" dt="2025-02-28T03:05:24.349" v="465"/>
          <ac:inkMkLst>
            <pc:docMk/>
            <pc:sldMk cId="2902307060" sldId="389"/>
            <ac:inkMk id="66" creationId="{C0AFD9CF-2317-432A-A583-9CC04E13A9C7}"/>
          </ac:inkMkLst>
        </pc:inkChg>
        <pc:inkChg chg="add del">
          <ac:chgData name="Dr.Sugata Gangopadhyay" userId="5fbd9f87-0a98-489d-9d45-82abac52020a" providerId="ADAL" clId="{C3806F70-F0F3-4FA4-A822-20A3C94AFC14}" dt="2025-02-28T03:05:24.349" v="465"/>
          <ac:inkMkLst>
            <pc:docMk/>
            <pc:sldMk cId="2902307060" sldId="389"/>
            <ac:inkMk id="67" creationId="{3ADFD15F-51CB-4D23-8A10-B9A642F9CC5F}"/>
          </ac:inkMkLst>
        </pc:inkChg>
        <pc:inkChg chg="add del">
          <ac:chgData name="Dr.Sugata Gangopadhyay" userId="5fbd9f87-0a98-489d-9d45-82abac52020a" providerId="ADAL" clId="{C3806F70-F0F3-4FA4-A822-20A3C94AFC14}" dt="2025-02-28T03:05:24.349" v="465"/>
          <ac:inkMkLst>
            <pc:docMk/>
            <pc:sldMk cId="2902307060" sldId="389"/>
            <ac:inkMk id="68" creationId="{CFC6F4B9-86D7-43D2-A41B-3FC716AD47FB}"/>
          </ac:inkMkLst>
        </pc:inkChg>
        <pc:inkChg chg="add del">
          <ac:chgData name="Dr.Sugata Gangopadhyay" userId="5fbd9f87-0a98-489d-9d45-82abac52020a" providerId="ADAL" clId="{C3806F70-F0F3-4FA4-A822-20A3C94AFC14}" dt="2025-02-28T03:05:24.349" v="465"/>
          <ac:inkMkLst>
            <pc:docMk/>
            <pc:sldMk cId="2902307060" sldId="389"/>
            <ac:inkMk id="69" creationId="{59095896-A959-47A6-BE21-C5F11338B20A}"/>
          </ac:inkMkLst>
        </pc:inkChg>
        <pc:inkChg chg="add del">
          <ac:chgData name="Dr.Sugata Gangopadhyay" userId="5fbd9f87-0a98-489d-9d45-82abac52020a" providerId="ADAL" clId="{C3806F70-F0F3-4FA4-A822-20A3C94AFC14}" dt="2025-02-28T03:05:24.349" v="465"/>
          <ac:inkMkLst>
            <pc:docMk/>
            <pc:sldMk cId="2902307060" sldId="389"/>
            <ac:inkMk id="70" creationId="{114614BB-6706-49E6-9DF9-632FE631FEC6}"/>
          </ac:inkMkLst>
        </pc:inkChg>
        <pc:inkChg chg="add del">
          <ac:chgData name="Dr.Sugata Gangopadhyay" userId="5fbd9f87-0a98-489d-9d45-82abac52020a" providerId="ADAL" clId="{C3806F70-F0F3-4FA4-A822-20A3C94AFC14}" dt="2025-02-28T03:05:24.349" v="465"/>
          <ac:inkMkLst>
            <pc:docMk/>
            <pc:sldMk cId="2902307060" sldId="389"/>
            <ac:inkMk id="71" creationId="{0AC3B0A5-164C-4E73-A5EB-CA0891195B82}"/>
          </ac:inkMkLst>
        </pc:inkChg>
        <pc:inkChg chg="add del">
          <ac:chgData name="Dr.Sugata Gangopadhyay" userId="5fbd9f87-0a98-489d-9d45-82abac52020a" providerId="ADAL" clId="{C3806F70-F0F3-4FA4-A822-20A3C94AFC14}" dt="2025-02-28T03:05:24.349" v="465"/>
          <ac:inkMkLst>
            <pc:docMk/>
            <pc:sldMk cId="2902307060" sldId="389"/>
            <ac:inkMk id="72" creationId="{A73A2865-62E2-42E2-8EC3-F28B576F32AD}"/>
          </ac:inkMkLst>
        </pc:inkChg>
        <pc:inkChg chg="add del">
          <ac:chgData name="Dr.Sugata Gangopadhyay" userId="5fbd9f87-0a98-489d-9d45-82abac52020a" providerId="ADAL" clId="{C3806F70-F0F3-4FA4-A822-20A3C94AFC14}" dt="2025-02-28T03:05:24.349" v="465"/>
          <ac:inkMkLst>
            <pc:docMk/>
            <pc:sldMk cId="2902307060" sldId="389"/>
            <ac:inkMk id="73" creationId="{DF694525-E95F-468E-A6C9-AC96AA430A2F}"/>
          </ac:inkMkLst>
        </pc:inkChg>
        <pc:inkChg chg="add del">
          <ac:chgData name="Dr.Sugata Gangopadhyay" userId="5fbd9f87-0a98-489d-9d45-82abac52020a" providerId="ADAL" clId="{C3806F70-F0F3-4FA4-A822-20A3C94AFC14}" dt="2025-02-28T03:05:24.349" v="465"/>
          <ac:inkMkLst>
            <pc:docMk/>
            <pc:sldMk cId="2902307060" sldId="389"/>
            <ac:inkMk id="74" creationId="{68FE52E7-CF64-46C2-8F84-BF643E67B150}"/>
          </ac:inkMkLst>
        </pc:inkChg>
        <pc:inkChg chg="add del">
          <ac:chgData name="Dr.Sugata Gangopadhyay" userId="5fbd9f87-0a98-489d-9d45-82abac52020a" providerId="ADAL" clId="{C3806F70-F0F3-4FA4-A822-20A3C94AFC14}" dt="2025-02-28T03:05:24.349" v="465"/>
          <ac:inkMkLst>
            <pc:docMk/>
            <pc:sldMk cId="2902307060" sldId="389"/>
            <ac:inkMk id="75" creationId="{8CE6D7BB-C17A-41BC-B752-70D6ED48AEF5}"/>
          </ac:inkMkLst>
        </pc:inkChg>
        <pc:inkChg chg="add del">
          <ac:chgData name="Dr.Sugata Gangopadhyay" userId="5fbd9f87-0a98-489d-9d45-82abac52020a" providerId="ADAL" clId="{C3806F70-F0F3-4FA4-A822-20A3C94AFC14}" dt="2025-02-28T03:05:24.349" v="465"/>
          <ac:inkMkLst>
            <pc:docMk/>
            <pc:sldMk cId="2902307060" sldId="389"/>
            <ac:inkMk id="76" creationId="{8E9577FD-3BDF-4843-8977-C3D071037A2B}"/>
          </ac:inkMkLst>
        </pc:inkChg>
        <pc:inkChg chg="add del">
          <ac:chgData name="Dr.Sugata Gangopadhyay" userId="5fbd9f87-0a98-489d-9d45-82abac52020a" providerId="ADAL" clId="{C3806F70-F0F3-4FA4-A822-20A3C94AFC14}" dt="2025-02-28T03:05:24.349" v="465"/>
          <ac:inkMkLst>
            <pc:docMk/>
            <pc:sldMk cId="2902307060" sldId="389"/>
            <ac:inkMk id="77" creationId="{9D744E17-7E2B-4CB0-BFEC-ADEC4D672A8E}"/>
          </ac:inkMkLst>
        </pc:inkChg>
        <pc:inkChg chg="add del">
          <ac:chgData name="Dr.Sugata Gangopadhyay" userId="5fbd9f87-0a98-489d-9d45-82abac52020a" providerId="ADAL" clId="{C3806F70-F0F3-4FA4-A822-20A3C94AFC14}" dt="2025-02-28T03:05:27.043" v="467"/>
          <ac:inkMkLst>
            <pc:docMk/>
            <pc:sldMk cId="2902307060" sldId="389"/>
            <ac:inkMk id="78" creationId="{09438361-F7A6-476E-973E-287495163475}"/>
          </ac:inkMkLst>
        </pc:inkChg>
        <pc:inkChg chg="add del">
          <ac:chgData name="Dr.Sugata Gangopadhyay" userId="5fbd9f87-0a98-489d-9d45-82abac52020a" providerId="ADAL" clId="{C3806F70-F0F3-4FA4-A822-20A3C94AFC14}" dt="2025-02-28T03:05:27.043" v="467"/>
          <ac:inkMkLst>
            <pc:docMk/>
            <pc:sldMk cId="2902307060" sldId="389"/>
            <ac:inkMk id="79" creationId="{4C87D7D8-F06B-4AE7-933D-DE2683C580BB}"/>
          </ac:inkMkLst>
        </pc:inkChg>
        <pc:inkChg chg="add del">
          <ac:chgData name="Dr.Sugata Gangopadhyay" userId="5fbd9f87-0a98-489d-9d45-82abac52020a" providerId="ADAL" clId="{C3806F70-F0F3-4FA4-A822-20A3C94AFC14}" dt="2025-02-28T03:05:27.043" v="467"/>
          <ac:inkMkLst>
            <pc:docMk/>
            <pc:sldMk cId="2902307060" sldId="389"/>
            <ac:inkMk id="80" creationId="{4B1E21E9-DB95-4DDD-80E3-D1C50344A084}"/>
          </ac:inkMkLst>
        </pc:inkChg>
        <pc:inkChg chg="add del">
          <ac:chgData name="Dr.Sugata Gangopadhyay" userId="5fbd9f87-0a98-489d-9d45-82abac52020a" providerId="ADAL" clId="{C3806F70-F0F3-4FA4-A822-20A3C94AFC14}" dt="2025-02-28T03:05:27.043" v="467"/>
          <ac:inkMkLst>
            <pc:docMk/>
            <pc:sldMk cId="2902307060" sldId="389"/>
            <ac:inkMk id="81" creationId="{8D6ED01D-9A59-4D8E-8DB7-4BD84CDAE826}"/>
          </ac:inkMkLst>
        </pc:inkChg>
        <pc:inkChg chg="add">
          <ac:chgData name="Dr.Sugata Gangopadhyay" userId="5fbd9f87-0a98-489d-9d45-82abac52020a" providerId="ADAL" clId="{C3806F70-F0F3-4FA4-A822-20A3C94AFC14}" dt="2025-02-28T03:05:27.043" v="467"/>
          <ac:inkMkLst>
            <pc:docMk/>
            <pc:sldMk cId="2902307060" sldId="389"/>
            <ac:inkMk id="82" creationId="{D2A54DD6-8295-446E-A344-DD7ADAC71449}"/>
          </ac:inkMkLst>
        </pc:inkChg>
        <pc:inkChg chg="add del">
          <ac:chgData name="Dr.Sugata Gangopadhyay" userId="5fbd9f87-0a98-489d-9d45-82abac52020a" providerId="ADAL" clId="{C3806F70-F0F3-4FA4-A822-20A3C94AFC14}" dt="2025-02-28T03:05:46.782" v="479"/>
          <ac:inkMkLst>
            <pc:docMk/>
            <pc:sldMk cId="2902307060" sldId="389"/>
            <ac:inkMk id="83" creationId="{3DE178D3-8941-4C35-A882-379C22DFD6D9}"/>
          </ac:inkMkLst>
        </pc:inkChg>
        <pc:inkChg chg="add del">
          <ac:chgData name="Dr.Sugata Gangopadhyay" userId="5fbd9f87-0a98-489d-9d45-82abac52020a" providerId="ADAL" clId="{C3806F70-F0F3-4FA4-A822-20A3C94AFC14}" dt="2025-02-28T03:05:46.782" v="479"/>
          <ac:inkMkLst>
            <pc:docMk/>
            <pc:sldMk cId="2902307060" sldId="389"/>
            <ac:inkMk id="84" creationId="{25209730-F8FA-4A17-9DC8-71A7FC5FD1F1}"/>
          </ac:inkMkLst>
        </pc:inkChg>
        <pc:inkChg chg="add del">
          <ac:chgData name="Dr.Sugata Gangopadhyay" userId="5fbd9f87-0a98-489d-9d45-82abac52020a" providerId="ADAL" clId="{C3806F70-F0F3-4FA4-A822-20A3C94AFC14}" dt="2025-02-28T03:05:46.782" v="479"/>
          <ac:inkMkLst>
            <pc:docMk/>
            <pc:sldMk cId="2902307060" sldId="389"/>
            <ac:inkMk id="85" creationId="{2DE40071-1BE7-4E34-853F-2FA6886B38C8}"/>
          </ac:inkMkLst>
        </pc:inkChg>
        <pc:inkChg chg="add del">
          <ac:chgData name="Dr.Sugata Gangopadhyay" userId="5fbd9f87-0a98-489d-9d45-82abac52020a" providerId="ADAL" clId="{C3806F70-F0F3-4FA4-A822-20A3C94AFC14}" dt="2025-02-28T03:05:46.782" v="479"/>
          <ac:inkMkLst>
            <pc:docMk/>
            <pc:sldMk cId="2902307060" sldId="389"/>
            <ac:inkMk id="86" creationId="{6B8B6052-DE22-493D-9B8C-69C945DE0EAF}"/>
          </ac:inkMkLst>
        </pc:inkChg>
        <pc:inkChg chg="add del">
          <ac:chgData name="Dr.Sugata Gangopadhyay" userId="5fbd9f87-0a98-489d-9d45-82abac52020a" providerId="ADAL" clId="{C3806F70-F0F3-4FA4-A822-20A3C94AFC14}" dt="2025-02-28T03:05:46.782" v="479"/>
          <ac:inkMkLst>
            <pc:docMk/>
            <pc:sldMk cId="2902307060" sldId="389"/>
            <ac:inkMk id="87" creationId="{BC81A611-6E9A-45D3-88EA-8998B44D0FCB}"/>
          </ac:inkMkLst>
        </pc:inkChg>
        <pc:inkChg chg="add del">
          <ac:chgData name="Dr.Sugata Gangopadhyay" userId="5fbd9f87-0a98-489d-9d45-82abac52020a" providerId="ADAL" clId="{C3806F70-F0F3-4FA4-A822-20A3C94AFC14}" dt="2025-02-28T03:05:46.782" v="479"/>
          <ac:inkMkLst>
            <pc:docMk/>
            <pc:sldMk cId="2902307060" sldId="389"/>
            <ac:inkMk id="88" creationId="{9C20CFCA-50A3-4D63-B3C6-72863AE7E428}"/>
          </ac:inkMkLst>
        </pc:inkChg>
        <pc:inkChg chg="add del">
          <ac:chgData name="Dr.Sugata Gangopadhyay" userId="5fbd9f87-0a98-489d-9d45-82abac52020a" providerId="ADAL" clId="{C3806F70-F0F3-4FA4-A822-20A3C94AFC14}" dt="2025-02-28T03:05:46.782" v="479"/>
          <ac:inkMkLst>
            <pc:docMk/>
            <pc:sldMk cId="2902307060" sldId="389"/>
            <ac:inkMk id="89" creationId="{15403027-2D8C-4C8C-84C6-C234B3133146}"/>
          </ac:inkMkLst>
        </pc:inkChg>
        <pc:inkChg chg="add del">
          <ac:chgData name="Dr.Sugata Gangopadhyay" userId="5fbd9f87-0a98-489d-9d45-82abac52020a" providerId="ADAL" clId="{C3806F70-F0F3-4FA4-A822-20A3C94AFC14}" dt="2025-02-28T03:05:46.782" v="479"/>
          <ac:inkMkLst>
            <pc:docMk/>
            <pc:sldMk cId="2902307060" sldId="389"/>
            <ac:inkMk id="90" creationId="{83BDA8C6-D062-4BB4-9113-861EDD81445D}"/>
          </ac:inkMkLst>
        </pc:inkChg>
        <pc:inkChg chg="add del">
          <ac:chgData name="Dr.Sugata Gangopadhyay" userId="5fbd9f87-0a98-489d-9d45-82abac52020a" providerId="ADAL" clId="{C3806F70-F0F3-4FA4-A822-20A3C94AFC14}" dt="2025-02-28T03:05:46.782" v="479"/>
          <ac:inkMkLst>
            <pc:docMk/>
            <pc:sldMk cId="2902307060" sldId="389"/>
            <ac:inkMk id="91" creationId="{E9EF3371-B178-430B-A70A-A9CBBE7F23DB}"/>
          </ac:inkMkLst>
        </pc:inkChg>
        <pc:inkChg chg="add del">
          <ac:chgData name="Dr.Sugata Gangopadhyay" userId="5fbd9f87-0a98-489d-9d45-82abac52020a" providerId="ADAL" clId="{C3806F70-F0F3-4FA4-A822-20A3C94AFC14}" dt="2025-02-28T03:05:46.782" v="479"/>
          <ac:inkMkLst>
            <pc:docMk/>
            <pc:sldMk cId="2902307060" sldId="389"/>
            <ac:inkMk id="92" creationId="{82896615-9BF4-4851-B68D-C22F42B46A89}"/>
          </ac:inkMkLst>
        </pc:inkChg>
        <pc:inkChg chg="add del">
          <ac:chgData name="Dr.Sugata Gangopadhyay" userId="5fbd9f87-0a98-489d-9d45-82abac52020a" providerId="ADAL" clId="{C3806F70-F0F3-4FA4-A822-20A3C94AFC14}" dt="2025-02-28T03:05:46.782" v="479"/>
          <ac:inkMkLst>
            <pc:docMk/>
            <pc:sldMk cId="2902307060" sldId="389"/>
            <ac:inkMk id="93" creationId="{FFED3308-BAEA-4D25-A695-BB80CBAA6E1E}"/>
          </ac:inkMkLst>
        </pc:inkChg>
        <pc:inkChg chg="add del">
          <ac:chgData name="Dr.Sugata Gangopadhyay" userId="5fbd9f87-0a98-489d-9d45-82abac52020a" providerId="ADAL" clId="{C3806F70-F0F3-4FA4-A822-20A3C94AFC14}" dt="2025-02-28T03:05:53.011" v="490"/>
          <ac:inkMkLst>
            <pc:docMk/>
            <pc:sldMk cId="2902307060" sldId="389"/>
            <ac:inkMk id="94" creationId="{413DCDCC-4D37-483A-8444-373ADFAF5B1E}"/>
          </ac:inkMkLst>
        </pc:inkChg>
        <pc:inkChg chg="add del">
          <ac:chgData name="Dr.Sugata Gangopadhyay" userId="5fbd9f87-0a98-489d-9d45-82abac52020a" providerId="ADAL" clId="{C3806F70-F0F3-4FA4-A822-20A3C94AFC14}" dt="2025-02-28T03:05:53.011" v="490"/>
          <ac:inkMkLst>
            <pc:docMk/>
            <pc:sldMk cId="2902307060" sldId="389"/>
            <ac:inkMk id="95" creationId="{CF4F2422-7925-4562-91F5-6F45EAF757CE}"/>
          </ac:inkMkLst>
        </pc:inkChg>
        <pc:inkChg chg="add del">
          <ac:chgData name="Dr.Sugata Gangopadhyay" userId="5fbd9f87-0a98-489d-9d45-82abac52020a" providerId="ADAL" clId="{C3806F70-F0F3-4FA4-A822-20A3C94AFC14}" dt="2025-02-28T03:05:53.011" v="490"/>
          <ac:inkMkLst>
            <pc:docMk/>
            <pc:sldMk cId="2902307060" sldId="389"/>
            <ac:inkMk id="96" creationId="{E9340BE1-73DA-4648-B6DC-BFF0FE398EAA}"/>
          </ac:inkMkLst>
        </pc:inkChg>
        <pc:inkChg chg="add del">
          <ac:chgData name="Dr.Sugata Gangopadhyay" userId="5fbd9f87-0a98-489d-9d45-82abac52020a" providerId="ADAL" clId="{C3806F70-F0F3-4FA4-A822-20A3C94AFC14}" dt="2025-02-28T03:05:53.011" v="490"/>
          <ac:inkMkLst>
            <pc:docMk/>
            <pc:sldMk cId="2902307060" sldId="389"/>
            <ac:inkMk id="97" creationId="{30C28D33-65EC-4520-A20A-FC2B19F6903F}"/>
          </ac:inkMkLst>
        </pc:inkChg>
        <pc:inkChg chg="add del">
          <ac:chgData name="Dr.Sugata Gangopadhyay" userId="5fbd9f87-0a98-489d-9d45-82abac52020a" providerId="ADAL" clId="{C3806F70-F0F3-4FA4-A822-20A3C94AFC14}" dt="2025-02-28T03:05:53.011" v="490"/>
          <ac:inkMkLst>
            <pc:docMk/>
            <pc:sldMk cId="2902307060" sldId="389"/>
            <ac:inkMk id="98" creationId="{B242C716-0E70-422A-9629-F0C1A4996F1C}"/>
          </ac:inkMkLst>
        </pc:inkChg>
        <pc:inkChg chg="add del">
          <ac:chgData name="Dr.Sugata Gangopadhyay" userId="5fbd9f87-0a98-489d-9d45-82abac52020a" providerId="ADAL" clId="{C3806F70-F0F3-4FA4-A822-20A3C94AFC14}" dt="2025-02-28T03:05:53.011" v="490"/>
          <ac:inkMkLst>
            <pc:docMk/>
            <pc:sldMk cId="2902307060" sldId="389"/>
            <ac:inkMk id="99" creationId="{8299E231-AF06-494C-8374-BD18E1C989D8}"/>
          </ac:inkMkLst>
        </pc:inkChg>
        <pc:inkChg chg="add del">
          <ac:chgData name="Dr.Sugata Gangopadhyay" userId="5fbd9f87-0a98-489d-9d45-82abac52020a" providerId="ADAL" clId="{C3806F70-F0F3-4FA4-A822-20A3C94AFC14}" dt="2025-02-28T03:05:53.011" v="490"/>
          <ac:inkMkLst>
            <pc:docMk/>
            <pc:sldMk cId="2902307060" sldId="389"/>
            <ac:inkMk id="100" creationId="{4DF1BE15-341D-4381-8F95-80EFA4E7A544}"/>
          </ac:inkMkLst>
        </pc:inkChg>
        <pc:inkChg chg="add del">
          <ac:chgData name="Dr.Sugata Gangopadhyay" userId="5fbd9f87-0a98-489d-9d45-82abac52020a" providerId="ADAL" clId="{C3806F70-F0F3-4FA4-A822-20A3C94AFC14}" dt="2025-02-28T03:05:53.011" v="490"/>
          <ac:inkMkLst>
            <pc:docMk/>
            <pc:sldMk cId="2902307060" sldId="389"/>
            <ac:inkMk id="101" creationId="{BDEF1079-44F6-4B1F-8DAF-099A24BB4006}"/>
          </ac:inkMkLst>
        </pc:inkChg>
        <pc:inkChg chg="add del">
          <ac:chgData name="Dr.Sugata Gangopadhyay" userId="5fbd9f87-0a98-489d-9d45-82abac52020a" providerId="ADAL" clId="{C3806F70-F0F3-4FA4-A822-20A3C94AFC14}" dt="2025-02-28T03:05:53.011" v="490"/>
          <ac:inkMkLst>
            <pc:docMk/>
            <pc:sldMk cId="2902307060" sldId="389"/>
            <ac:inkMk id="102" creationId="{22A21D85-8C07-4A65-A272-D7F0890CEEA4}"/>
          </ac:inkMkLst>
        </pc:inkChg>
        <pc:inkChg chg="add del">
          <ac:chgData name="Dr.Sugata Gangopadhyay" userId="5fbd9f87-0a98-489d-9d45-82abac52020a" providerId="ADAL" clId="{C3806F70-F0F3-4FA4-A822-20A3C94AFC14}" dt="2025-02-28T03:05:53.011" v="490"/>
          <ac:inkMkLst>
            <pc:docMk/>
            <pc:sldMk cId="2902307060" sldId="389"/>
            <ac:inkMk id="103" creationId="{0E4BCA71-9E1D-4978-841B-C66F4F42E707}"/>
          </ac:inkMkLst>
        </pc:inkChg>
        <pc:inkChg chg="add del">
          <ac:chgData name="Dr.Sugata Gangopadhyay" userId="5fbd9f87-0a98-489d-9d45-82abac52020a" providerId="ADAL" clId="{C3806F70-F0F3-4FA4-A822-20A3C94AFC14}" dt="2025-02-28T03:05:53.011" v="490"/>
          <ac:inkMkLst>
            <pc:docMk/>
            <pc:sldMk cId="2902307060" sldId="389"/>
            <ac:inkMk id="104" creationId="{E00F9AA7-CA07-4A54-A270-DDFE9D173128}"/>
          </ac:inkMkLst>
        </pc:inkChg>
        <pc:inkChg chg="add">
          <ac:chgData name="Dr.Sugata Gangopadhyay" userId="5fbd9f87-0a98-489d-9d45-82abac52020a" providerId="ADAL" clId="{C3806F70-F0F3-4FA4-A822-20A3C94AFC14}" dt="2025-02-28T03:05:53.011" v="490"/>
          <ac:inkMkLst>
            <pc:docMk/>
            <pc:sldMk cId="2902307060" sldId="389"/>
            <ac:inkMk id="105" creationId="{7EE130EE-B5B1-4F6B-B17E-63B42FB85EF0}"/>
          </ac:inkMkLst>
        </pc:inkChg>
        <pc:inkChg chg="add">
          <ac:chgData name="Dr.Sugata Gangopadhyay" userId="5fbd9f87-0a98-489d-9d45-82abac52020a" providerId="ADAL" clId="{C3806F70-F0F3-4FA4-A822-20A3C94AFC14}" dt="2025-02-28T03:05:53.011" v="490"/>
          <ac:inkMkLst>
            <pc:docMk/>
            <pc:sldMk cId="2902307060" sldId="389"/>
            <ac:inkMk id="106" creationId="{7D552B5D-0A56-46C8-917D-947615FD7A9F}"/>
          </ac:inkMkLst>
        </pc:inkChg>
        <pc:inkChg chg="add del">
          <ac:chgData name="Dr.Sugata Gangopadhyay" userId="5fbd9f87-0a98-489d-9d45-82abac52020a" providerId="ADAL" clId="{C3806F70-F0F3-4FA4-A822-20A3C94AFC14}" dt="2025-02-28T03:06:04.051" v="506"/>
          <ac:inkMkLst>
            <pc:docMk/>
            <pc:sldMk cId="2902307060" sldId="389"/>
            <ac:inkMk id="107" creationId="{73920808-E63A-470F-B099-40739D0456F9}"/>
          </ac:inkMkLst>
        </pc:inkChg>
        <pc:inkChg chg="add">
          <ac:chgData name="Dr.Sugata Gangopadhyay" userId="5fbd9f87-0a98-489d-9d45-82abac52020a" providerId="ADAL" clId="{C3806F70-F0F3-4FA4-A822-20A3C94AFC14}" dt="2025-02-28T03:05:53.835" v="491"/>
          <ac:inkMkLst>
            <pc:docMk/>
            <pc:sldMk cId="2902307060" sldId="389"/>
            <ac:inkMk id="108" creationId="{F73F88E0-EFBE-438B-94CE-4DBB0B14D852}"/>
          </ac:inkMkLst>
        </pc:inkChg>
        <pc:inkChg chg="add del">
          <ac:chgData name="Dr.Sugata Gangopadhyay" userId="5fbd9f87-0a98-489d-9d45-82abac52020a" providerId="ADAL" clId="{C3806F70-F0F3-4FA4-A822-20A3C94AFC14}" dt="2025-02-28T03:06:01.385" v="504"/>
          <ac:inkMkLst>
            <pc:docMk/>
            <pc:sldMk cId="2902307060" sldId="389"/>
            <ac:inkMk id="109" creationId="{D701926F-A0DA-4FE9-A1B2-E8DA4ECD5157}"/>
          </ac:inkMkLst>
        </pc:inkChg>
        <pc:inkChg chg="add del">
          <ac:chgData name="Dr.Sugata Gangopadhyay" userId="5fbd9f87-0a98-489d-9d45-82abac52020a" providerId="ADAL" clId="{C3806F70-F0F3-4FA4-A822-20A3C94AFC14}" dt="2025-02-28T03:06:01.385" v="504"/>
          <ac:inkMkLst>
            <pc:docMk/>
            <pc:sldMk cId="2902307060" sldId="389"/>
            <ac:inkMk id="110" creationId="{60861745-825D-4C7D-B26D-22613FA58696}"/>
          </ac:inkMkLst>
        </pc:inkChg>
        <pc:inkChg chg="add del">
          <ac:chgData name="Dr.Sugata Gangopadhyay" userId="5fbd9f87-0a98-489d-9d45-82abac52020a" providerId="ADAL" clId="{C3806F70-F0F3-4FA4-A822-20A3C94AFC14}" dt="2025-02-28T03:06:01.385" v="504"/>
          <ac:inkMkLst>
            <pc:docMk/>
            <pc:sldMk cId="2902307060" sldId="389"/>
            <ac:inkMk id="111" creationId="{C99F865D-FDF6-40F9-9B0F-7E452561EA8E}"/>
          </ac:inkMkLst>
        </pc:inkChg>
        <pc:inkChg chg="add del">
          <ac:chgData name="Dr.Sugata Gangopadhyay" userId="5fbd9f87-0a98-489d-9d45-82abac52020a" providerId="ADAL" clId="{C3806F70-F0F3-4FA4-A822-20A3C94AFC14}" dt="2025-02-28T03:06:01.385" v="504"/>
          <ac:inkMkLst>
            <pc:docMk/>
            <pc:sldMk cId="2902307060" sldId="389"/>
            <ac:inkMk id="112" creationId="{F42010B0-EAC8-4102-823E-FB1B755DE1D8}"/>
          </ac:inkMkLst>
        </pc:inkChg>
        <pc:inkChg chg="add del">
          <ac:chgData name="Dr.Sugata Gangopadhyay" userId="5fbd9f87-0a98-489d-9d45-82abac52020a" providerId="ADAL" clId="{C3806F70-F0F3-4FA4-A822-20A3C94AFC14}" dt="2025-02-28T03:06:01.385" v="504"/>
          <ac:inkMkLst>
            <pc:docMk/>
            <pc:sldMk cId="2902307060" sldId="389"/>
            <ac:inkMk id="113" creationId="{9FC27B58-064E-4647-97B1-B199DB917098}"/>
          </ac:inkMkLst>
        </pc:inkChg>
        <pc:inkChg chg="add del">
          <ac:chgData name="Dr.Sugata Gangopadhyay" userId="5fbd9f87-0a98-489d-9d45-82abac52020a" providerId="ADAL" clId="{C3806F70-F0F3-4FA4-A822-20A3C94AFC14}" dt="2025-02-28T03:06:01.385" v="504"/>
          <ac:inkMkLst>
            <pc:docMk/>
            <pc:sldMk cId="2902307060" sldId="389"/>
            <ac:inkMk id="114" creationId="{2520D87A-216D-4A42-8142-0DB6193C6153}"/>
          </ac:inkMkLst>
        </pc:inkChg>
        <pc:inkChg chg="add del">
          <ac:chgData name="Dr.Sugata Gangopadhyay" userId="5fbd9f87-0a98-489d-9d45-82abac52020a" providerId="ADAL" clId="{C3806F70-F0F3-4FA4-A822-20A3C94AFC14}" dt="2025-02-28T03:06:01.385" v="504"/>
          <ac:inkMkLst>
            <pc:docMk/>
            <pc:sldMk cId="2902307060" sldId="389"/>
            <ac:inkMk id="115" creationId="{6AA417B8-EF5B-47CD-8CA1-1069D9C9BB2B}"/>
          </ac:inkMkLst>
        </pc:inkChg>
        <pc:inkChg chg="add del">
          <ac:chgData name="Dr.Sugata Gangopadhyay" userId="5fbd9f87-0a98-489d-9d45-82abac52020a" providerId="ADAL" clId="{C3806F70-F0F3-4FA4-A822-20A3C94AFC14}" dt="2025-02-28T03:06:01.385" v="504"/>
          <ac:inkMkLst>
            <pc:docMk/>
            <pc:sldMk cId="2902307060" sldId="389"/>
            <ac:inkMk id="116" creationId="{96CAD52F-EF07-4DAD-B3E9-67697F8AF264}"/>
          </ac:inkMkLst>
        </pc:inkChg>
        <pc:inkChg chg="add del">
          <ac:chgData name="Dr.Sugata Gangopadhyay" userId="5fbd9f87-0a98-489d-9d45-82abac52020a" providerId="ADAL" clId="{C3806F70-F0F3-4FA4-A822-20A3C94AFC14}" dt="2025-02-28T03:06:01.385" v="504"/>
          <ac:inkMkLst>
            <pc:docMk/>
            <pc:sldMk cId="2902307060" sldId="389"/>
            <ac:inkMk id="117" creationId="{F933CF3C-95E2-465D-BCA8-9F794A6E36B4}"/>
          </ac:inkMkLst>
        </pc:inkChg>
        <pc:inkChg chg="add del">
          <ac:chgData name="Dr.Sugata Gangopadhyay" userId="5fbd9f87-0a98-489d-9d45-82abac52020a" providerId="ADAL" clId="{C3806F70-F0F3-4FA4-A822-20A3C94AFC14}" dt="2025-02-28T03:06:01.385" v="504"/>
          <ac:inkMkLst>
            <pc:docMk/>
            <pc:sldMk cId="2902307060" sldId="389"/>
            <ac:inkMk id="118" creationId="{4FF894BA-48D6-4F62-80D0-53B1C7C8FED3}"/>
          </ac:inkMkLst>
        </pc:inkChg>
        <pc:inkChg chg="add del">
          <ac:chgData name="Dr.Sugata Gangopadhyay" userId="5fbd9f87-0a98-489d-9d45-82abac52020a" providerId="ADAL" clId="{C3806F70-F0F3-4FA4-A822-20A3C94AFC14}" dt="2025-02-28T03:06:01.385" v="504"/>
          <ac:inkMkLst>
            <pc:docMk/>
            <pc:sldMk cId="2902307060" sldId="389"/>
            <ac:inkMk id="119" creationId="{869F6736-B7D3-4B93-9FC2-C6C63CCB1C84}"/>
          </ac:inkMkLst>
        </pc:inkChg>
        <pc:inkChg chg="add">
          <ac:chgData name="Dr.Sugata Gangopadhyay" userId="5fbd9f87-0a98-489d-9d45-82abac52020a" providerId="ADAL" clId="{C3806F70-F0F3-4FA4-A822-20A3C94AFC14}" dt="2025-02-28T03:06:00.365" v="503"/>
          <ac:inkMkLst>
            <pc:docMk/>
            <pc:sldMk cId="2902307060" sldId="389"/>
            <ac:inkMk id="120" creationId="{A59DAE78-20B9-4A98-86B9-9CC9572CB64B}"/>
          </ac:inkMkLst>
        </pc:inkChg>
        <pc:inkChg chg="add">
          <ac:chgData name="Dr.Sugata Gangopadhyay" userId="5fbd9f87-0a98-489d-9d45-82abac52020a" providerId="ADAL" clId="{C3806F70-F0F3-4FA4-A822-20A3C94AFC14}" dt="2025-02-28T03:06:01.385" v="504"/>
          <ac:inkMkLst>
            <pc:docMk/>
            <pc:sldMk cId="2902307060" sldId="389"/>
            <ac:inkMk id="121" creationId="{918FA765-94D8-4C82-870D-152FDFBEF744}"/>
          </ac:inkMkLst>
        </pc:inkChg>
        <pc:inkChg chg="add del">
          <ac:chgData name="Dr.Sugata Gangopadhyay" userId="5fbd9f87-0a98-489d-9d45-82abac52020a" providerId="ADAL" clId="{C3806F70-F0F3-4FA4-A822-20A3C94AFC14}" dt="2025-02-28T03:06:04.051" v="506"/>
          <ac:inkMkLst>
            <pc:docMk/>
            <pc:sldMk cId="2902307060" sldId="389"/>
            <ac:inkMk id="122" creationId="{9C93F48A-FE36-47BD-8FCC-1834D3C020E0}"/>
          </ac:inkMkLst>
        </pc:inkChg>
        <pc:inkChg chg="add">
          <ac:chgData name="Dr.Sugata Gangopadhyay" userId="5fbd9f87-0a98-489d-9d45-82abac52020a" providerId="ADAL" clId="{C3806F70-F0F3-4FA4-A822-20A3C94AFC14}" dt="2025-02-28T03:06:04.051" v="506"/>
          <ac:inkMkLst>
            <pc:docMk/>
            <pc:sldMk cId="2902307060" sldId="389"/>
            <ac:inkMk id="123" creationId="{180FA2BE-6234-4B88-93E5-D4AF88F794BB}"/>
          </ac:inkMkLst>
        </pc:inkChg>
        <pc:inkChg chg="add">
          <ac:chgData name="Dr.Sugata Gangopadhyay" userId="5fbd9f87-0a98-489d-9d45-82abac52020a" providerId="ADAL" clId="{C3806F70-F0F3-4FA4-A822-20A3C94AFC14}" dt="2025-02-28T03:06:05.878" v="507"/>
          <ac:inkMkLst>
            <pc:docMk/>
            <pc:sldMk cId="2902307060" sldId="389"/>
            <ac:inkMk id="124" creationId="{5079595B-5244-4732-A9E2-A379E7B2C4AD}"/>
          </ac:inkMkLst>
        </pc:inkChg>
        <pc:inkChg chg="add del">
          <ac:chgData name="Dr.Sugata Gangopadhyay" userId="5fbd9f87-0a98-489d-9d45-82abac52020a" providerId="ADAL" clId="{C3806F70-F0F3-4FA4-A822-20A3C94AFC14}" dt="2025-02-28T03:06:28.807" v="520"/>
          <ac:inkMkLst>
            <pc:docMk/>
            <pc:sldMk cId="2902307060" sldId="389"/>
            <ac:inkMk id="125" creationId="{F61453C0-9D36-4B8A-9DE2-1E4DDD84447A}"/>
          </ac:inkMkLst>
        </pc:inkChg>
        <pc:inkChg chg="add del">
          <ac:chgData name="Dr.Sugata Gangopadhyay" userId="5fbd9f87-0a98-489d-9d45-82abac52020a" providerId="ADAL" clId="{C3806F70-F0F3-4FA4-A822-20A3C94AFC14}" dt="2025-02-28T03:06:28.807" v="520"/>
          <ac:inkMkLst>
            <pc:docMk/>
            <pc:sldMk cId="2902307060" sldId="389"/>
            <ac:inkMk id="126" creationId="{54FE1A6E-61D9-4DF9-BCF5-1792DE121C7A}"/>
          </ac:inkMkLst>
        </pc:inkChg>
        <pc:inkChg chg="add del">
          <ac:chgData name="Dr.Sugata Gangopadhyay" userId="5fbd9f87-0a98-489d-9d45-82abac52020a" providerId="ADAL" clId="{C3806F70-F0F3-4FA4-A822-20A3C94AFC14}" dt="2025-02-28T03:06:28.807" v="520"/>
          <ac:inkMkLst>
            <pc:docMk/>
            <pc:sldMk cId="2902307060" sldId="389"/>
            <ac:inkMk id="127" creationId="{14ACD062-E698-49E5-B5E3-97BE050E8F5B}"/>
          </ac:inkMkLst>
        </pc:inkChg>
        <pc:inkChg chg="add del">
          <ac:chgData name="Dr.Sugata Gangopadhyay" userId="5fbd9f87-0a98-489d-9d45-82abac52020a" providerId="ADAL" clId="{C3806F70-F0F3-4FA4-A822-20A3C94AFC14}" dt="2025-02-28T03:06:28.807" v="520"/>
          <ac:inkMkLst>
            <pc:docMk/>
            <pc:sldMk cId="2902307060" sldId="389"/>
            <ac:inkMk id="128" creationId="{43E2B89B-6B00-4172-8C86-AAE66ECB5DA5}"/>
          </ac:inkMkLst>
        </pc:inkChg>
        <pc:inkChg chg="add del">
          <ac:chgData name="Dr.Sugata Gangopadhyay" userId="5fbd9f87-0a98-489d-9d45-82abac52020a" providerId="ADAL" clId="{C3806F70-F0F3-4FA4-A822-20A3C94AFC14}" dt="2025-02-28T03:06:28.807" v="520"/>
          <ac:inkMkLst>
            <pc:docMk/>
            <pc:sldMk cId="2902307060" sldId="389"/>
            <ac:inkMk id="129" creationId="{91685464-DB77-4AD5-8088-30B267038D73}"/>
          </ac:inkMkLst>
        </pc:inkChg>
        <pc:inkChg chg="add del">
          <ac:chgData name="Dr.Sugata Gangopadhyay" userId="5fbd9f87-0a98-489d-9d45-82abac52020a" providerId="ADAL" clId="{C3806F70-F0F3-4FA4-A822-20A3C94AFC14}" dt="2025-02-28T03:06:28.807" v="520"/>
          <ac:inkMkLst>
            <pc:docMk/>
            <pc:sldMk cId="2902307060" sldId="389"/>
            <ac:inkMk id="130" creationId="{4F46AEB5-25F2-4050-A1A0-B78F2A86CA7D}"/>
          </ac:inkMkLst>
        </pc:inkChg>
        <pc:inkChg chg="add del">
          <ac:chgData name="Dr.Sugata Gangopadhyay" userId="5fbd9f87-0a98-489d-9d45-82abac52020a" providerId="ADAL" clId="{C3806F70-F0F3-4FA4-A822-20A3C94AFC14}" dt="2025-02-28T03:06:28.807" v="520"/>
          <ac:inkMkLst>
            <pc:docMk/>
            <pc:sldMk cId="2902307060" sldId="389"/>
            <ac:inkMk id="131" creationId="{52D07620-282B-475F-AF6B-18A55289ECC4}"/>
          </ac:inkMkLst>
        </pc:inkChg>
        <pc:inkChg chg="add del">
          <ac:chgData name="Dr.Sugata Gangopadhyay" userId="5fbd9f87-0a98-489d-9d45-82abac52020a" providerId="ADAL" clId="{C3806F70-F0F3-4FA4-A822-20A3C94AFC14}" dt="2025-02-28T03:06:28.807" v="520"/>
          <ac:inkMkLst>
            <pc:docMk/>
            <pc:sldMk cId="2902307060" sldId="389"/>
            <ac:inkMk id="132" creationId="{26F244BC-9858-491B-809B-70264D3E2840}"/>
          </ac:inkMkLst>
        </pc:inkChg>
        <pc:inkChg chg="add del">
          <ac:chgData name="Dr.Sugata Gangopadhyay" userId="5fbd9f87-0a98-489d-9d45-82abac52020a" providerId="ADAL" clId="{C3806F70-F0F3-4FA4-A822-20A3C94AFC14}" dt="2025-02-28T03:06:28.807" v="520"/>
          <ac:inkMkLst>
            <pc:docMk/>
            <pc:sldMk cId="2902307060" sldId="389"/>
            <ac:inkMk id="133" creationId="{E0CEFA66-17C9-4B4A-B007-289BDA4D7F37}"/>
          </ac:inkMkLst>
        </pc:inkChg>
        <pc:inkChg chg="add del">
          <ac:chgData name="Dr.Sugata Gangopadhyay" userId="5fbd9f87-0a98-489d-9d45-82abac52020a" providerId="ADAL" clId="{C3806F70-F0F3-4FA4-A822-20A3C94AFC14}" dt="2025-02-28T03:06:28.807" v="520"/>
          <ac:inkMkLst>
            <pc:docMk/>
            <pc:sldMk cId="2902307060" sldId="389"/>
            <ac:inkMk id="134" creationId="{E0312BB3-5253-4E31-AA66-7C8E04D1252A}"/>
          </ac:inkMkLst>
        </pc:inkChg>
        <pc:inkChg chg="add del">
          <ac:chgData name="Dr.Sugata Gangopadhyay" userId="5fbd9f87-0a98-489d-9d45-82abac52020a" providerId="ADAL" clId="{C3806F70-F0F3-4FA4-A822-20A3C94AFC14}" dt="2025-02-28T03:06:28.807" v="520"/>
          <ac:inkMkLst>
            <pc:docMk/>
            <pc:sldMk cId="2902307060" sldId="389"/>
            <ac:inkMk id="135" creationId="{B92B1647-4ECD-40BC-B11E-B44414279497}"/>
          </ac:inkMkLst>
        </pc:inkChg>
        <pc:inkChg chg="add del">
          <ac:chgData name="Dr.Sugata Gangopadhyay" userId="5fbd9f87-0a98-489d-9d45-82abac52020a" providerId="ADAL" clId="{C3806F70-F0F3-4FA4-A822-20A3C94AFC14}" dt="2025-02-28T03:06:28.807" v="520"/>
          <ac:inkMkLst>
            <pc:docMk/>
            <pc:sldMk cId="2902307060" sldId="389"/>
            <ac:inkMk id="136" creationId="{961D9B3A-BABA-4110-80B1-CE1FCB6359AE}"/>
          </ac:inkMkLst>
        </pc:inkChg>
        <pc:inkChg chg="add del">
          <ac:chgData name="Dr.Sugata Gangopadhyay" userId="5fbd9f87-0a98-489d-9d45-82abac52020a" providerId="ADAL" clId="{C3806F70-F0F3-4FA4-A822-20A3C94AFC14}" dt="2025-02-28T03:06:31.941" v="525"/>
          <ac:inkMkLst>
            <pc:docMk/>
            <pc:sldMk cId="2902307060" sldId="389"/>
            <ac:inkMk id="137" creationId="{99C22043-E76B-4328-AC38-6CB2829FABBE}"/>
          </ac:inkMkLst>
        </pc:inkChg>
        <pc:inkChg chg="add del">
          <ac:chgData name="Dr.Sugata Gangopadhyay" userId="5fbd9f87-0a98-489d-9d45-82abac52020a" providerId="ADAL" clId="{C3806F70-F0F3-4FA4-A822-20A3C94AFC14}" dt="2025-02-28T03:06:31.941" v="525"/>
          <ac:inkMkLst>
            <pc:docMk/>
            <pc:sldMk cId="2902307060" sldId="389"/>
            <ac:inkMk id="138" creationId="{416F0DFB-847C-4518-8CC6-1E48F177215C}"/>
          </ac:inkMkLst>
        </pc:inkChg>
        <pc:inkChg chg="add del">
          <ac:chgData name="Dr.Sugata Gangopadhyay" userId="5fbd9f87-0a98-489d-9d45-82abac52020a" providerId="ADAL" clId="{C3806F70-F0F3-4FA4-A822-20A3C94AFC14}" dt="2025-02-28T03:06:31.941" v="525"/>
          <ac:inkMkLst>
            <pc:docMk/>
            <pc:sldMk cId="2902307060" sldId="389"/>
            <ac:inkMk id="139" creationId="{10E4D269-27A2-42AF-85F0-C4B2E86CA21B}"/>
          </ac:inkMkLst>
        </pc:inkChg>
        <pc:inkChg chg="add del">
          <ac:chgData name="Dr.Sugata Gangopadhyay" userId="5fbd9f87-0a98-489d-9d45-82abac52020a" providerId="ADAL" clId="{C3806F70-F0F3-4FA4-A822-20A3C94AFC14}" dt="2025-02-28T03:06:31.941" v="525"/>
          <ac:inkMkLst>
            <pc:docMk/>
            <pc:sldMk cId="2902307060" sldId="389"/>
            <ac:inkMk id="140" creationId="{9FFE3C7E-40E5-4E03-9018-83528E9E0B42}"/>
          </ac:inkMkLst>
        </pc:inkChg>
        <pc:inkChg chg="add del">
          <ac:chgData name="Dr.Sugata Gangopadhyay" userId="5fbd9f87-0a98-489d-9d45-82abac52020a" providerId="ADAL" clId="{C3806F70-F0F3-4FA4-A822-20A3C94AFC14}" dt="2025-02-28T03:06:31.941" v="525"/>
          <ac:inkMkLst>
            <pc:docMk/>
            <pc:sldMk cId="2902307060" sldId="389"/>
            <ac:inkMk id="141" creationId="{33E39975-DF98-4197-897F-55009275A115}"/>
          </ac:inkMkLst>
        </pc:inkChg>
        <pc:inkChg chg="add del">
          <ac:chgData name="Dr.Sugata Gangopadhyay" userId="5fbd9f87-0a98-489d-9d45-82abac52020a" providerId="ADAL" clId="{C3806F70-F0F3-4FA4-A822-20A3C94AFC14}" dt="2025-02-28T03:06:31.941" v="525"/>
          <ac:inkMkLst>
            <pc:docMk/>
            <pc:sldMk cId="2902307060" sldId="389"/>
            <ac:inkMk id="142" creationId="{6F5406D9-1850-4D34-8226-E1A4C5FBC87E}"/>
          </ac:inkMkLst>
        </pc:inkChg>
        <pc:inkChg chg="add">
          <ac:chgData name="Dr.Sugata Gangopadhyay" userId="5fbd9f87-0a98-489d-9d45-82abac52020a" providerId="ADAL" clId="{C3806F70-F0F3-4FA4-A822-20A3C94AFC14}" dt="2025-02-28T03:06:31.941" v="525"/>
          <ac:inkMkLst>
            <pc:docMk/>
            <pc:sldMk cId="2902307060" sldId="389"/>
            <ac:inkMk id="143" creationId="{FFBF3FCC-2DA7-48A5-8A35-EB8EC297FC54}"/>
          </ac:inkMkLst>
        </pc:inkChg>
        <pc:inkChg chg="add del">
          <ac:chgData name="Dr.Sugata Gangopadhyay" userId="5fbd9f87-0a98-489d-9d45-82abac52020a" providerId="ADAL" clId="{C3806F70-F0F3-4FA4-A822-20A3C94AFC14}" dt="2025-02-28T03:06:45.447" v="528"/>
          <ac:inkMkLst>
            <pc:docMk/>
            <pc:sldMk cId="2902307060" sldId="389"/>
            <ac:inkMk id="144" creationId="{1DE23940-5E24-4F9A-A302-CF3361691129}"/>
          </ac:inkMkLst>
        </pc:inkChg>
        <pc:inkChg chg="add del">
          <ac:chgData name="Dr.Sugata Gangopadhyay" userId="5fbd9f87-0a98-489d-9d45-82abac52020a" providerId="ADAL" clId="{C3806F70-F0F3-4FA4-A822-20A3C94AFC14}" dt="2025-02-28T03:06:45.447" v="528"/>
          <ac:inkMkLst>
            <pc:docMk/>
            <pc:sldMk cId="2902307060" sldId="389"/>
            <ac:inkMk id="145" creationId="{83DFC3EB-9F02-4212-AA25-1223364347EE}"/>
          </ac:inkMkLst>
        </pc:inkChg>
        <pc:inkChg chg="add del">
          <ac:chgData name="Dr.Sugata Gangopadhyay" userId="5fbd9f87-0a98-489d-9d45-82abac52020a" providerId="ADAL" clId="{C3806F70-F0F3-4FA4-A822-20A3C94AFC14}" dt="2025-02-28T03:06:56.849" v="543"/>
          <ac:inkMkLst>
            <pc:docMk/>
            <pc:sldMk cId="2902307060" sldId="389"/>
            <ac:inkMk id="146" creationId="{9CF2414B-AAA6-4C09-B760-89018939D638}"/>
          </ac:inkMkLst>
        </pc:inkChg>
        <pc:inkChg chg="add del">
          <ac:chgData name="Dr.Sugata Gangopadhyay" userId="5fbd9f87-0a98-489d-9d45-82abac52020a" providerId="ADAL" clId="{C3806F70-F0F3-4FA4-A822-20A3C94AFC14}" dt="2025-02-28T03:06:49.125" v="532"/>
          <ac:inkMkLst>
            <pc:docMk/>
            <pc:sldMk cId="2902307060" sldId="389"/>
            <ac:inkMk id="147" creationId="{93824374-A5DB-413C-AE30-D52979BA7CE6}"/>
          </ac:inkMkLst>
        </pc:inkChg>
        <pc:inkChg chg="add del">
          <ac:chgData name="Dr.Sugata Gangopadhyay" userId="5fbd9f87-0a98-489d-9d45-82abac52020a" providerId="ADAL" clId="{C3806F70-F0F3-4FA4-A822-20A3C94AFC14}" dt="2025-02-28T03:06:49.125" v="532"/>
          <ac:inkMkLst>
            <pc:docMk/>
            <pc:sldMk cId="2902307060" sldId="389"/>
            <ac:inkMk id="148" creationId="{AD53C6BE-E307-42F4-94D0-F1DA917632B4}"/>
          </ac:inkMkLst>
        </pc:inkChg>
        <pc:inkChg chg="add del">
          <ac:chgData name="Dr.Sugata Gangopadhyay" userId="5fbd9f87-0a98-489d-9d45-82abac52020a" providerId="ADAL" clId="{C3806F70-F0F3-4FA4-A822-20A3C94AFC14}" dt="2025-02-28T03:06:49.125" v="532"/>
          <ac:inkMkLst>
            <pc:docMk/>
            <pc:sldMk cId="2902307060" sldId="389"/>
            <ac:inkMk id="149" creationId="{A7E14508-6FF0-4A3E-9323-0A5C1A0EF7CC}"/>
          </ac:inkMkLst>
        </pc:inkChg>
        <pc:inkChg chg="add del">
          <ac:chgData name="Dr.Sugata Gangopadhyay" userId="5fbd9f87-0a98-489d-9d45-82abac52020a" providerId="ADAL" clId="{C3806F70-F0F3-4FA4-A822-20A3C94AFC14}" dt="2025-02-28T03:06:51.564" v="536"/>
          <ac:inkMkLst>
            <pc:docMk/>
            <pc:sldMk cId="2902307060" sldId="389"/>
            <ac:inkMk id="150" creationId="{E4B7160E-4202-4DAF-819E-EF6B0D234B16}"/>
          </ac:inkMkLst>
        </pc:inkChg>
        <pc:inkChg chg="add del">
          <ac:chgData name="Dr.Sugata Gangopadhyay" userId="5fbd9f87-0a98-489d-9d45-82abac52020a" providerId="ADAL" clId="{C3806F70-F0F3-4FA4-A822-20A3C94AFC14}" dt="2025-02-28T03:06:51.564" v="536"/>
          <ac:inkMkLst>
            <pc:docMk/>
            <pc:sldMk cId="2902307060" sldId="389"/>
            <ac:inkMk id="151" creationId="{8942A239-57F5-4236-972E-86F67E432199}"/>
          </ac:inkMkLst>
        </pc:inkChg>
        <pc:inkChg chg="add del">
          <ac:chgData name="Dr.Sugata Gangopadhyay" userId="5fbd9f87-0a98-489d-9d45-82abac52020a" providerId="ADAL" clId="{C3806F70-F0F3-4FA4-A822-20A3C94AFC14}" dt="2025-02-28T03:06:51.564" v="536"/>
          <ac:inkMkLst>
            <pc:docMk/>
            <pc:sldMk cId="2902307060" sldId="389"/>
            <ac:inkMk id="152" creationId="{23550DCF-312E-4DC1-B2F9-0F852445672E}"/>
          </ac:inkMkLst>
        </pc:inkChg>
        <pc:inkChg chg="add del">
          <ac:chgData name="Dr.Sugata Gangopadhyay" userId="5fbd9f87-0a98-489d-9d45-82abac52020a" providerId="ADAL" clId="{C3806F70-F0F3-4FA4-A822-20A3C94AFC14}" dt="2025-02-28T03:06:51.564" v="536"/>
          <ac:inkMkLst>
            <pc:docMk/>
            <pc:sldMk cId="2902307060" sldId="389"/>
            <ac:inkMk id="153" creationId="{9A500AE7-8842-4CF3-ADDA-484DE039AD5F}"/>
          </ac:inkMkLst>
        </pc:inkChg>
        <pc:inkChg chg="add del">
          <ac:chgData name="Dr.Sugata Gangopadhyay" userId="5fbd9f87-0a98-489d-9d45-82abac52020a" providerId="ADAL" clId="{C3806F70-F0F3-4FA4-A822-20A3C94AFC14}" dt="2025-02-28T03:06:56.849" v="543"/>
          <ac:inkMkLst>
            <pc:docMk/>
            <pc:sldMk cId="2902307060" sldId="389"/>
            <ac:inkMk id="154" creationId="{09FE9968-105C-421F-BC28-F1F79DDB8658}"/>
          </ac:inkMkLst>
        </pc:inkChg>
        <pc:inkChg chg="add del">
          <ac:chgData name="Dr.Sugata Gangopadhyay" userId="5fbd9f87-0a98-489d-9d45-82abac52020a" providerId="ADAL" clId="{C3806F70-F0F3-4FA4-A822-20A3C94AFC14}" dt="2025-02-28T03:06:56.849" v="543"/>
          <ac:inkMkLst>
            <pc:docMk/>
            <pc:sldMk cId="2902307060" sldId="389"/>
            <ac:inkMk id="155" creationId="{0219783A-63EB-48FE-895C-4F873CF5C72F}"/>
          </ac:inkMkLst>
        </pc:inkChg>
        <pc:inkChg chg="add del">
          <ac:chgData name="Dr.Sugata Gangopadhyay" userId="5fbd9f87-0a98-489d-9d45-82abac52020a" providerId="ADAL" clId="{C3806F70-F0F3-4FA4-A822-20A3C94AFC14}" dt="2025-02-28T03:06:56.849" v="543"/>
          <ac:inkMkLst>
            <pc:docMk/>
            <pc:sldMk cId="2902307060" sldId="389"/>
            <ac:inkMk id="156" creationId="{FF67AAB7-1492-48C1-9C4D-6AEE9502B180}"/>
          </ac:inkMkLst>
        </pc:inkChg>
        <pc:inkChg chg="add del">
          <ac:chgData name="Dr.Sugata Gangopadhyay" userId="5fbd9f87-0a98-489d-9d45-82abac52020a" providerId="ADAL" clId="{C3806F70-F0F3-4FA4-A822-20A3C94AFC14}" dt="2025-02-28T03:06:56.849" v="543"/>
          <ac:inkMkLst>
            <pc:docMk/>
            <pc:sldMk cId="2902307060" sldId="389"/>
            <ac:inkMk id="157" creationId="{FB9A564E-2222-4F25-AFFC-4FF71DB5554F}"/>
          </ac:inkMkLst>
        </pc:inkChg>
        <pc:inkChg chg="add del">
          <ac:chgData name="Dr.Sugata Gangopadhyay" userId="5fbd9f87-0a98-489d-9d45-82abac52020a" providerId="ADAL" clId="{C3806F70-F0F3-4FA4-A822-20A3C94AFC14}" dt="2025-02-28T03:06:56.849" v="543"/>
          <ac:inkMkLst>
            <pc:docMk/>
            <pc:sldMk cId="2902307060" sldId="389"/>
            <ac:inkMk id="158" creationId="{AFF09E8E-C6FF-43E9-A6D0-B9D458C42A8D}"/>
          </ac:inkMkLst>
        </pc:inkChg>
        <pc:inkChg chg="add del">
          <ac:chgData name="Dr.Sugata Gangopadhyay" userId="5fbd9f87-0a98-489d-9d45-82abac52020a" providerId="ADAL" clId="{C3806F70-F0F3-4FA4-A822-20A3C94AFC14}" dt="2025-02-28T03:07:58.888" v="560"/>
          <ac:inkMkLst>
            <pc:docMk/>
            <pc:sldMk cId="2902307060" sldId="389"/>
            <ac:inkMk id="159" creationId="{6A7C3BF0-92CC-453C-8F9F-A59766257D2D}"/>
          </ac:inkMkLst>
        </pc:inkChg>
        <pc:inkChg chg="add del">
          <ac:chgData name="Dr.Sugata Gangopadhyay" userId="5fbd9f87-0a98-489d-9d45-82abac52020a" providerId="ADAL" clId="{C3806F70-F0F3-4FA4-A822-20A3C94AFC14}" dt="2025-02-28T03:07:58.888" v="560"/>
          <ac:inkMkLst>
            <pc:docMk/>
            <pc:sldMk cId="2902307060" sldId="389"/>
            <ac:inkMk id="160" creationId="{4223A072-E5D1-412E-A5C6-47CF60B264BC}"/>
          </ac:inkMkLst>
        </pc:inkChg>
        <pc:inkChg chg="add del">
          <ac:chgData name="Dr.Sugata Gangopadhyay" userId="5fbd9f87-0a98-489d-9d45-82abac52020a" providerId="ADAL" clId="{C3806F70-F0F3-4FA4-A822-20A3C94AFC14}" dt="2025-02-28T03:07:58.888" v="560"/>
          <ac:inkMkLst>
            <pc:docMk/>
            <pc:sldMk cId="2902307060" sldId="389"/>
            <ac:inkMk id="161" creationId="{0C577A06-95E6-409F-BA32-115F39C60D8F}"/>
          </ac:inkMkLst>
        </pc:inkChg>
        <pc:inkChg chg="add del">
          <ac:chgData name="Dr.Sugata Gangopadhyay" userId="5fbd9f87-0a98-489d-9d45-82abac52020a" providerId="ADAL" clId="{C3806F70-F0F3-4FA4-A822-20A3C94AFC14}" dt="2025-02-28T03:06:56.849" v="543"/>
          <ac:inkMkLst>
            <pc:docMk/>
            <pc:sldMk cId="2902307060" sldId="389"/>
            <ac:inkMk id="162" creationId="{7854739C-47BD-42F7-B0AC-D9C7EC3ED0BB}"/>
          </ac:inkMkLst>
        </pc:inkChg>
        <pc:inkChg chg="add del">
          <ac:chgData name="Dr.Sugata Gangopadhyay" userId="5fbd9f87-0a98-489d-9d45-82abac52020a" providerId="ADAL" clId="{C3806F70-F0F3-4FA4-A822-20A3C94AFC14}" dt="2025-02-28T03:07:58.888" v="560"/>
          <ac:inkMkLst>
            <pc:docMk/>
            <pc:sldMk cId="2902307060" sldId="389"/>
            <ac:inkMk id="163" creationId="{DD200B85-9EEA-4D62-AC79-6C513BB81F41}"/>
          </ac:inkMkLst>
        </pc:inkChg>
        <pc:inkChg chg="add del">
          <ac:chgData name="Dr.Sugata Gangopadhyay" userId="5fbd9f87-0a98-489d-9d45-82abac52020a" providerId="ADAL" clId="{C3806F70-F0F3-4FA4-A822-20A3C94AFC14}" dt="2025-02-28T03:07:29.989" v="549"/>
          <ac:inkMkLst>
            <pc:docMk/>
            <pc:sldMk cId="2902307060" sldId="389"/>
            <ac:inkMk id="164" creationId="{9CF6B1A4-757E-43E7-9134-CBE69D93FC40}"/>
          </ac:inkMkLst>
        </pc:inkChg>
        <pc:inkChg chg="add del">
          <ac:chgData name="Dr.Sugata Gangopadhyay" userId="5fbd9f87-0a98-489d-9d45-82abac52020a" providerId="ADAL" clId="{C3806F70-F0F3-4FA4-A822-20A3C94AFC14}" dt="2025-02-28T03:07:29.989" v="549"/>
          <ac:inkMkLst>
            <pc:docMk/>
            <pc:sldMk cId="2902307060" sldId="389"/>
            <ac:inkMk id="165" creationId="{93DEC07C-739D-46C1-BE29-D72C49A781F8}"/>
          </ac:inkMkLst>
        </pc:inkChg>
        <pc:inkChg chg="add del">
          <ac:chgData name="Dr.Sugata Gangopadhyay" userId="5fbd9f87-0a98-489d-9d45-82abac52020a" providerId="ADAL" clId="{C3806F70-F0F3-4FA4-A822-20A3C94AFC14}" dt="2025-02-28T03:07:29.989" v="549"/>
          <ac:inkMkLst>
            <pc:docMk/>
            <pc:sldMk cId="2902307060" sldId="389"/>
            <ac:inkMk id="166" creationId="{C25302B0-03A2-43E9-A895-DD54D9A15649}"/>
          </ac:inkMkLst>
        </pc:inkChg>
        <pc:inkChg chg="add del">
          <ac:chgData name="Dr.Sugata Gangopadhyay" userId="5fbd9f87-0a98-489d-9d45-82abac52020a" providerId="ADAL" clId="{C3806F70-F0F3-4FA4-A822-20A3C94AFC14}" dt="2025-02-28T03:07:29.989" v="549"/>
          <ac:inkMkLst>
            <pc:docMk/>
            <pc:sldMk cId="2902307060" sldId="389"/>
            <ac:inkMk id="167" creationId="{BA6F338F-E230-4B1C-BCCD-69B711663D8C}"/>
          </ac:inkMkLst>
        </pc:inkChg>
        <pc:inkChg chg="add del">
          <ac:chgData name="Dr.Sugata Gangopadhyay" userId="5fbd9f87-0a98-489d-9d45-82abac52020a" providerId="ADAL" clId="{C3806F70-F0F3-4FA4-A822-20A3C94AFC14}" dt="2025-02-28T03:07:29.989" v="549"/>
          <ac:inkMkLst>
            <pc:docMk/>
            <pc:sldMk cId="2902307060" sldId="389"/>
            <ac:inkMk id="168" creationId="{9BFA3450-6F6B-4D63-8932-1D77A035A863}"/>
          </ac:inkMkLst>
        </pc:inkChg>
        <pc:inkChg chg="add del">
          <ac:chgData name="Dr.Sugata Gangopadhyay" userId="5fbd9f87-0a98-489d-9d45-82abac52020a" providerId="ADAL" clId="{C3806F70-F0F3-4FA4-A822-20A3C94AFC14}" dt="2025-02-28T03:07:35.139" v="556"/>
          <ac:inkMkLst>
            <pc:docMk/>
            <pc:sldMk cId="2902307060" sldId="389"/>
            <ac:inkMk id="169" creationId="{A765C666-F0F7-4EAA-9482-A9764CF5D708}"/>
          </ac:inkMkLst>
        </pc:inkChg>
        <pc:inkChg chg="add del">
          <ac:chgData name="Dr.Sugata Gangopadhyay" userId="5fbd9f87-0a98-489d-9d45-82abac52020a" providerId="ADAL" clId="{C3806F70-F0F3-4FA4-A822-20A3C94AFC14}" dt="2025-02-28T03:07:35.139" v="556"/>
          <ac:inkMkLst>
            <pc:docMk/>
            <pc:sldMk cId="2902307060" sldId="389"/>
            <ac:inkMk id="170" creationId="{ADAFA231-3C5B-47A5-90FB-5694A4C3FF09}"/>
          </ac:inkMkLst>
        </pc:inkChg>
        <pc:inkChg chg="add del">
          <ac:chgData name="Dr.Sugata Gangopadhyay" userId="5fbd9f87-0a98-489d-9d45-82abac52020a" providerId="ADAL" clId="{C3806F70-F0F3-4FA4-A822-20A3C94AFC14}" dt="2025-02-28T03:07:35.139" v="556"/>
          <ac:inkMkLst>
            <pc:docMk/>
            <pc:sldMk cId="2902307060" sldId="389"/>
            <ac:inkMk id="171" creationId="{E4D35E12-E605-41DB-9A09-39C3386F9408}"/>
          </ac:inkMkLst>
        </pc:inkChg>
        <pc:inkChg chg="add del">
          <ac:chgData name="Dr.Sugata Gangopadhyay" userId="5fbd9f87-0a98-489d-9d45-82abac52020a" providerId="ADAL" clId="{C3806F70-F0F3-4FA4-A822-20A3C94AFC14}" dt="2025-02-28T03:07:35.139" v="556"/>
          <ac:inkMkLst>
            <pc:docMk/>
            <pc:sldMk cId="2902307060" sldId="389"/>
            <ac:inkMk id="172" creationId="{D75068BB-B189-4578-9807-D86BADE5EE1E}"/>
          </ac:inkMkLst>
        </pc:inkChg>
        <pc:inkChg chg="add del">
          <ac:chgData name="Dr.Sugata Gangopadhyay" userId="5fbd9f87-0a98-489d-9d45-82abac52020a" providerId="ADAL" clId="{C3806F70-F0F3-4FA4-A822-20A3C94AFC14}" dt="2025-02-28T03:07:35.139" v="556"/>
          <ac:inkMkLst>
            <pc:docMk/>
            <pc:sldMk cId="2902307060" sldId="389"/>
            <ac:inkMk id="173" creationId="{EF6A5B76-290C-4836-ADA0-25EED87E631D}"/>
          </ac:inkMkLst>
        </pc:inkChg>
        <pc:inkChg chg="add del">
          <ac:chgData name="Dr.Sugata Gangopadhyay" userId="5fbd9f87-0a98-489d-9d45-82abac52020a" providerId="ADAL" clId="{C3806F70-F0F3-4FA4-A822-20A3C94AFC14}" dt="2025-02-28T03:07:35.139" v="556"/>
          <ac:inkMkLst>
            <pc:docMk/>
            <pc:sldMk cId="2902307060" sldId="389"/>
            <ac:inkMk id="174" creationId="{D1BE53B3-8396-4CEE-92BE-5C87D0CFEFD4}"/>
          </ac:inkMkLst>
        </pc:inkChg>
        <pc:inkChg chg="add del">
          <ac:chgData name="Dr.Sugata Gangopadhyay" userId="5fbd9f87-0a98-489d-9d45-82abac52020a" providerId="ADAL" clId="{C3806F70-F0F3-4FA4-A822-20A3C94AFC14}" dt="2025-02-28T03:07:35.139" v="556"/>
          <ac:inkMkLst>
            <pc:docMk/>
            <pc:sldMk cId="2902307060" sldId="389"/>
            <ac:inkMk id="175" creationId="{909CC2C9-D30A-45B0-973F-8336A7BCCFB2}"/>
          </ac:inkMkLst>
        </pc:inkChg>
        <pc:inkChg chg="add del">
          <ac:chgData name="Dr.Sugata Gangopadhyay" userId="5fbd9f87-0a98-489d-9d45-82abac52020a" providerId="ADAL" clId="{C3806F70-F0F3-4FA4-A822-20A3C94AFC14}" dt="2025-02-28T03:07:58.888" v="560"/>
          <ac:inkMkLst>
            <pc:docMk/>
            <pc:sldMk cId="2902307060" sldId="389"/>
            <ac:inkMk id="176" creationId="{D9BD47EE-088D-4DFC-976F-2ACE007AFCDB}"/>
          </ac:inkMkLst>
        </pc:inkChg>
        <pc:inkChg chg="add del">
          <ac:chgData name="Dr.Sugata Gangopadhyay" userId="5fbd9f87-0a98-489d-9d45-82abac52020a" providerId="ADAL" clId="{C3806F70-F0F3-4FA4-A822-20A3C94AFC14}" dt="2025-02-28T03:07:58.888" v="560"/>
          <ac:inkMkLst>
            <pc:docMk/>
            <pc:sldMk cId="2902307060" sldId="389"/>
            <ac:inkMk id="177" creationId="{09A0EF8E-1A04-4C66-9616-1E5FE4AA7F86}"/>
          </ac:inkMkLst>
        </pc:inkChg>
        <pc:inkChg chg="add del">
          <ac:chgData name="Dr.Sugata Gangopadhyay" userId="5fbd9f87-0a98-489d-9d45-82abac52020a" providerId="ADAL" clId="{C3806F70-F0F3-4FA4-A822-20A3C94AFC14}" dt="2025-02-28T03:07:58.888" v="560"/>
          <ac:inkMkLst>
            <pc:docMk/>
            <pc:sldMk cId="2902307060" sldId="389"/>
            <ac:inkMk id="178" creationId="{744FC902-A686-41CB-B6E5-D51154721182}"/>
          </ac:inkMkLst>
        </pc:inkChg>
        <pc:inkChg chg="add del">
          <ac:chgData name="Dr.Sugata Gangopadhyay" userId="5fbd9f87-0a98-489d-9d45-82abac52020a" providerId="ADAL" clId="{C3806F70-F0F3-4FA4-A822-20A3C94AFC14}" dt="2025-02-28T03:07:58.888" v="560"/>
          <ac:inkMkLst>
            <pc:docMk/>
            <pc:sldMk cId="2902307060" sldId="389"/>
            <ac:inkMk id="179" creationId="{455C0E99-B37E-405C-AC1F-70A70F2D9CCD}"/>
          </ac:inkMkLst>
        </pc:inkChg>
        <pc:inkChg chg="add del">
          <ac:chgData name="Dr.Sugata Gangopadhyay" userId="5fbd9f87-0a98-489d-9d45-82abac52020a" providerId="ADAL" clId="{C3806F70-F0F3-4FA4-A822-20A3C94AFC14}" dt="2025-02-28T03:07:58.888" v="560"/>
          <ac:inkMkLst>
            <pc:docMk/>
            <pc:sldMk cId="2902307060" sldId="389"/>
            <ac:inkMk id="180" creationId="{A14231F9-151C-41D4-8C95-7E592A4F3473}"/>
          </ac:inkMkLst>
        </pc:inkChg>
        <pc:inkChg chg="add">
          <ac:chgData name="Dr.Sugata Gangopadhyay" userId="5fbd9f87-0a98-489d-9d45-82abac52020a" providerId="ADAL" clId="{C3806F70-F0F3-4FA4-A822-20A3C94AFC14}" dt="2025-02-28T03:07:58.888" v="560"/>
          <ac:inkMkLst>
            <pc:docMk/>
            <pc:sldMk cId="2902307060" sldId="389"/>
            <ac:inkMk id="181" creationId="{11915D64-9407-415F-83D2-A58C761FAC7C}"/>
          </ac:inkMkLst>
        </pc:inkChg>
        <pc:inkChg chg="add del">
          <ac:chgData name="Dr.Sugata Gangopadhyay" userId="5fbd9f87-0a98-489d-9d45-82abac52020a" providerId="ADAL" clId="{C3806F70-F0F3-4FA4-A822-20A3C94AFC14}" dt="2025-02-28T03:08:08.435" v="576"/>
          <ac:inkMkLst>
            <pc:docMk/>
            <pc:sldMk cId="2902307060" sldId="389"/>
            <ac:inkMk id="182" creationId="{C3DD00F7-1B51-42C0-802B-0554D2DF9BA1}"/>
          </ac:inkMkLst>
        </pc:inkChg>
        <pc:inkChg chg="add del">
          <ac:chgData name="Dr.Sugata Gangopadhyay" userId="5fbd9f87-0a98-489d-9d45-82abac52020a" providerId="ADAL" clId="{C3806F70-F0F3-4FA4-A822-20A3C94AFC14}" dt="2025-02-28T03:08:08.435" v="576"/>
          <ac:inkMkLst>
            <pc:docMk/>
            <pc:sldMk cId="2902307060" sldId="389"/>
            <ac:inkMk id="183" creationId="{6825CB74-3421-4713-9E92-ADD3E22A9349}"/>
          </ac:inkMkLst>
        </pc:inkChg>
        <pc:inkChg chg="add del">
          <ac:chgData name="Dr.Sugata Gangopadhyay" userId="5fbd9f87-0a98-489d-9d45-82abac52020a" providerId="ADAL" clId="{C3806F70-F0F3-4FA4-A822-20A3C94AFC14}" dt="2025-02-28T03:08:08.435" v="576"/>
          <ac:inkMkLst>
            <pc:docMk/>
            <pc:sldMk cId="2902307060" sldId="389"/>
            <ac:inkMk id="184" creationId="{3A39B69C-E7AF-43CC-BB92-AC9D654ABB2E}"/>
          </ac:inkMkLst>
        </pc:inkChg>
        <pc:inkChg chg="add del">
          <ac:chgData name="Dr.Sugata Gangopadhyay" userId="5fbd9f87-0a98-489d-9d45-82abac52020a" providerId="ADAL" clId="{C3806F70-F0F3-4FA4-A822-20A3C94AFC14}" dt="2025-02-28T03:08:08.435" v="576"/>
          <ac:inkMkLst>
            <pc:docMk/>
            <pc:sldMk cId="2902307060" sldId="389"/>
            <ac:inkMk id="185" creationId="{AD9CAFC2-0382-40A2-A7AE-7C27F041023B}"/>
          </ac:inkMkLst>
        </pc:inkChg>
        <pc:inkChg chg="add del">
          <ac:chgData name="Dr.Sugata Gangopadhyay" userId="5fbd9f87-0a98-489d-9d45-82abac52020a" providerId="ADAL" clId="{C3806F70-F0F3-4FA4-A822-20A3C94AFC14}" dt="2025-02-28T03:08:08.435" v="576"/>
          <ac:inkMkLst>
            <pc:docMk/>
            <pc:sldMk cId="2902307060" sldId="389"/>
            <ac:inkMk id="186" creationId="{1A0FF599-A9E7-4BF3-A08D-5539FB1BE1E7}"/>
          </ac:inkMkLst>
        </pc:inkChg>
        <pc:inkChg chg="add del">
          <ac:chgData name="Dr.Sugata Gangopadhyay" userId="5fbd9f87-0a98-489d-9d45-82abac52020a" providerId="ADAL" clId="{C3806F70-F0F3-4FA4-A822-20A3C94AFC14}" dt="2025-02-28T03:08:08.435" v="576"/>
          <ac:inkMkLst>
            <pc:docMk/>
            <pc:sldMk cId="2902307060" sldId="389"/>
            <ac:inkMk id="187" creationId="{FA31FFF3-58F6-4854-ABED-68AE7A44BE55}"/>
          </ac:inkMkLst>
        </pc:inkChg>
        <pc:inkChg chg="add del">
          <ac:chgData name="Dr.Sugata Gangopadhyay" userId="5fbd9f87-0a98-489d-9d45-82abac52020a" providerId="ADAL" clId="{C3806F70-F0F3-4FA4-A822-20A3C94AFC14}" dt="2025-02-28T03:08:08.435" v="576"/>
          <ac:inkMkLst>
            <pc:docMk/>
            <pc:sldMk cId="2902307060" sldId="389"/>
            <ac:inkMk id="188" creationId="{02D6A3BB-5BBB-499B-BFCB-D353CDDAA079}"/>
          </ac:inkMkLst>
        </pc:inkChg>
        <pc:inkChg chg="add del">
          <ac:chgData name="Dr.Sugata Gangopadhyay" userId="5fbd9f87-0a98-489d-9d45-82abac52020a" providerId="ADAL" clId="{C3806F70-F0F3-4FA4-A822-20A3C94AFC14}" dt="2025-02-28T03:08:08.435" v="576"/>
          <ac:inkMkLst>
            <pc:docMk/>
            <pc:sldMk cId="2902307060" sldId="389"/>
            <ac:inkMk id="189" creationId="{BEE8862D-6D0D-4A26-8424-590CB067F0EA}"/>
          </ac:inkMkLst>
        </pc:inkChg>
        <pc:inkChg chg="add del">
          <ac:chgData name="Dr.Sugata Gangopadhyay" userId="5fbd9f87-0a98-489d-9d45-82abac52020a" providerId="ADAL" clId="{C3806F70-F0F3-4FA4-A822-20A3C94AFC14}" dt="2025-02-28T03:08:08.435" v="576"/>
          <ac:inkMkLst>
            <pc:docMk/>
            <pc:sldMk cId="2902307060" sldId="389"/>
            <ac:inkMk id="190" creationId="{49EC6719-6A0A-439C-B3F3-BB44372E189C}"/>
          </ac:inkMkLst>
        </pc:inkChg>
        <pc:inkChg chg="add del">
          <ac:chgData name="Dr.Sugata Gangopadhyay" userId="5fbd9f87-0a98-489d-9d45-82abac52020a" providerId="ADAL" clId="{C3806F70-F0F3-4FA4-A822-20A3C94AFC14}" dt="2025-02-28T03:08:08.435" v="576"/>
          <ac:inkMkLst>
            <pc:docMk/>
            <pc:sldMk cId="2902307060" sldId="389"/>
            <ac:inkMk id="191" creationId="{6B47E827-8A5A-4A44-8FBE-48CAD75A6291}"/>
          </ac:inkMkLst>
        </pc:inkChg>
        <pc:inkChg chg="add del">
          <ac:chgData name="Dr.Sugata Gangopadhyay" userId="5fbd9f87-0a98-489d-9d45-82abac52020a" providerId="ADAL" clId="{C3806F70-F0F3-4FA4-A822-20A3C94AFC14}" dt="2025-02-28T03:08:08.435" v="576"/>
          <ac:inkMkLst>
            <pc:docMk/>
            <pc:sldMk cId="2902307060" sldId="389"/>
            <ac:inkMk id="192" creationId="{EE319372-5F4C-4784-8119-F9DD6990D8E5}"/>
          </ac:inkMkLst>
        </pc:inkChg>
        <pc:inkChg chg="add del">
          <ac:chgData name="Dr.Sugata Gangopadhyay" userId="5fbd9f87-0a98-489d-9d45-82abac52020a" providerId="ADAL" clId="{C3806F70-F0F3-4FA4-A822-20A3C94AFC14}" dt="2025-02-28T03:08:08.435" v="576"/>
          <ac:inkMkLst>
            <pc:docMk/>
            <pc:sldMk cId="2902307060" sldId="389"/>
            <ac:inkMk id="193" creationId="{1683F3B6-CD44-4BF4-87A9-4C4A749F04B0}"/>
          </ac:inkMkLst>
        </pc:inkChg>
        <pc:inkChg chg="add del">
          <ac:chgData name="Dr.Sugata Gangopadhyay" userId="5fbd9f87-0a98-489d-9d45-82abac52020a" providerId="ADAL" clId="{C3806F70-F0F3-4FA4-A822-20A3C94AFC14}" dt="2025-02-28T03:08:08.435" v="576"/>
          <ac:inkMkLst>
            <pc:docMk/>
            <pc:sldMk cId="2902307060" sldId="389"/>
            <ac:inkMk id="194" creationId="{4C1C5243-3AEE-4805-9A1C-D20F4516AA32}"/>
          </ac:inkMkLst>
        </pc:inkChg>
        <pc:inkChg chg="add del">
          <ac:chgData name="Dr.Sugata Gangopadhyay" userId="5fbd9f87-0a98-489d-9d45-82abac52020a" providerId="ADAL" clId="{C3806F70-F0F3-4FA4-A822-20A3C94AFC14}" dt="2025-02-28T03:08:08.435" v="576"/>
          <ac:inkMkLst>
            <pc:docMk/>
            <pc:sldMk cId="2902307060" sldId="389"/>
            <ac:inkMk id="195" creationId="{907EB0B3-BC52-4082-9D0E-FA3330629A1F}"/>
          </ac:inkMkLst>
        </pc:inkChg>
        <pc:inkChg chg="add del">
          <ac:chgData name="Dr.Sugata Gangopadhyay" userId="5fbd9f87-0a98-489d-9d45-82abac52020a" providerId="ADAL" clId="{C3806F70-F0F3-4FA4-A822-20A3C94AFC14}" dt="2025-02-28T03:08:08.435" v="576"/>
          <ac:inkMkLst>
            <pc:docMk/>
            <pc:sldMk cId="2902307060" sldId="389"/>
            <ac:inkMk id="196" creationId="{283B8115-0E86-4BCC-89DE-6A973CE1641A}"/>
          </ac:inkMkLst>
        </pc:inkChg>
        <pc:inkChg chg="add">
          <ac:chgData name="Dr.Sugata Gangopadhyay" userId="5fbd9f87-0a98-489d-9d45-82abac52020a" providerId="ADAL" clId="{C3806F70-F0F3-4FA4-A822-20A3C94AFC14}" dt="2025-02-28T03:08:08.435" v="576"/>
          <ac:inkMkLst>
            <pc:docMk/>
            <pc:sldMk cId="2902307060" sldId="389"/>
            <ac:inkMk id="197" creationId="{014FA789-0609-4863-B09B-459FF6C97F82}"/>
          </ac:inkMkLst>
        </pc:inkChg>
        <pc:inkChg chg="add del">
          <ac:chgData name="Dr.Sugata Gangopadhyay" userId="5fbd9f87-0a98-489d-9d45-82abac52020a" providerId="ADAL" clId="{C3806F70-F0F3-4FA4-A822-20A3C94AFC14}" dt="2025-02-28T03:08:44.230" v="602"/>
          <ac:inkMkLst>
            <pc:docMk/>
            <pc:sldMk cId="2902307060" sldId="389"/>
            <ac:inkMk id="198" creationId="{40EB6069-DD2C-4F38-84CA-6B1D3A224DE1}"/>
          </ac:inkMkLst>
        </pc:inkChg>
        <pc:inkChg chg="add">
          <ac:chgData name="Dr.Sugata Gangopadhyay" userId="5fbd9f87-0a98-489d-9d45-82abac52020a" providerId="ADAL" clId="{C3806F70-F0F3-4FA4-A822-20A3C94AFC14}" dt="2025-02-28T03:08:32.714" v="578"/>
          <ac:inkMkLst>
            <pc:docMk/>
            <pc:sldMk cId="2902307060" sldId="389"/>
            <ac:inkMk id="199" creationId="{B4893EF2-6BF2-4E54-9B71-1AE2AF92AA53}"/>
          </ac:inkMkLst>
        </pc:inkChg>
        <pc:inkChg chg="add del">
          <ac:chgData name="Dr.Sugata Gangopadhyay" userId="5fbd9f87-0a98-489d-9d45-82abac52020a" providerId="ADAL" clId="{C3806F70-F0F3-4FA4-A822-20A3C94AFC14}" dt="2025-02-28T03:08:44.230" v="602"/>
          <ac:inkMkLst>
            <pc:docMk/>
            <pc:sldMk cId="2902307060" sldId="389"/>
            <ac:inkMk id="200" creationId="{2192A96B-AAFB-425D-8DA8-27ECE09DC0EE}"/>
          </ac:inkMkLst>
        </pc:inkChg>
        <pc:inkChg chg="add del">
          <ac:chgData name="Dr.Sugata Gangopadhyay" userId="5fbd9f87-0a98-489d-9d45-82abac52020a" providerId="ADAL" clId="{C3806F70-F0F3-4FA4-A822-20A3C94AFC14}" dt="2025-02-28T03:08:44.230" v="602"/>
          <ac:inkMkLst>
            <pc:docMk/>
            <pc:sldMk cId="2902307060" sldId="389"/>
            <ac:inkMk id="201" creationId="{B220561D-A3DB-479D-8BF7-31599A7485E8}"/>
          </ac:inkMkLst>
        </pc:inkChg>
        <pc:inkChg chg="add del">
          <ac:chgData name="Dr.Sugata Gangopadhyay" userId="5fbd9f87-0a98-489d-9d45-82abac52020a" providerId="ADAL" clId="{C3806F70-F0F3-4FA4-A822-20A3C94AFC14}" dt="2025-02-28T03:08:44.230" v="602"/>
          <ac:inkMkLst>
            <pc:docMk/>
            <pc:sldMk cId="2902307060" sldId="389"/>
            <ac:inkMk id="202" creationId="{7D3A2C4B-B666-47E8-A0C8-188B45158E64}"/>
          </ac:inkMkLst>
        </pc:inkChg>
        <pc:inkChg chg="add del">
          <ac:chgData name="Dr.Sugata Gangopadhyay" userId="5fbd9f87-0a98-489d-9d45-82abac52020a" providerId="ADAL" clId="{C3806F70-F0F3-4FA4-A822-20A3C94AFC14}" dt="2025-02-28T03:08:44.230" v="602"/>
          <ac:inkMkLst>
            <pc:docMk/>
            <pc:sldMk cId="2902307060" sldId="389"/>
            <ac:inkMk id="203" creationId="{AE476C91-C9EA-44EC-8E28-04F54EE7154D}"/>
          </ac:inkMkLst>
        </pc:inkChg>
        <pc:inkChg chg="add del">
          <ac:chgData name="Dr.Sugata Gangopadhyay" userId="5fbd9f87-0a98-489d-9d45-82abac52020a" providerId="ADAL" clId="{C3806F70-F0F3-4FA4-A822-20A3C94AFC14}" dt="2025-02-28T03:08:44.230" v="602"/>
          <ac:inkMkLst>
            <pc:docMk/>
            <pc:sldMk cId="2902307060" sldId="389"/>
            <ac:inkMk id="204" creationId="{0603D47B-F10B-4770-958E-DFF2F7D20BA5}"/>
          </ac:inkMkLst>
        </pc:inkChg>
        <pc:inkChg chg="add del">
          <ac:chgData name="Dr.Sugata Gangopadhyay" userId="5fbd9f87-0a98-489d-9d45-82abac52020a" providerId="ADAL" clId="{C3806F70-F0F3-4FA4-A822-20A3C94AFC14}" dt="2025-02-28T03:08:44.230" v="602"/>
          <ac:inkMkLst>
            <pc:docMk/>
            <pc:sldMk cId="2902307060" sldId="389"/>
            <ac:inkMk id="205" creationId="{5E4BC80D-48AD-412D-AF1C-2B1B22A0D5BF}"/>
          </ac:inkMkLst>
        </pc:inkChg>
        <pc:inkChg chg="add del">
          <ac:chgData name="Dr.Sugata Gangopadhyay" userId="5fbd9f87-0a98-489d-9d45-82abac52020a" providerId="ADAL" clId="{C3806F70-F0F3-4FA4-A822-20A3C94AFC14}" dt="2025-02-28T03:08:44.230" v="602"/>
          <ac:inkMkLst>
            <pc:docMk/>
            <pc:sldMk cId="2902307060" sldId="389"/>
            <ac:inkMk id="206" creationId="{B690BD6D-C355-498E-BE4C-92FB837476A5}"/>
          </ac:inkMkLst>
        </pc:inkChg>
        <pc:inkChg chg="add del">
          <ac:chgData name="Dr.Sugata Gangopadhyay" userId="5fbd9f87-0a98-489d-9d45-82abac52020a" providerId="ADAL" clId="{C3806F70-F0F3-4FA4-A822-20A3C94AFC14}" dt="2025-02-28T03:08:44.230" v="602"/>
          <ac:inkMkLst>
            <pc:docMk/>
            <pc:sldMk cId="2902307060" sldId="389"/>
            <ac:inkMk id="207" creationId="{5898001D-D2DB-4CAC-8C90-C3D66C25B541}"/>
          </ac:inkMkLst>
        </pc:inkChg>
        <pc:inkChg chg="add del">
          <ac:chgData name="Dr.Sugata Gangopadhyay" userId="5fbd9f87-0a98-489d-9d45-82abac52020a" providerId="ADAL" clId="{C3806F70-F0F3-4FA4-A822-20A3C94AFC14}" dt="2025-02-28T03:08:44.230" v="602"/>
          <ac:inkMkLst>
            <pc:docMk/>
            <pc:sldMk cId="2902307060" sldId="389"/>
            <ac:inkMk id="208" creationId="{ABF8E609-155A-46CA-B9E4-5634FB46D82E}"/>
          </ac:inkMkLst>
        </pc:inkChg>
        <pc:inkChg chg="add del">
          <ac:chgData name="Dr.Sugata Gangopadhyay" userId="5fbd9f87-0a98-489d-9d45-82abac52020a" providerId="ADAL" clId="{C3806F70-F0F3-4FA4-A822-20A3C94AFC14}" dt="2025-02-28T03:08:44.230" v="602"/>
          <ac:inkMkLst>
            <pc:docMk/>
            <pc:sldMk cId="2902307060" sldId="389"/>
            <ac:inkMk id="209" creationId="{5DC273FA-3ECE-4917-AE7C-E9B2C6800E50}"/>
          </ac:inkMkLst>
        </pc:inkChg>
        <pc:inkChg chg="add del">
          <ac:chgData name="Dr.Sugata Gangopadhyay" userId="5fbd9f87-0a98-489d-9d45-82abac52020a" providerId="ADAL" clId="{C3806F70-F0F3-4FA4-A822-20A3C94AFC14}" dt="2025-02-28T03:08:44.230" v="602"/>
          <ac:inkMkLst>
            <pc:docMk/>
            <pc:sldMk cId="2902307060" sldId="389"/>
            <ac:inkMk id="210" creationId="{8649E639-7AEF-4019-84B5-21412EE74883}"/>
          </ac:inkMkLst>
        </pc:inkChg>
        <pc:inkChg chg="add del">
          <ac:chgData name="Dr.Sugata Gangopadhyay" userId="5fbd9f87-0a98-489d-9d45-82abac52020a" providerId="ADAL" clId="{C3806F70-F0F3-4FA4-A822-20A3C94AFC14}" dt="2025-02-28T03:08:44.230" v="602"/>
          <ac:inkMkLst>
            <pc:docMk/>
            <pc:sldMk cId="2902307060" sldId="389"/>
            <ac:inkMk id="211" creationId="{C087DE45-18BF-4123-B7CA-B6CAF04AC07F}"/>
          </ac:inkMkLst>
        </pc:inkChg>
        <pc:inkChg chg="add del">
          <ac:chgData name="Dr.Sugata Gangopadhyay" userId="5fbd9f87-0a98-489d-9d45-82abac52020a" providerId="ADAL" clId="{C3806F70-F0F3-4FA4-A822-20A3C94AFC14}" dt="2025-02-28T03:08:44.230" v="602"/>
          <ac:inkMkLst>
            <pc:docMk/>
            <pc:sldMk cId="2902307060" sldId="389"/>
            <ac:inkMk id="212" creationId="{7DD59F59-FA2A-4218-BB65-CB3BF57C8886}"/>
          </ac:inkMkLst>
        </pc:inkChg>
        <pc:inkChg chg="add del">
          <ac:chgData name="Dr.Sugata Gangopadhyay" userId="5fbd9f87-0a98-489d-9d45-82abac52020a" providerId="ADAL" clId="{C3806F70-F0F3-4FA4-A822-20A3C94AFC14}" dt="2025-02-28T03:08:44.230" v="602"/>
          <ac:inkMkLst>
            <pc:docMk/>
            <pc:sldMk cId="2902307060" sldId="389"/>
            <ac:inkMk id="213" creationId="{D7968334-1AC6-43E5-AF74-18CFF663F231}"/>
          </ac:inkMkLst>
        </pc:inkChg>
        <pc:inkChg chg="add del">
          <ac:chgData name="Dr.Sugata Gangopadhyay" userId="5fbd9f87-0a98-489d-9d45-82abac52020a" providerId="ADAL" clId="{C3806F70-F0F3-4FA4-A822-20A3C94AFC14}" dt="2025-02-28T03:08:44.230" v="602"/>
          <ac:inkMkLst>
            <pc:docMk/>
            <pc:sldMk cId="2902307060" sldId="389"/>
            <ac:inkMk id="214" creationId="{112A4D71-3CA8-4776-91BB-C81DF8CE100D}"/>
          </ac:inkMkLst>
        </pc:inkChg>
        <pc:inkChg chg="add del">
          <ac:chgData name="Dr.Sugata Gangopadhyay" userId="5fbd9f87-0a98-489d-9d45-82abac52020a" providerId="ADAL" clId="{C3806F70-F0F3-4FA4-A822-20A3C94AFC14}" dt="2025-02-28T03:08:44.230" v="602"/>
          <ac:inkMkLst>
            <pc:docMk/>
            <pc:sldMk cId="2902307060" sldId="389"/>
            <ac:inkMk id="215" creationId="{12720CF6-B237-4341-8D39-A25F298B2536}"/>
          </ac:inkMkLst>
        </pc:inkChg>
        <pc:inkChg chg="add del">
          <ac:chgData name="Dr.Sugata Gangopadhyay" userId="5fbd9f87-0a98-489d-9d45-82abac52020a" providerId="ADAL" clId="{C3806F70-F0F3-4FA4-A822-20A3C94AFC14}" dt="2025-02-28T03:08:44.230" v="602"/>
          <ac:inkMkLst>
            <pc:docMk/>
            <pc:sldMk cId="2902307060" sldId="389"/>
            <ac:inkMk id="216" creationId="{95AFDA86-1C87-4A55-8DB6-CCA76CD6479A}"/>
          </ac:inkMkLst>
        </pc:inkChg>
        <pc:inkChg chg="add del">
          <ac:chgData name="Dr.Sugata Gangopadhyay" userId="5fbd9f87-0a98-489d-9d45-82abac52020a" providerId="ADAL" clId="{C3806F70-F0F3-4FA4-A822-20A3C94AFC14}" dt="2025-02-28T03:08:44.230" v="602"/>
          <ac:inkMkLst>
            <pc:docMk/>
            <pc:sldMk cId="2902307060" sldId="389"/>
            <ac:inkMk id="217" creationId="{2CC13EA2-B89A-4007-A895-CD09F08126A4}"/>
          </ac:inkMkLst>
        </pc:inkChg>
        <pc:inkChg chg="add del">
          <ac:chgData name="Dr.Sugata Gangopadhyay" userId="5fbd9f87-0a98-489d-9d45-82abac52020a" providerId="ADAL" clId="{C3806F70-F0F3-4FA4-A822-20A3C94AFC14}" dt="2025-02-28T03:08:44.230" v="602"/>
          <ac:inkMkLst>
            <pc:docMk/>
            <pc:sldMk cId="2902307060" sldId="389"/>
            <ac:inkMk id="218" creationId="{1041755D-435A-49B1-BCA6-14D7FE683C59}"/>
          </ac:inkMkLst>
        </pc:inkChg>
        <pc:inkChg chg="add del">
          <ac:chgData name="Dr.Sugata Gangopadhyay" userId="5fbd9f87-0a98-489d-9d45-82abac52020a" providerId="ADAL" clId="{C3806F70-F0F3-4FA4-A822-20A3C94AFC14}" dt="2025-02-28T03:08:44.230" v="602"/>
          <ac:inkMkLst>
            <pc:docMk/>
            <pc:sldMk cId="2902307060" sldId="389"/>
            <ac:inkMk id="219" creationId="{275500FB-4D94-4A8A-B6C9-1E8A8E9F331F}"/>
          </ac:inkMkLst>
        </pc:inkChg>
        <pc:inkChg chg="add del">
          <ac:chgData name="Dr.Sugata Gangopadhyay" userId="5fbd9f87-0a98-489d-9d45-82abac52020a" providerId="ADAL" clId="{C3806F70-F0F3-4FA4-A822-20A3C94AFC14}" dt="2025-02-28T03:08:44.230" v="602"/>
          <ac:inkMkLst>
            <pc:docMk/>
            <pc:sldMk cId="2902307060" sldId="389"/>
            <ac:inkMk id="220" creationId="{CB72B811-CE02-446F-9B3C-B06FF4417D7E}"/>
          </ac:inkMkLst>
        </pc:inkChg>
        <pc:inkChg chg="add del">
          <ac:chgData name="Dr.Sugata Gangopadhyay" userId="5fbd9f87-0a98-489d-9d45-82abac52020a" providerId="ADAL" clId="{C3806F70-F0F3-4FA4-A822-20A3C94AFC14}" dt="2025-02-28T03:08:44.230" v="602"/>
          <ac:inkMkLst>
            <pc:docMk/>
            <pc:sldMk cId="2902307060" sldId="389"/>
            <ac:inkMk id="221" creationId="{C0220EF8-9A30-4320-A952-15C777E01E8A}"/>
          </ac:inkMkLst>
        </pc:inkChg>
        <pc:inkChg chg="add">
          <ac:chgData name="Dr.Sugata Gangopadhyay" userId="5fbd9f87-0a98-489d-9d45-82abac52020a" providerId="ADAL" clId="{C3806F70-F0F3-4FA4-A822-20A3C94AFC14}" dt="2025-02-28T03:08:43.561" v="601"/>
          <ac:inkMkLst>
            <pc:docMk/>
            <pc:sldMk cId="2902307060" sldId="389"/>
            <ac:inkMk id="222" creationId="{1A39056C-10A1-4FA0-A6A5-6BB6987FED3E}"/>
          </ac:inkMkLst>
        </pc:inkChg>
        <pc:inkChg chg="add">
          <ac:chgData name="Dr.Sugata Gangopadhyay" userId="5fbd9f87-0a98-489d-9d45-82abac52020a" providerId="ADAL" clId="{C3806F70-F0F3-4FA4-A822-20A3C94AFC14}" dt="2025-02-28T03:08:44.230" v="602"/>
          <ac:inkMkLst>
            <pc:docMk/>
            <pc:sldMk cId="2902307060" sldId="389"/>
            <ac:inkMk id="223" creationId="{DDE9948D-7980-43FF-ACCA-339F969F6857}"/>
          </ac:inkMkLst>
        </pc:inkChg>
        <pc:inkChg chg="add">
          <ac:chgData name="Dr.Sugata Gangopadhyay" userId="5fbd9f87-0a98-489d-9d45-82abac52020a" providerId="ADAL" clId="{C3806F70-F0F3-4FA4-A822-20A3C94AFC14}" dt="2025-02-28T03:08:44.230" v="602"/>
          <ac:inkMkLst>
            <pc:docMk/>
            <pc:sldMk cId="2902307060" sldId="389"/>
            <ac:inkMk id="224" creationId="{43529B1C-FE66-43B6-8546-181D1E46DFD0}"/>
          </ac:inkMkLst>
        </pc:inkChg>
        <pc:inkChg chg="add">
          <ac:chgData name="Dr.Sugata Gangopadhyay" userId="5fbd9f87-0a98-489d-9d45-82abac52020a" providerId="ADAL" clId="{C3806F70-F0F3-4FA4-A822-20A3C94AFC14}" dt="2025-02-28T03:08:44.230" v="602"/>
          <ac:inkMkLst>
            <pc:docMk/>
            <pc:sldMk cId="2902307060" sldId="389"/>
            <ac:inkMk id="225" creationId="{AA31D3ED-0880-4579-86A3-71B9E3C7616D}"/>
          </ac:inkMkLst>
        </pc:inkChg>
        <pc:inkChg chg="add">
          <ac:chgData name="Dr.Sugata Gangopadhyay" userId="5fbd9f87-0a98-489d-9d45-82abac52020a" providerId="ADAL" clId="{C3806F70-F0F3-4FA4-A822-20A3C94AFC14}" dt="2025-02-28T03:08:44.230" v="602"/>
          <ac:inkMkLst>
            <pc:docMk/>
            <pc:sldMk cId="2902307060" sldId="389"/>
            <ac:inkMk id="226" creationId="{37B190F7-A6FF-4F5A-8A36-75C8E86EAA57}"/>
          </ac:inkMkLst>
        </pc:inkChg>
        <pc:inkChg chg="add">
          <ac:chgData name="Dr.Sugata Gangopadhyay" userId="5fbd9f87-0a98-489d-9d45-82abac52020a" providerId="ADAL" clId="{C3806F70-F0F3-4FA4-A822-20A3C94AFC14}" dt="2025-02-28T03:08:44.230" v="602"/>
          <ac:inkMkLst>
            <pc:docMk/>
            <pc:sldMk cId="2902307060" sldId="389"/>
            <ac:inkMk id="227" creationId="{E5DB6975-315B-49B4-90B2-97F2687049B5}"/>
          </ac:inkMkLst>
        </pc:inkChg>
        <pc:inkChg chg="add">
          <ac:chgData name="Dr.Sugata Gangopadhyay" userId="5fbd9f87-0a98-489d-9d45-82abac52020a" providerId="ADAL" clId="{C3806F70-F0F3-4FA4-A822-20A3C94AFC14}" dt="2025-02-28T03:08:44.230" v="602"/>
          <ac:inkMkLst>
            <pc:docMk/>
            <pc:sldMk cId="2902307060" sldId="389"/>
            <ac:inkMk id="228" creationId="{B7048470-220F-4AF0-BF8A-5F7E5489FFB8}"/>
          </ac:inkMkLst>
        </pc:inkChg>
      </pc:sldChg>
      <pc:sldChg chg="addSp delSp add">
        <pc:chgData name="Dr.Sugata Gangopadhyay" userId="5fbd9f87-0a98-489d-9d45-82abac52020a" providerId="ADAL" clId="{C3806F70-F0F3-4FA4-A822-20A3C94AFC14}" dt="2025-02-28T03:20:18.419" v="956"/>
        <pc:sldMkLst>
          <pc:docMk/>
          <pc:sldMk cId="2844074674" sldId="390"/>
        </pc:sldMkLst>
        <pc:inkChg chg="add del">
          <ac:chgData name="Dr.Sugata Gangopadhyay" userId="5fbd9f87-0a98-489d-9d45-82abac52020a" providerId="ADAL" clId="{C3806F70-F0F3-4FA4-A822-20A3C94AFC14}" dt="2025-02-28T03:10:30.739" v="608"/>
          <ac:inkMkLst>
            <pc:docMk/>
            <pc:sldMk cId="2844074674" sldId="390"/>
            <ac:inkMk id="2" creationId="{4CF32FB2-AA1B-42AA-AD10-5E41767563DD}"/>
          </ac:inkMkLst>
        </pc:inkChg>
        <pc:inkChg chg="add del">
          <ac:chgData name="Dr.Sugata Gangopadhyay" userId="5fbd9f87-0a98-489d-9d45-82abac52020a" providerId="ADAL" clId="{C3806F70-F0F3-4FA4-A822-20A3C94AFC14}" dt="2025-02-28T03:10:30.739" v="608"/>
          <ac:inkMkLst>
            <pc:docMk/>
            <pc:sldMk cId="2844074674" sldId="390"/>
            <ac:inkMk id="3" creationId="{73E9BB91-F8FF-45CA-9750-30DE4BEA1745}"/>
          </ac:inkMkLst>
        </pc:inkChg>
        <pc:inkChg chg="add del">
          <ac:chgData name="Dr.Sugata Gangopadhyay" userId="5fbd9f87-0a98-489d-9d45-82abac52020a" providerId="ADAL" clId="{C3806F70-F0F3-4FA4-A822-20A3C94AFC14}" dt="2025-02-28T03:10:30.739" v="608"/>
          <ac:inkMkLst>
            <pc:docMk/>
            <pc:sldMk cId="2844074674" sldId="390"/>
            <ac:inkMk id="4" creationId="{40B54DB7-3E6F-4091-8816-C6F0E0CD8FFB}"/>
          </ac:inkMkLst>
        </pc:inkChg>
        <pc:inkChg chg="add del">
          <ac:chgData name="Dr.Sugata Gangopadhyay" userId="5fbd9f87-0a98-489d-9d45-82abac52020a" providerId="ADAL" clId="{C3806F70-F0F3-4FA4-A822-20A3C94AFC14}" dt="2025-02-28T03:10:30.739" v="608"/>
          <ac:inkMkLst>
            <pc:docMk/>
            <pc:sldMk cId="2844074674" sldId="390"/>
            <ac:inkMk id="5" creationId="{73F51A49-F963-497E-AC3F-574BD7CBAB1D}"/>
          </ac:inkMkLst>
        </pc:inkChg>
        <pc:inkChg chg="add">
          <ac:chgData name="Dr.Sugata Gangopadhyay" userId="5fbd9f87-0a98-489d-9d45-82abac52020a" providerId="ADAL" clId="{C3806F70-F0F3-4FA4-A822-20A3C94AFC14}" dt="2025-02-28T03:10:29.978" v="607"/>
          <ac:inkMkLst>
            <pc:docMk/>
            <pc:sldMk cId="2844074674" sldId="390"/>
            <ac:inkMk id="6" creationId="{70198106-94DE-4A19-A1DC-EE90E05C5B14}"/>
          </ac:inkMkLst>
        </pc:inkChg>
        <pc:inkChg chg="add">
          <ac:chgData name="Dr.Sugata Gangopadhyay" userId="5fbd9f87-0a98-489d-9d45-82abac52020a" providerId="ADAL" clId="{C3806F70-F0F3-4FA4-A822-20A3C94AFC14}" dt="2025-02-28T03:10:30.739" v="608"/>
          <ac:inkMkLst>
            <pc:docMk/>
            <pc:sldMk cId="2844074674" sldId="390"/>
            <ac:inkMk id="7" creationId="{EED1601D-D31B-4F18-97BB-0ED0DD2F3FA1}"/>
          </ac:inkMkLst>
        </pc:inkChg>
        <pc:inkChg chg="add del">
          <ac:chgData name="Dr.Sugata Gangopadhyay" userId="5fbd9f87-0a98-489d-9d45-82abac52020a" providerId="ADAL" clId="{C3806F70-F0F3-4FA4-A822-20A3C94AFC14}" dt="2025-02-28T03:10:41.895" v="617"/>
          <ac:inkMkLst>
            <pc:docMk/>
            <pc:sldMk cId="2844074674" sldId="390"/>
            <ac:inkMk id="8" creationId="{C40309E5-24D6-4828-83AC-A69580842375}"/>
          </ac:inkMkLst>
        </pc:inkChg>
        <pc:inkChg chg="add del">
          <ac:chgData name="Dr.Sugata Gangopadhyay" userId="5fbd9f87-0a98-489d-9d45-82abac52020a" providerId="ADAL" clId="{C3806F70-F0F3-4FA4-A822-20A3C94AFC14}" dt="2025-02-28T03:10:41.895" v="617"/>
          <ac:inkMkLst>
            <pc:docMk/>
            <pc:sldMk cId="2844074674" sldId="390"/>
            <ac:inkMk id="9" creationId="{5C34C965-0F61-4AE5-A010-1EADB14CC6F8}"/>
          </ac:inkMkLst>
        </pc:inkChg>
        <pc:inkChg chg="add del">
          <ac:chgData name="Dr.Sugata Gangopadhyay" userId="5fbd9f87-0a98-489d-9d45-82abac52020a" providerId="ADAL" clId="{C3806F70-F0F3-4FA4-A822-20A3C94AFC14}" dt="2025-02-28T03:10:41.895" v="617"/>
          <ac:inkMkLst>
            <pc:docMk/>
            <pc:sldMk cId="2844074674" sldId="390"/>
            <ac:inkMk id="10" creationId="{07D71412-BBFE-4AB1-8A97-F45D6DFB9E24}"/>
          </ac:inkMkLst>
        </pc:inkChg>
        <pc:inkChg chg="add del">
          <ac:chgData name="Dr.Sugata Gangopadhyay" userId="5fbd9f87-0a98-489d-9d45-82abac52020a" providerId="ADAL" clId="{C3806F70-F0F3-4FA4-A822-20A3C94AFC14}" dt="2025-02-28T03:10:41.895" v="617"/>
          <ac:inkMkLst>
            <pc:docMk/>
            <pc:sldMk cId="2844074674" sldId="390"/>
            <ac:inkMk id="11" creationId="{ED30ACD4-5A03-4A72-B820-6A749C15E5F3}"/>
          </ac:inkMkLst>
        </pc:inkChg>
        <pc:inkChg chg="add del">
          <ac:chgData name="Dr.Sugata Gangopadhyay" userId="5fbd9f87-0a98-489d-9d45-82abac52020a" providerId="ADAL" clId="{C3806F70-F0F3-4FA4-A822-20A3C94AFC14}" dt="2025-02-28T03:10:41.895" v="617"/>
          <ac:inkMkLst>
            <pc:docMk/>
            <pc:sldMk cId="2844074674" sldId="390"/>
            <ac:inkMk id="12" creationId="{3C17BEC9-7254-4731-B393-DF214A84F2EE}"/>
          </ac:inkMkLst>
        </pc:inkChg>
        <pc:inkChg chg="add del">
          <ac:chgData name="Dr.Sugata Gangopadhyay" userId="5fbd9f87-0a98-489d-9d45-82abac52020a" providerId="ADAL" clId="{C3806F70-F0F3-4FA4-A822-20A3C94AFC14}" dt="2025-02-28T03:10:41.895" v="617"/>
          <ac:inkMkLst>
            <pc:docMk/>
            <pc:sldMk cId="2844074674" sldId="390"/>
            <ac:inkMk id="13" creationId="{D8255389-5966-49A2-A8C0-D9B9D774C292}"/>
          </ac:inkMkLst>
        </pc:inkChg>
        <pc:inkChg chg="add del">
          <ac:chgData name="Dr.Sugata Gangopadhyay" userId="5fbd9f87-0a98-489d-9d45-82abac52020a" providerId="ADAL" clId="{C3806F70-F0F3-4FA4-A822-20A3C94AFC14}" dt="2025-02-28T03:10:41.895" v="617"/>
          <ac:inkMkLst>
            <pc:docMk/>
            <pc:sldMk cId="2844074674" sldId="390"/>
            <ac:inkMk id="14" creationId="{435BFB9F-DEA9-4DFE-8DC4-B8B37091A78D}"/>
          </ac:inkMkLst>
        </pc:inkChg>
        <pc:inkChg chg="add del">
          <ac:chgData name="Dr.Sugata Gangopadhyay" userId="5fbd9f87-0a98-489d-9d45-82abac52020a" providerId="ADAL" clId="{C3806F70-F0F3-4FA4-A822-20A3C94AFC14}" dt="2025-02-28T03:10:41.895" v="617"/>
          <ac:inkMkLst>
            <pc:docMk/>
            <pc:sldMk cId="2844074674" sldId="390"/>
            <ac:inkMk id="15" creationId="{12A3AFD0-8BB9-49AB-88B6-2B04A82EF8EF}"/>
          </ac:inkMkLst>
        </pc:inkChg>
        <pc:inkChg chg="add del">
          <ac:chgData name="Dr.Sugata Gangopadhyay" userId="5fbd9f87-0a98-489d-9d45-82abac52020a" providerId="ADAL" clId="{C3806F70-F0F3-4FA4-A822-20A3C94AFC14}" dt="2025-02-28T03:10:43.799" v="620"/>
          <ac:inkMkLst>
            <pc:docMk/>
            <pc:sldMk cId="2844074674" sldId="390"/>
            <ac:inkMk id="16" creationId="{7CA5EA17-FEF6-4530-AAB7-4975072750F1}"/>
          </ac:inkMkLst>
        </pc:inkChg>
        <pc:inkChg chg="add del">
          <ac:chgData name="Dr.Sugata Gangopadhyay" userId="5fbd9f87-0a98-489d-9d45-82abac52020a" providerId="ADAL" clId="{C3806F70-F0F3-4FA4-A822-20A3C94AFC14}" dt="2025-02-28T03:10:43.799" v="620"/>
          <ac:inkMkLst>
            <pc:docMk/>
            <pc:sldMk cId="2844074674" sldId="390"/>
            <ac:inkMk id="17" creationId="{C79583E1-ABD9-47B5-B877-06F8FADEB4CD}"/>
          </ac:inkMkLst>
        </pc:inkChg>
        <pc:inkChg chg="add del">
          <ac:chgData name="Dr.Sugata Gangopadhyay" userId="5fbd9f87-0a98-489d-9d45-82abac52020a" providerId="ADAL" clId="{C3806F70-F0F3-4FA4-A822-20A3C94AFC14}" dt="2025-02-28T03:10:43.799" v="620"/>
          <ac:inkMkLst>
            <pc:docMk/>
            <pc:sldMk cId="2844074674" sldId="390"/>
            <ac:inkMk id="18" creationId="{C1E9CE50-CE2B-4190-855D-983C83433CF2}"/>
          </ac:inkMkLst>
        </pc:inkChg>
        <pc:inkChg chg="add">
          <ac:chgData name="Dr.Sugata Gangopadhyay" userId="5fbd9f87-0a98-489d-9d45-82abac52020a" providerId="ADAL" clId="{C3806F70-F0F3-4FA4-A822-20A3C94AFC14}" dt="2025-02-28T03:10:43.799" v="620"/>
          <ac:inkMkLst>
            <pc:docMk/>
            <pc:sldMk cId="2844074674" sldId="390"/>
            <ac:inkMk id="19" creationId="{23FDBF1A-0FF0-46F4-A37B-98E3ECDBA369}"/>
          </ac:inkMkLst>
        </pc:inkChg>
        <pc:inkChg chg="add del">
          <ac:chgData name="Dr.Sugata Gangopadhyay" userId="5fbd9f87-0a98-489d-9d45-82abac52020a" providerId="ADAL" clId="{C3806F70-F0F3-4FA4-A822-20A3C94AFC14}" dt="2025-02-28T03:10:47.356" v="629"/>
          <ac:inkMkLst>
            <pc:docMk/>
            <pc:sldMk cId="2844074674" sldId="390"/>
            <ac:inkMk id="20" creationId="{416373CD-8878-4E63-AE82-66DD8A5EFE77}"/>
          </ac:inkMkLst>
        </pc:inkChg>
        <pc:inkChg chg="add del">
          <ac:chgData name="Dr.Sugata Gangopadhyay" userId="5fbd9f87-0a98-489d-9d45-82abac52020a" providerId="ADAL" clId="{C3806F70-F0F3-4FA4-A822-20A3C94AFC14}" dt="2025-02-28T03:10:47.356" v="629"/>
          <ac:inkMkLst>
            <pc:docMk/>
            <pc:sldMk cId="2844074674" sldId="390"/>
            <ac:inkMk id="21" creationId="{55F6A17A-9C0D-4681-A96E-1AACCAA6423B}"/>
          </ac:inkMkLst>
        </pc:inkChg>
        <pc:inkChg chg="add del">
          <ac:chgData name="Dr.Sugata Gangopadhyay" userId="5fbd9f87-0a98-489d-9d45-82abac52020a" providerId="ADAL" clId="{C3806F70-F0F3-4FA4-A822-20A3C94AFC14}" dt="2025-02-28T03:10:47.356" v="629"/>
          <ac:inkMkLst>
            <pc:docMk/>
            <pc:sldMk cId="2844074674" sldId="390"/>
            <ac:inkMk id="22" creationId="{CBD5FEEC-FA56-4ECF-A726-DA45B895C64A}"/>
          </ac:inkMkLst>
        </pc:inkChg>
        <pc:inkChg chg="add del">
          <ac:chgData name="Dr.Sugata Gangopadhyay" userId="5fbd9f87-0a98-489d-9d45-82abac52020a" providerId="ADAL" clId="{C3806F70-F0F3-4FA4-A822-20A3C94AFC14}" dt="2025-02-28T03:10:47.356" v="629"/>
          <ac:inkMkLst>
            <pc:docMk/>
            <pc:sldMk cId="2844074674" sldId="390"/>
            <ac:inkMk id="23" creationId="{173ECECD-A335-4F52-9D53-574583A85D9B}"/>
          </ac:inkMkLst>
        </pc:inkChg>
        <pc:inkChg chg="add del">
          <ac:chgData name="Dr.Sugata Gangopadhyay" userId="5fbd9f87-0a98-489d-9d45-82abac52020a" providerId="ADAL" clId="{C3806F70-F0F3-4FA4-A822-20A3C94AFC14}" dt="2025-02-28T03:10:47.356" v="629"/>
          <ac:inkMkLst>
            <pc:docMk/>
            <pc:sldMk cId="2844074674" sldId="390"/>
            <ac:inkMk id="24" creationId="{E6CC7109-8DB7-4A50-AF0D-0AEA21640795}"/>
          </ac:inkMkLst>
        </pc:inkChg>
        <pc:inkChg chg="add del">
          <ac:chgData name="Dr.Sugata Gangopadhyay" userId="5fbd9f87-0a98-489d-9d45-82abac52020a" providerId="ADAL" clId="{C3806F70-F0F3-4FA4-A822-20A3C94AFC14}" dt="2025-02-28T03:10:47.356" v="629"/>
          <ac:inkMkLst>
            <pc:docMk/>
            <pc:sldMk cId="2844074674" sldId="390"/>
            <ac:inkMk id="25" creationId="{BB17E2EE-3ED0-4896-B01B-EBFBD4C4AB90}"/>
          </ac:inkMkLst>
        </pc:inkChg>
        <pc:inkChg chg="add del">
          <ac:chgData name="Dr.Sugata Gangopadhyay" userId="5fbd9f87-0a98-489d-9d45-82abac52020a" providerId="ADAL" clId="{C3806F70-F0F3-4FA4-A822-20A3C94AFC14}" dt="2025-02-28T03:10:47.356" v="629"/>
          <ac:inkMkLst>
            <pc:docMk/>
            <pc:sldMk cId="2844074674" sldId="390"/>
            <ac:inkMk id="26" creationId="{35E488F1-3C41-42AB-84CB-F24DFEF636EB}"/>
          </ac:inkMkLst>
        </pc:inkChg>
        <pc:inkChg chg="add del">
          <ac:chgData name="Dr.Sugata Gangopadhyay" userId="5fbd9f87-0a98-489d-9d45-82abac52020a" providerId="ADAL" clId="{C3806F70-F0F3-4FA4-A822-20A3C94AFC14}" dt="2025-02-28T03:10:47.356" v="629"/>
          <ac:inkMkLst>
            <pc:docMk/>
            <pc:sldMk cId="2844074674" sldId="390"/>
            <ac:inkMk id="27" creationId="{196B7B05-DB6A-4E22-A418-47235685AD59}"/>
          </ac:inkMkLst>
        </pc:inkChg>
        <pc:inkChg chg="add">
          <ac:chgData name="Dr.Sugata Gangopadhyay" userId="5fbd9f87-0a98-489d-9d45-82abac52020a" providerId="ADAL" clId="{C3806F70-F0F3-4FA4-A822-20A3C94AFC14}" dt="2025-02-28T03:10:47.356" v="629"/>
          <ac:inkMkLst>
            <pc:docMk/>
            <pc:sldMk cId="2844074674" sldId="390"/>
            <ac:inkMk id="28" creationId="{A45C404F-A85B-4912-862E-AFC7FD86CB32}"/>
          </ac:inkMkLst>
        </pc:inkChg>
        <pc:inkChg chg="add">
          <ac:chgData name="Dr.Sugata Gangopadhyay" userId="5fbd9f87-0a98-489d-9d45-82abac52020a" providerId="ADAL" clId="{C3806F70-F0F3-4FA4-A822-20A3C94AFC14}" dt="2025-02-28T03:10:48.674" v="630"/>
          <ac:inkMkLst>
            <pc:docMk/>
            <pc:sldMk cId="2844074674" sldId="390"/>
            <ac:inkMk id="29" creationId="{48C392D3-7877-49A0-904D-8B6A4F9E991C}"/>
          </ac:inkMkLst>
        </pc:inkChg>
        <pc:inkChg chg="add del">
          <ac:chgData name="Dr.Sugata Gangopadhyay" userId="5fbd9f87-0a98-489d-9d45-82abac52020a" providerId="ADAL" clId="{C3806F70-F0F3-4FA4-A822-20A3C94AFC14}" dt="2025-02-28T03:10:50.624" v="633"/>
          <ac:inkMkLst>
            <pc:docMk/>
            <pc:sldMk cId="2844074674" sldId="390"/>
            <ac:inkMk id="30" creationId="{8291850F-9105-4819-A895-0FD82B654E99}"/>
          </ac:inkMkLst>
        </pc:inkChg>
        <pc:inkChg chg="add del">
          <ac:chgData name="Dr.Sugata Gangopadhyay" userId="5fbd9f87-0a98-489d-9d45-82abac52020a" providerId="ADAL" clId="{C3806F70-F0F3-4FA4-A822-20A3C94AFC14}" dt="2025-02-28T03:10:50.624" v="633"/>
          <ac:inkMkLst>
            <pc:docMk/>
            <pc:sldMk cId="2844074674" sldId="390"/>
            <ac:inkMk id="31" creationId="{08F8111B-DA93-4546-9826-8BDCC20385EF}"/>
          </ac:inkMkLst>
        </pc:inkChg>
        <pc:inkChg chg="add del">
          <ac:chgData name="Dr.Sugata Gangopadhyay" userId="5fbd9f87-0a98-489d-9d45-82abac52020a" providerId="ADAL" clId="{C3806F70-F0F3-4FA4-A822-20A3C94AFC14}" dt="2025-02-28T03:10:55.969" v="643"/>
          <ac:inkMkLst>
            <pc:docMk/>
            <pc:sldMk cId="2844074674" sldId="390"/>
            <ac:inkMk id="32" creationId="{BBC1AAA1-B45F-4E73-B3B7-2401C0171DBD}"/>
          </ac:inkMkLst>
        </pc:inkChg>
        <pc:inkChg chg="add del">
          <ac:chgData name="Dr.Sugata Gangopadhyay" userId="5fbd9f87-0a98-489d-9d45-82abac52020a" providerId="ADAL" clId="{C3806F70-F0F3-4FA4-A822-20A3C94AFC14}" dt="2025-02-28T03:10:55.969" v="643"/>
          <ac:inkMkLst>
            <pc:docMk/>
            <pc:sldMk cId="2844074674" sldId="390"/>
            <ac:inkMk id="33" creationId="{C268401B-D26B-4D51-9D98-D737CBFA3C1D}"/>
          </ac:inkMkLst>
        </pc:inkChg>
        <pc:inkChg chg="add del">
          <ac:chgData name="Dr.Sugata Gangopadhyay" userId="5fbd9f87-0a98-489d-9d45-82abac52020a" providerId="ADAL" clId="{C3806F70-F0F3-4FA4-A822-20A3C94AFC14}" dt="2025-02-28T03:10:55.969" v="643"/>
          <ac:inkMkLst>
            <pc:docMk/>
            <pc:sldMk cId="2844074674" sldId="390"/>
            <ac:inkMk id="34" creationId="{83E95C03-BD25-4802-9FEE-9AE04132D1EB}"/>
          </ac:inkMkLst>
        </pc:inkChg>
        <pc:inkChg chg="add del">
          <ac:chgData name="Dr.Sugata Gangopadhyay" userId="5fbd9f87-0a98-489d-9d45-82abac52020a" providerId="ADAL" clId="{C3806F70-F0F3-4FA4-A822-20A3C94AFC14}" dt="2025-02-28T03:10:55.969" v="643"/>
          <ac:inkMkLst>
            <pc:docMk/>
            <pc:sldMk cId="2844074674" sldId="390"/>
            <ac:inkMk id="35" creationId="{7CAABAD7-98CE-4FA8-9655-04B85C22159D}"/>
          </ac:inkMkLst>
        </pc:inkChg>
        <pc:inkChg chg="add del">
          <ac:chgData name="Dr.Sugata Gangopadhyay" userId="5fbd9f87-0a98-489d-9d45-82abac52020a" providerId="ADAL" clId="{C3806F70-F0F3-4FA4-A822-20A3C94AFC14}" dt="2025-02-28T03:10:55.969" v="643"/>
          <ac:inkMkLst>
            <pc:docMk/>
            <pc:sldMk cId="2844074674" sldId="390"/>
            <ac:inkMk id="36" creationId="{1C345509-8BF8-473D-8A96-AB0CE453392B}"/>
          </ac:inkMkLst>
        </pc:inkChg>
        <pc:inkChg chg="add del">
          <ac:chgData name="Dr.Sugata Gangopadhyay" userId="5fbd9f87-0a98-489d-9d45-82abac52020a" providerId="ADAL" clId="{C3806F70-F0F3-4FA4-A822-20A3C94AFC14}" dt="2025-02-28T03:10:55.969" v="643"/>
          <ac:inkMkLst>
            <pc:docMk/>
            <pc:sldMk cId="2844074674" sldId="390"/>
            <ac:inkMk id="37" creationId="{15400988-DD00-4994-88B0-2F7FA3069CFF}"/>
          </ac:inkMkLst>
        </pc:inkChg>
        <pc:inkChg chg="add del">
          <ac:chgData name="Dr.Sugata Gangopadhyay" userId="5fbd9f87-0a98-489d-9d45-82abac52020a" providerId="ADAL" clId="{C3806F70-F0F3-4FA4-A822-20A3C94AFC14}" dt="2025-02-28T03:10:55.969" v="643"/>
          <ac:inkMkLst>
            <pc:docMk/>
            <pc:sldMk cId="2844074674" sldId="390"/>
            <ac:inkMk id="38" creationId="{9D5168FD-CB51-44D0-BBE1-54059ED66061}"/>
          </ac:inkMkLst>
        </pc:inkChg>
        <pc:inkChg chg="add del">
          <ac:chgData name="Dr.Sugata Gangopadhyay" userId="5fbd9f87-0a98-489d-9d45-82abac52020a" providerId="ADAL" clId="{C3806F70-F0F3-4FA4-A822-20A3C94AFC14}" dt="2025-02-28T03:10:55.969" v="643"/>
          <ac:inkMkLst>
            <pc:docMk/>
            <pc:sldMk cId="2844074674" sldId="390"/>
            <ac:inkMk id="39" creationId="{F0FF027F-1AC0-4388-BEC3-D030303C44FB}"/>
          </ac:inkMkLst>
        </pc:inkChg>
        <pc:inkChg chg="add del">
          <ac:chgData name="Dr.Sugata Gangopadhyay" userId="5fbd9f87-0a98-489d-9d45-82abac52020a" providerId="ADAL" clId="{C3806F70-F0F3-4FA4-A822-20A3C94AFC14}" dt="2025-02-28T03:10:55.969" v="643"/>
          <ac:inkMkLst>
            <pc:docMk/>
            <pc:sldMk cId="2844074674" sldId="390"/>
            <ac:inkMk id="40" creationId="{6E3B6EE9-04E6-43A5-8C05-F8BC6D8CFEAC}"/>
          </ac:inkMkLst>
        </pc:inkChg>
        <pc:inkChg chg="add del">
          <ac:chgData name="Dr.Sugata Gangopadhyay" userId="5fbd9f87-0a98-489d-9d45-82abac52020a" providerId="ADAL" clId="{C3806F70-F0F3-4FA4-A822-20A3C94AFC14}" dt="2025-02-28T03:10:55.969" v="643"/>
          <ac:inkMkLst>
            <pc:docMk/>
            <pc:sldMk cId="2844074674" sldId="390"/>
            <ac:inkMk id="41" creationId="{7F52207C-3D06-4C7C-AA28-381B3381D8D3}"/>
          </ac:inkMkLst>
        </pc:inkChg>
        <pc:inkChg chg="add">
          <ac:chgData name="Dr.Sugata Gangopadhyay" userId="5fbd9f87-0a98-489d-9d45-82abac52020a" providerId="ADAL" clId="{C3806F70-F0F3-4FA4-A822-20A3C94AFC14}" dt="2025-02-28T03:10:55.969" v="643"/>
          <ac:inkMkLst>
            <pc:docMk/>
            <pc:sldMk cId="2844074674" sldId="390"/>
            <ac:inkMk id="42" creationId="{3C2EB5A5-B279-4F3F-9987-5C8D0D040C89}"/>
          </ac:inkMkLst>
        </pc:inkChg>
        <pc:inkChg chg="add">
          <ac:chgData name="Dr.Sugata Gangopadhyay" userId="5fbd9f87-0a98-489d-9d45-82abac52020a" providerId="ADAL" clId="{C3806F70-F0F3-4FA4-A822-20A3C94AFC14}" dt="2025-02-28T03:10:55.969" v="643"/>
          <ac:inkMkLst>
            <pc:docMk/>
            <pc:sldMk cId="2844074674" sldId="390"/>
            <ac:inkMk id="43" creationId="{01DD83D9-4DDE-4441-8DB7-25C49203EC3C}"/>
          </ac:inkMkLst>
        </pc:inkChg>
        <pc:inkChg chg="add del">
          <ac:chgData name="Dr.Sugata Gangopadhyay" userId="5fbd9f87-0a98-489d-9d45-82abac52020a" providerId="ADAL" clId="{C3806F70-F0F3-4FA4-A822-20A3C94AFC14}" dt="2025-02-28T03:11:15.726" v="683"/>
          <ac:inkMkLst>
            <pc:docMk/>
            <pc:sldMk cId="2844074674" sldId="390"/>
            <ac:inkMk id="44" creationId="{D8C071BF-9C9B-4347-BD3C-A1C814485C5F}"/>
          </ac:inkMkLst>
        </pc:inkChg>
        <pc:inkChg chg="add del">
          <ac:chgData name="Dr.Sugata Gangopadhyay" userId="5fbd9f87-0a98-489d-9d45-82abac52020a" providerId="ADAL" clId="{C3806F70-F0F3-4FA4-A822-20A3C94AFC14}" dt="2025-02-28T03:11:15.726" v="683"/>
          <ac:inkMkLst>
            <pc:docMk/>
            <pc:sldMk cId="2844074674" sldId="390"/>
            <ac:inkMk id="45" creationId="{A970AC1F-A81F-4BF1-A30C-3F08E6FF323A}"/>
          </ac:inkMkLst>
        </pc:inkChg>
        <pc:inkChg chg="add del">
          <ac:chgData name="Dr.Sugata Gangopadhyay" userId="5fbd9f87-0a98-489d-9d45-82abac52020a" providerId="ADAL" clId="{C3806F70-F0F3-4FA4-A822-20A3C94AFC14}" dt="2025-02-28T03:11:15.726" v="683"/>
          <ac:inkMkLst>
            <pc:docMk/>
            <pc:sldMk cId="2844074674" sldId="390"/>
            <ac:inkMk id="46" creationId="{DDA105AA-766A-4041-A320-FD1F4F2BD771}"/>
          </ac:inkMkLst>
        </pc:inkChg>
        <pc:inkChg chg="add del">
          <ac:chgData name="Dr.Sugata Gangopadhyay" userId="5fbd9f87-0a98-489d-9d45-82abac52020a" providerId="ADAL" clId="{C3806F70-F0F3-4FA4-A822-20A3C94AFC14}" dt="2025-02-28T03:11:15.726" v="683"/>
          <ac:inkMkLst>
            <pc:docMk/>
            <pc:sldMk cId="2844074674" sldId="390"/>
            <ac:inkMk id="47" creationId="{48F6BCCE-2452-4C4D-9C95-DC4620CE9999}"/>
          </ac:inkMkLst>
        </pc:inkChg>
        <pc:inkChg chg="add del">
          <ac:chgData name="Dr.Sugata Gangopadhyay" userId="5fbd9f87-0a98-489d-9d45-82abac52020a" providerId="ADAL" clId="{C3806F70-F0F3-4FA4-A822-20A3C94AFC14}" dt="2025-02-28T03:11:15.726" v="683"/>
          <ac:inkMkLst>
            <pc:docMk/>
            <pc:sldMk cId="2844074674" sldId="390"/>
            <ac:inkMk id="48" creationId="{D1A2AB0B-6CEE-4CBC-A2C6-CF6B175EDBE2}"/>
          </ac:inkMkLst>
        </pc:inkChg>
        <pc:inkChg chg="add del">
          <ac:chgData name="Dr.Sugata Gangopadhyay" userId="5fbd9f87-0a98-489d-9d45-82abac52020a" providerId="ADAL" clId="{C3806F70-F0F3-4FA4-A822-20A3C94AFC14}" dt="2025-02-28T03:11:15.726" v="683"/>
          <ac:inkMkLst>
            <pc:docMk/>
            <pc:sldMk cId="2844074674" sldId="390"/>
            <ac:inkMk id="49" creationId="{3C040141-8E87-489A-A1FF-B12B1F1FE8D9}"/>
          </ac:inkMkLst>
        </pc:inkChg>
        <pc:inkChg chg="add del">
          <ac:chgData name="Dr.Sugata Gangopadhyay" userId="5fbd9f87-0a98-489d-9d45-82abac52020a" providerId="ADAL" clId="{C3806F70-F0F3-4FA4-A822-20A3C94AFC14}" dt="2025-02-28T03:11:15.726" v="683"/>
          <ac:inkMkLst>
            <pc:docMk/>
            <pc:sldMk cId="2844074674" sldId="390"/>
            <ac:inkMk id="50" creationId="{067C80CF-D3BC-4C66-A8E7-63DAF9103375}"/>
          </ac:inkMkLst>
        </pc:inkChg>
        <pc:inkChg chg="add del">
          <ac:chgData name="Dr.Sugata Gangopadhyay" userId="5fbd9f87-0a98-489d-9d45-82abac52020a" providerId="ADAL" clId="{C3806F70-F0F3-4FA4-A822-20A3C94AFC14}" dt="2025-02-28T03:11:15.726" v="683"/>
          <ac:inkMkLst>
            <pc:docMk/>
            <pc:sldMk cId="2844074674" sldId="390"/>
            <ac:inkMk id="51" creationId="{CC0F1757-EDA4-46C1-95D2-FB2335F05CAF}"/>
          </ac:inkMkLst>
        </pc:inkChg>
        <pc:inkChg chg="add del">
          <ac:chgData name="Dr.Sugata Gangopadhyay" userId="5fbd9f87-0a98-489d-9d45-82abac52020a" providerId="ADAL" clId="{C3806F70-F0F3-4FA4-A822-20A3C94AFC14}" dt="2025-02-28T03:11:15.726" v="683"/>
          <ac:inkMkLst>
            <pc:docMk/>
            <pc:sldMk cId="2844074674" sldId="390"/>
            <ac:inkMk id="52" creationId="{AA236497-8C8A-4928-8729-ECA089C4458C}"/>
          </ac:inkMkLst>
        </pc:inkChg>
        <pc:inkChg chg="add del">
          <ac:chgData name="Dr.Sugata Gangopadhyay" userId="5fbd9f87-0a98-489d-9d45-82abac52020a" providerId="ADAL" clId="{C3806F70-F0F3-4FA4-A822-20A3C94AFC14}" dt="2025-02-28T03:11:15.726" v="683"/>
          <ac:inkMkLst>
            <pc:docMk/>
            <pc:sldMk cId="2844074674" sldId="390"/>
            <ac:inkMk id="53" creationId="{39134903-BF7E-44EB-81E6-64CFA015887E}"/>
          </ac:inkMkLst>
        </pc:inkChg>
        <pc:inkChg chg="add">
          <ac:chgData name="Dr.Sugata Gangopadhyay" userId="5fbd9f87-0a98-489d-9d45-82abac52020a" providerId="ADAL" clId="{C3806F70-F0F3-4FA4-A822-20A3C94AFC14}" dt="2025-02-28T03:11:02.843" v="654"/>
          <ac:inkMkLst>
            <pc:docMk/>
            <pc:sldMk cId="2844074674" sldId="390"/>
            <ac:inkMk id="54" creationId="{B146DE5A-62C6-4E6A-8FDB-5194909DB7A3}"/>
          </ac:inkMkLst>
        </pc:inkChg>
        <pc:inkChg chg="add del">
          <ac:chgData name="Dr.Sugata Gangopadhyay" userId="5fbd9f87-0a98-489d-9d45-82abac52020a" providerId="ADAL" clId="{C3806F70-F0F3-4FA4-A822-20A3C94AFC14}" dt="2025-02-28T03:11:15.726" v="683"/>
          <ac:inkMkLst>
            <pc:docMk/>
            <pc:sldMk cId="2844074674" sldId="390"/>
            <ac:inkMk id="55" creationId="{6842B322-0FB9-4BA8-9CC2-2195B58DF0F2}"/>
          </ac:inkMkLst>
        </pc:inkChg>
        <pc:inkChg chg="add del">
          <ac:chgData name="Dr.Sugata Gangopadhyay" userId="5fbd9f87-0a98-489d-9d45-82abac52020a" providerId="ADAL" clId="{C3806F70-F0F3-4FA4-A822-20A3C94AFC14}" dt="2025-02-28T03:11:15.726" v="683"/>
          <ac:inkMkLst>
            <pc:docMk/>
            <pc:sldMk cId="2844074674" sldId="390"/>
            <ac:inkMk id="56" creationId="{1F779DF2-1486-4A83-AA81-9669E9B21B3B}"/>
          </ac:inkMkLst>
        </pc:inkChg>
        <pc:inkChg chg="add del">
          <ac:chgData name="Dr.Sugata Gangopadhyay" userId="5fbd9f87-0a98-489d-9d45-82abac52020a" providerId="ADAL" clId="{C3806F70-F0F3-4FA4-A822-20A3C94AFC14}" dt="2025-02-28T03:11:15.726" v="683"/>
          <ac:inkMkLst>
            <pc:docMk/>
            <pc:sldMk cId="2844074674" sldId="390"/>
            <ac:inkMk id="57" creationId="{9F73AF79-28A0-46A2-A630-EF845FF0C896}"/>
          </ac:inkMkLst>
        </pc:inkChg>
        <pc:inkChg chg="add del">
          <ac:chgData name="Dr.Sugata Gangopadhyay" userId="5fbd9f87-0a98-489d-9d45-82abac52020a" providerId="ADAL" clId="{C3806F70-F0F3-4FA4-A822-20A3C94AFC14}" dt="2025-02-28T03:11:15.726" v="683"/>
          <ac:inkMkLst>
            <pc:docMk/>
            <pc:sldMk cId="2844074674" sldId="390"/>
            <ac:inkMk id="58" creationId="{8101BD98-1662-4065-B2C4-C9EDEB3113E2}"/>
          </ac:inkMkLst>
        </pc:inkChg>
        <pc:inkChg chg="add del">
          <ac:chgData name="Dr.Sugata Gangopadhyay" userId="5fbd9f87-0a98-489d-9d45-82abac52020a" providerId="ADAL" clId="{C3806F70-F0F3-4FA4-A822-20A3C94AFC14}" dt="2025-02-28T03:11:15.726" v="683"/>
          <ac:inkMkLst>
            <pc:docMk/>
            <pc:sldMk cId="2844074674" sldId="390"/>
            <ac:inkMk id="59" creationId="{47699BF0-9808-466A-9AB6-BD381D08B1FD}"/>
          </ac:inkMkLst>
        </pc:inkChg>
        <pc:inkChg chg="add del">
          <ac:chgData name="Dr.Sugata Gangopadhyay" userId="5fbd9f87-0a98-489d-9d45-82abac52020a" providerId="ADAL" clId="{C3806F70-F0F3-4FA4-A822-20A3C94AFC14}" dt="2025-02-28T03:11:15.726" v="683"/>
          <ac:inkMkLst>
            <pc:docMk/>
            <pc:sldMk cId="2844074674" sldId="390"/>
            <ac:inkMk id="60" creationId="{2DD30B4C-528D-44FD-991F-01401999A97B}"/>
          </ac:inkMkLst>
        </pc:inkChg>
        <pc:inkChg chg="add del">
          <ac:chgData name="Dr.Sugata Gangopadhyay" userId="5fbd9f87-0a98-489d-9d45-82abac52020a" providerId="ADAL" clId="{C3806F70-F0F3-4FA4-A822-20A3C94AFC14}" dt="2025-02-28T03:11:15.726" v="683"/>
          <ac:inkMkLst>
            <pc:docMk/>
            <pc:sldMk cId="2844074674" sldId="390"/>
            <ac:inkMk id="61" creationId="{D2A4827C-23C1-4884-AA18-D00B26CDC6F4}"/>
          </ac:inkMkLst>
        </pc:inkChg>
        <pc:inkChg chg="add del">
          <ac:chgData name="Dr.Sugata Gangopadhyay" userId="5fbd9f87-0a98-489d-9d45-82abac52020a" providerId="ADAL" clId="{C3806F70-F0F3-4FA4-A822-20A3C94AFC14}" dt="2025-02-28T03:11:15.726" v="683"/>
          <ac:inkMkLst>
            <pc:docMk/>
            <pc:sldMk cId="2844074674" sldId="390"/>
            <ac:inkMk id="62" creationId="{7D177970-A9A3-416B-B157-28FFA4A32F38}"/>
          </ac:inkMkLst>
        </pc:inkChg>
        <pc:inkChg chg="add del">
          <ac:chgData name="Dr.Sugata Gangopadhyay" userId="5fbd9f87-0a98-489d-9d45-82abac52020a" providerId="ADAL" clId="{C3806F70-F0F3-4FA4-A822-20A3C94AFC14}" dt="2025-02-28T03:11:15.726" v="683"/>
          <ac:inkMkLst>
            <pc:docMk/>
            <pc:sldMk cId="2844074674" sldId="390"/>
            <ac:inkMk id="63" creationId="{234956DA-285C-405A-B137-27E6BBFE236E}"/>
          </ac:inkMkLst>
        </pc:inkChg>
        <pc:inkChg chg="add del">
          <ac:chgData name="Dr.Sugata Gangopadhyay" userId="5fbd9f87-0a98-489d-9d45-82abac52020a" providerId="ADAL" clId="{C3806F70-F0F3-4FA4-A822-20A3C94AFC14}" dt="2025-02-28T03:11:15.726" v="683"/>
          <ac:inkMkLst>
            <pc:docMk/>
            <pc:sldMk cId="2844074674" sldId="390"/>
            <ac:inkMk id="64" creationId="{961A765B-CABE-4AD0-B046-035F9DBD0281}"/>
          </ac:inkMkLst>
        </pc:inkChg>
        <pc:inkChg chg="add del">
          <ac:chgData name="Dr.Sugata Gangopadhyay" userId="5fbd9f87-0a98-489d-9d45-82abac52020a" providerId="ADAL" clId="{C3806F70-F0F3-4FA4-A822-20A3C94AFC14}" dt="2025-02-28T03:11:15.726" v="683"/>
          <ac:inkMkLst>
            <pc:docMk/>
            <pc:sldMk cId="2844074674" sldId="390"/>
            <ac:inkMk id="65" creationId="{43F9B249-E0CE-4617-A1E7-52A4F177D00B}"/>
          </ac:inkMkLst>
        </pc:inkChg>
        <pc:inkChg chg="add del">
          <ac:chgData name="Dr.Sugata Gangopadhyay" userId="5fbd9f87-0a98-489d-9d45-82abac52020a" providerId="ADAL" clId="{C3806F70-F0F3-4FA4-A822-20A3C94AFC14}" dt="2025-02-28T03:11:15.726" v="683"/>
          <ac:inkMkLst>
            <pc:docMk/>
            <pc:sldMk cId="2844074674" sldId="390"/>
            <ac:inkMk id="66" creationId="{C179AED6-2964-4AE8-A1A6-7EB96BBAF8C5}"/>
          </ac:inkMkLst>
        </pc:inkChg>
        <pc:inkChg chg="add del">
          <ac:chgData name="Dr.Sugata Gangopadhyay" userId="5fbd9f87-0a98-489d-9d45-82abac52020a" providerId="ADAL" clId="{C3806F70-F0F3-4FA4-A822-20A3C94AFC14}" dt="2025-02-28T03:11:15.726" v="683"/>
          <ac:inkMkLst>
            <pc:docMk/>
            <pc:sldMk cId="2844074674" sldId="390"/>
            <ac:inkMk id="67" creationId="{4AB248AC-4120-4868-B05C-B8CA89C32FCD}"/>
          </ac:inkMkLst>
        </pc:inkChg>
        <pc:inkChg chg="add del">
          <ac:chgData name="Dr.Sugata Gangopadhyay" userId="5fbd9f87-0a98-489d-9d45-82abac52020a" providerId="ADAL" clId="{C3806F70-F0F3-4FA4-A822-20A3C94AFC14}" dt="2025-02-28T03:11:15.726" v="683"/>
          <ac:inkMkLst>
            <pc:docMk/>
            <pc:sldMk cId="2844074674" sldId="390"/>
            <ac:inkMk id="68" creationId="{248DB27B-ADC8-43AD-9441-2D02C8CE4B40}"/>
          </ac:inkMkLst>
        </pc:inkChg>
        <pc:inkChg chg="add del">
          <ac:chgData name="Dr.Sugata Gangopadhyay" userId="5fbd9f87-0a98-489d-9d45-82abac52020a" providerId="ADAL" clId="{C3806F70-F0F3-4FA4-A822-20A3C94AFC14}" dt="2025-02-28T03:11:15.726" v="683"/>
          <ac:inkMkLst>
            <pc:docMk/>
            <pc:sldMk cId="2844074674" sldId="390"/>
            <ac:inkMk id="69" creationId="{A21E8969-0AF1-4A21-A1E0-3CB3D0253A26}"/>
          </ac:inkMkLst>
        </pc:inkChg>
        <pc:inkChg chg="add del">
          <ac:chgData name="Dr.Sugata Gangopadhyay" userId="5fbd9f87-0a98-489d-9d45-82abac52020a" providerId="ADAL" clId="{C3806F70-F0F3-4FA4-A822-20A3C94AFC14}" dt="2025-02-28T03:11:15.726" v="683"/>
          <ac:inkMkLst>
            <pc:docMk/>
            <pc:sldMk cId="2844074674" sldId="390"/>
            <ac:inkMk id="70" creationId="{F6D8E97F-69E4-4F27-9C4F-07160E1A81BB}"/>
          </ac:inkMkLst>
        </pc:inkChg>
        <pc:inkChg chg="add del">
          <ac:chgData name="Dr.Sugata Gangopadhyay" userId="5fbd9f87-0a98-489d-9d45-82abac52020a" providerId="ADAL" clId="{C3806F70-F0F3-4FA4-A822-20A3C94AFC14}" dt="2025-02-28T03:11:15.726" v="683"/>
          <ac:inkMkLst>
            <pc:docMk/>
            <pc:sldMk cId="2844074674" sldId="390"/>
            <ac:inkMk id="71" creationId="{A05A1778-681E-45A5-A15F-BFB23F45EC1D}"/>
          </ac:inkMkLst>
        </pc:inkChg>
        <pc:inkChg chg="add del">
          <ac:chgData name="Dr.Sugata Gangopadhyay" userId="5fbd9f87-0a98-489d-9d45-82abac52020a" providerId="ADAL" clId="{C3806F70-F0F3-4FA4-A822-20A3C94AFC14}" dt="2025-02-28T03:11:15.726" v="683"/>
          <ac:inkMkLst>
            <pc:docMk/>
            <pc:sldMk cId="2844074674" sldId="390"/>
            <ac:inkMk id="72" creationId="{0D7E6210-0919-4E18-BF1B-0CE97F5AFE27}"/>
          </ac:inkMkLst>
        </pc:inkChg>
        <pc:inkChg chg="add del">
          <ac:chgData name="Dr.Sugata Gangopadhyay" userId="5fbd9f87-0a98-489d-9d45-82abac52020a" providerId="ADAL" clId="{C3806F70-F0F3-4FA4-A822-20A3C94AFC14}" dt="2025-02-28T03:11:15.726" v="683"/>
          <ac:inkMkLst>
            <pc:docMk/>
            <pc:sldMk cId="2844074674" sldId="390"/>
            <ac:inkMk id="73" creationId="{AC2F9E8A-E1DD-4FFF-8756-5150F24E7CB2}"/>
          </ac:inkMkLst>
        </pc:inkChg>
        <pc:inkChg chg="add del">
          <ac:chgData name="Dr.Sugata Gangopadhyay" userId="5fbd9f87-0a98-489d-9d45-82abac52020a" providerId="ADAL" clId="{C3806F70-F0F3-4FA4-A822-20A3C94AFC14}" dt="2025-02-28T03:11:15.726" v="683"/>
          <ac:inkMkLst>
            <pc:docMk/>
            <pc:sldMk cId="2844074674" sldId="390"/>
            <ac:inkMk id="74" creationId="{9ABB22B0-4214-4FDD-AE90-3AE294C00F4F}"/>
          </ac:inkMkLst>
        </pc:inkChg>
        <pc:inkChg chg="add del">
          <ac:chgData name="Dr.Sugata Gangopadhyay" userId="5fbd9f87-0a98-489d-9d45-82abac52020a" providerId="ADAL" clId="{C3806F70-F0F3-4FA4-A822-20A3C94AFC14}" dt="2025-02-28T03:11:15.726" v="683"/>
          <ac:inkMkLst>
            <pc:docMk/>
            <pc:sldMk cId="2844074674" sldId="390"/>
            <ac:inkMk id="75" creationId="{67B308F9-A293-43C8-81F6-2FCA765EDB48}"/>
          </ac:inkMkLst>
        </pc:inkChg>
        <pc:inkChg chg="add del">
          <ac:chgData name="Dr.Sugata Gangopadhyay" userId="5fbd9f87-0a98-489d-9d45-82abac52020a" providerId="ADAL" clId="{C3806F70-F0F3-4FA4-A822-20A3C94AFC14}" dt="2025-02-28T03:11:15.726" v="683"/>
          <ac:inkMkLst>
            <pc:docMk/>
            <pc:sldMk cId="2844074674" sldId="390"/>
            <ac:inkMk id="76" creationId="{FE03983F-FAEC-4E4F-AA94-F551437C6C27}"/>
          </ac:inkMkLst>
        </pc:inkChg>
        <pc:inkChg chg="add del">
          <ac:chgData name="Dr.Sugata Gangopadhyay" userId="5fbd9f87-0a98-489d-9d45-82abac52020a" providerId="ADAL" clId="{C3806F70-F0F3-4FA4-A822-20A3C94AFC14}" dt="2025-02-28T03:11:15.726" v="683"/>
          <ac:inkMkLst>
            <pc:docMk/>
            <pc:sldMk cId="2844074674" sldId="390"/>
            <ac:inkMk id="77" creationId="{8FAB2BDD-AA6C-4214-83F4-39727A1FCC9D}"/>
          </ac:inkMkLst>
        </pc:inkChg>
        <pc:inkChg chg="add del">
          <ac:chgData name="Dr.Sugata Gangopadhyay" userId="5fbd9f87-0a98-489d-9d45-82abac52020a" providerId="ADAL" clId="{C3806F70-F0F3-4FA4-A822-20A3C94AFC14}" dt="2025-02-28T03:11:15.726" v="683"/>
          <ac:inkMkLst>
            <pc:docMk/>
            <pc:sldMk cId="2844074674" sldId="390"/>
            <ac:inkMk id="78" creationId="{C0C51C6A-2AB1-4A3C-9BC1-9FC86BB087AA}"/>
          </ac:inkMkLst>
        </pc:inkChg>
        <pc:inkChg chg="add del">
          <ac:chgData name="Dr.Sugata Gangopadhyay" userId="5fbd9f87-0a98-489d-9d45-82abac52020a" providerId="ADAL" clId="{C3806F70-F0F3-4FA4-A822-20A3C94AFC14}" dt="2025-02-28T03:11:15.726" v="683"/>
          <ac:inkMkLst>
            <pc:docMk/>
            <pc:sldMk cId="2844074674" sldId="390"/>
            <ac:inkMk id="79" creationId="{2DCC800E-A0B0-4D97-BBA8-0AF3F8E38AC3}"/>
          </ac:inkMkLst>
        </pc:inkChg>
        <pc:inkChg chg="add del">
          <ac:chgData name="Dr.Sugata Gangopadhyay" userId="5fbd9f87-0a98-489d-9d45-82abac52020a" providerId="ADAL" clId="{C3806F70-F0F3-4FA4-A822-20A3C94AFC14}" dt="2025-02-28T03:11:15.726" v="683"/>
          <ac:inkMkLst>
            <pc:docMk/>
            <pc:sldMk cId="2844074674" sldId="390"/>
            <ac:inkMk id="80" creationId="{A344C594-57E6-425D-8BDA-E3AE9DF1CC86}"/>
          </ac:inkMkLst>
        </pc:inkChg>
        <pc:inkChg chg="add del">
          <ac:chgData name="Dr.Sugata Gangopadhyay" userId="5fbd9f87-0a98-489d-9d45-82abac52020a" providerId="ADAL" clId="{C3806F70-F0F3-4FA4-A822-20A3C94AFC14}" dt="2025-02-28T03:11:15.726" v="683"/>
          <ac:inkMkLst>
            <pc:docMk/>
            <pc:sldMk cId="2844074674" sldId="390"/>
            <ac:inkMk id="81" creationId="{6BF85663-074A-4A92-A214-B0A3860960F2}"/>
          </ac:inkMkLst>
        </pc:inkChg>
        <pc:inkChg chg="add del">
          <ac:chgData name="Dr.Sugata Gangopadhyay" userId="5fbd9f87-0a98-489d-9d45-82abac52020a" providerId="ADAL" clId="{C3806F70-F0F3-4FA4-A822-20A3C94AFC14}" dt="2025-02-28T03:11:15.726" v="683"/>
          <ac:inkMkLst>
            <pc:docMk/>
            <pc:sldMk cId="2844074674" sldId="390"/>
            <ac:inkMk id="82" creationId="{A3378F8D-4036-4DB3-B3AE-0E559D837884}"/>
          </ac:inkMkLst>
        </pc:inkChg>
        <pc:inkChg chg="add">
          <ac:chgData name="Dr.Sugata Gangopadhyay" userId="5fbd9f87-0a98-489d-9d45-82abac52020a" providerId="ADAL" clId="{C3806F70-F0F3-4FA4-A822-20A3C94AFC14}" dt="2025-02-28T03:11:15.726" v="683"/>
          <ac:inkMkLst>
            <pc:docMk/>
            <pc:sldMk cId="2844074674" sldId="390"/>
            <ac:inkMk id="83" creationId="{CBB10156-DD93-4CFC-930E-3E97D71A71DB}"/>
          </ac:inkMkLst>
        </pc:inkChg>
        <pc:inkChg chg="add">
          <ac:chgData name="Dr.Sugata Gangopadhyay" userId="5fbd9f87-0a98-489d-9d45-82abac52020a" providerId="ADAL" clId="{C3806F70-F0F3-4FA4-A822-20A3C94AFC14}" dt="2025-02-28T03:11:15.726" v="683"/>
          <ac:inkMkLst>
            <pc:docMk/>
            <pc:sldMk cId="2844074674" sldId="390"/>
            <ac:inkMk id="84" creationId="{45BAFEAA-1220-4330-A59C-9E5A7C1211A2}"/>
          </ac:inkMkLst>
        </pc:inkChg>
        <pc:inkChg chg="add">
          <ac:chgData name="Dr.Sugata Gangopadhyay" userId="5fbd9f87-0a98-489d-9d45-82abac52020a" providerId="ADAL" clId="{C3806F70-F0F3-4FA4-A822-20A3C94AFC14}" dt="2025-02-28T03:11:15.726" v="683"/>
          <ac:inkMkLst>
            <pc:docMk/>
            <pc:sldMk cId="2844074674" sldId="390"/>
            <ac:inkMk id="85" creationId="{A99FCF4D-6B0F-4E37-A424-4B2446DDF8EE}"/>
          </ac:inkMkLst>
        </pc:inkChg>
        <pc:inkChg chg="add del">
          <ac:chgData name="Dr.Sugata Gangopadhyay" userId="5fbd9f87-0a98-489d-9d45-82abac52020a" providerId="ADAL" clId="{C3806F70-F0F3-4FA4-A822-20A3C94AFC14}" dt="2025-02-28T03:15:03.304" v="686"/>
          <ac:inkMkLst>
            <pc:docMk/>
            <pc:sldMk cId="2844074674" sldId="390"/>
            <ac:inkMk id="86" creationId="{B28F06DF-69EA-4557-8F1B-CEF03642C775}"/>
          </ac:inkMkLst>
        </pc:inkChg>
        <pc:inkChg chg="add del">
          <ac:chgData name="Dr.Sugata Gangopadhyay" userId="5fbd9f87-0a98-489d-9d45-82abac52020a" providerId="ADAL" clId="{C3806F70-F0F3-4FA4-A822-20A3C94AFC14}" dt="2025-02-28T03:15:03.304" v="686"/>
          <ac:inkMkLst>
            <pc:docMk/>
            <pc:sldMk cId="2844074674" sldId="390"/>
            <ac:inkMk id="87" creationId="{D7C3BE4D-2990-477E-A046-BE3126CE97D8}"/>
          </ac:inkMkLst>
        </pc:inkChg>
        <pc:inkChg chg="add">
          <ac:chgData name="Dr.Sugata Gangopadhyay" userId="5fbd9f87-0a98-489d-9d45-82abac52020a" providerId="ADAL" clId="{C3806F70-F0F3-4FA4-A822-20A3C94AFC14}" dt="2025-02-28T03:15:03.304" v="686"/>
          <ac:inkMkLst>
            <pc:docMk/>
            <pc:sldMk cId="2844074674" sldId="390"/>
            <ac:inkMk id="88" creationId="{1EF6C80B-F307-4B8D-B62A-AA3BCC75C1F0}"/>
          </ac:inkMkLst>
        </pc:inkChg>
        <pc:inkChg chg="add del">
          <ac:chgData name="Dr.Sugata Gangopadhyay" userId="5fbd9f87-0a98-489d-9d45-82abac52020a" providerId="ADAL" clId="{C3806F70-F0F3-4FA4-A822-20A3C94AFC14}" dt="2025-02-28T03:15:09.954" v="694"/>
          <ac:inkMkLst>
            <pc:docMk/>
            <pc:sldMk cId="2844074674" sldId="390"/>
            <ac:inkMk id="89" creationId="{018961D9-5B2A-4D51-8E02-CCFEA84540F9}"/>
          </ac:inkMkLst>
        </pc:inkChg>
        <pc:inkChg chg="add del">
          <ac:chgData name="Dr.Sugata Gangopadhyay" userId="5fbd9f87-0a98-489d-9d45-82abac52020a" providerId="ADAL" clId="{C3806F70-F0F3-4FA4-A822-20A3C94AFC14}" dt="2025-02-28T03:15:09.954" v="694"/>
          <ac:inkMkLst>
            <pc:docMk/>
            <pc:sldMk cId="2844074674" sldId="390"/>
            <ac:inkMk id="90" creationId="{EBD4D561-67CB-455A-9ED3-FC8C96AF189D}"/>
          </ac:inkMkLst>
        </pc:inkChg>
        <pc:inkChg chg="add del">
          <ac:chgData name="Dr.Sugata Gangopadhyay" userId="5fbd9f87-0a98-489d-9d45-82abac52020a" providerId="ADAL" clId="{C3806F70-F0F3-4FA4-A822-20A3C94AFC14}" dt="2025-02-28T03:15:09.954" v="694"/>
          <ac:inkMkLst>
            <pc:docMk/>
            <pc:sldMk cId="2844074674" sldId="390"/>
            <ac:inkMk id="91" creationId="{460EC4D9-0B77-4109-B69B-20A6655AD97F}"/>
          </ac:inkMkLst>
        </pc:inkChg>
        <pc:inkChg chg="add del">
          <ac:chgData name="Dr.Sugata Gangopadhyay" userId="5fbd9f87-0a98-489d-9d45-82abac52020a" providerId="ADAL" clId="{C3806F70-F0F3-4FA4-A822-20A3C94AFC14}" dt="2025-02-28T03:15:09.954" v="694"/>
          <ac:inkMkLst>
            <pc:docMk/>
            <pc:sldMk cId="2844074674" sldId="390"/>
            <ac:inkMk id="92" creationId="{8AE5C1AE-7406-48D3-8A0D-719AEA0687B0}"/>
          </ac:inkMkLst>
        </pc:inkChg>
        <pc:inkChg chg="add del">
          <ac:chgData name="Dr.Sugata Gangopadhyay" userId="5fbd9f87-0a98-489d-9d45-82abac52020a" providerId="ADAL" clId="{C3806F70-F0F3-4FA4-A822-20A3C94AFC14}" dt="2025-02-28T03:15:09.954" v="694"/>
          <ac:inkMkLst>
            <pc:docMk/>
            <pc:sldMk cId="2844074674" sldId="390"/>
            <ac:inkMk id="93" creationId="{F124CFEF-F9E6-4B20-85AF-902D7D4E57C6}"/>
          </ac:inkMkLst>
        </pc:inkChg>
        <pc:inkChg chg="add del">
          <ac:chgData name="Dr.Sugata Gangopadhyay" userId="5fbd9f87-0a98-489d-9d45-82abac52020a" providerId="ADAL" clId="{C3806F70-F0F3-4FA4-A822-20A3C94AFC14}" dt="2025-02-28T03:15:09.954" v="694"/>
          <ac:inkMkLst>
            <pc:docMk/>
            <pc:sldMk cId="2844074674" sldId="390"/>
            <ac:inkMk id="94" creationId="{7B449CE8-1374-4D59-AA43-BDC05308D947}"/>
          </ac:inkMkLst>
        </pc:inkChg>
        <pc:inkChg chg="add del">
          <ac:chgData name="Dr.Sugata Gangopadhyay" userId="5fbd9f87-0a98-489d-9d45-82abac52020a" providerId="ADAL" clId="{C3806F70-F0F3-4FA4-A822-20A3C94AFC14}" dt="2025-02-28T03:15:18.383" v="710"/>
          <ac:inkMkLst>
            <pc:docMk/>
            <pc:sldMk cId="2844074674" sldId="390"/>
            <ac:inkMk id="95" creationId="{2F045744-5D92-438F-BB38-A92A1F673311}"/>
          </ac:inkMkLst>
        </pc:inkChg>
        <pc:inkChg chg="add del">
          <ac:chgData name="Dr.Sugata Gangopadhyay" userId="5fbd9f87-0a98-489d-9d45-82abac52020a" providerId="ADAL" clId="{C3806F70-F0F3-4FA4-A822-20A3C94AFC14}" dt="2025-02-28T03:15:09.954" v="694"/>
          <ac:inkMkLst>
            <pc:docMk/>
            <pc:sldMk cId="2844074674" sldId="390"/>
            <ac:inkMk id="96" creationId="{8142A039-465A-433F-B3A5-C8AF74E598D5}"/>
          </ac:inkMkLst>
        </pc:inkChg>
        <pc:inkChg chg="add">
          <ac:chgData name="Dr.Sugata Gangopadhyay" userId="5fbd9f87-0a98-489d-9d45-82abac52020a" providerId="ADAL" clId="{C3806F70-F0F3-4FA4-A822-20A3C94AFC14}" dt="2025-02-28T03:15:09.954" v="694"/>
          <ac:inkMkLst>
            <pc:docMk/>
            <pc:sldMk cId="2844074674" sldId="390"/>
            <ac:inkMk id="97" creationId="{71145C99-2B90-4467-9BA8-B8D7FF5DE30E}"/>
          </ac:inkMkLst>
        </pc:inkChg>
        <pc:inkChg chg="add del">
          <ac:chgData name="Dr.Sugata Gangopadhyay" userId="5fbd9f87-0a98-489d-9d45-82abac52020a" providerId="ADAL" clId="{C3806F70-F0F3-4FA4-A822-20A3C94AFC14}" dt="2025-02-28T03:15:18.383" v="710"/>
          <ac:inkMkLst>
            <pc:docMk/>
            <pc:sldMk cId="2844074674" sldId="390"/>
            <ac:inkMk id="98" creationId="{BBAD8107-A551-4589-917E-67044C6E9C64}"/>
          </ac:inkMkLst>
        </pc:inkChg>
        <pc:inkChg chg="add">
          <ac:chgData name="Dr.Sugata Gangopadhyay" userId="5fbd9f87-0a98-489d-9d45-82abac52020a" providerId="ADAL" clId="{C3806F70-F0F3-4FA4-A822-20A3C94AFC14}" dt="2025-02-28T03:15:12.842" v="696"/>
          <ac:inkMkLst>
            <pc:docMk/>
            <pc:sldMk cId="2844074674" sldId="390"/>
            <ac:inkMk id="99" creationId="{455F478A-C9F1-45E8-ADCF-EC9119ED85AA}"/>
          </ac:inkMkLst>
        </pc:inkChg>
        <pc:inkChg chg="add">
          <ac:chgData name="Dr.Sugata Gangopadhyay" userId="5fbd9f87-0a98-489d-9d45-82abac52020a" providerId="ADAL" clId="{C3806F70-F0F3-4FA4-A822-20A3C94AFC14}" dt="2025-02-28T03:15:13.233" v="697"/>
          <ac:inkMkLst>
            <pc:docMk/>
            <pc:sldMk cId="2844074674" sldId="390"/>
            <ac:inkMk id="100" creationId="{EC4F7A03-81BF-4A38-BD7C-887D5E66DEBB}"/>
          </ac:inkMkLst>
        </pc:inkChg>
        <pc:inkChg chg="add">
          <ac:chgData name="Dr.Sugata Gangopadhyay" userId="5fbd9f87-0a98-489d-9d45-82abac52020a" providerId="ADAL" clId="{C3806F70-F0F3-4FA4-A822-20A3C94AFC14}" dt="2025-02-28T03:15:13.589" v="698"/>
          <ac:inkMkLst>
            <pc:docMk/>
            <pc:sldMk cId="2844074674" sldId="390"/>
            <ac:inkMk id="101" creationId="{F3550814-70F8-4F50-B507-8F49D2666B7D}"/>
          </ac:inkMkLst>
        </pc:inkChg>
        <pc:inkChg chg="add del">
          <ac:chgData name="Dr.Sugata Gangopadhyay" userId="5fbd9f87-0a98-489d-9d45-82abac52020a" providerId="ADAL" clId="{C3806F70-F0F3-4FA4-A822-20A3C94AFC14}" dt="2025-02-28T03:15:18.383" v="710"/>
          <ac:inkMkLst>
            <pc:docMk/>
            <pc:sldMk cId="2844074674" sldId="390"/>
            <ac:inkMk id="102" creationId="{558EA8C1-0C62-4E9C-95CA-DE7FBA85BAE0}"/>
          </ac:inkMkLst>
        </pc:inkChg>
        <pc:inkChg chg="add del">
          <ac:chgData name="Dr.Sugata Gangopadhyay" userId="5fbd9f87-0a98-489d-9d45-82abac52020a" providerId="ADAL" clId="{C3806F70-F0F3-4FA4-A822-20A3C94AFC14}" dt="2025-02-28T03:15:18.383" v="710"/>
          <ac:inkMkLst>
            <pc:docMk/>
            <pc:sldMk cId="2844074674" sldId="390"/>
            <ac:inkMk id="103" creationId="{1B9104AC-B455-4E0C-9C2F-54BA9A77B1F5}"/>
          </ac:inkMkLst>
        </pc:inkChg>
        <pc:inkChg chg="add">
          <ac:chgData name="Dr.Sugata Gangopadhyay" userId="5fbd9f87-0a98-489d-9d45-82abac52020a" providerId="ADAL" clId="{C3806F70-F0F3-4FA4-A822-20A3C94AFC14}" dt="2025-02-28T03:15:14.609" v="701"/>
          <ac:inkMkLst>
            <pc:docMk/>
            <pc:sldMk cId="2844074674" sldId="390"/>
            <ac:inkMk id="104" creationId="{3BAC20D5-1712-459B-87E9-A05327B73101}"/>
          </ac:inkMkLst>
        </pc:inkChg>
        <pc:inkChg chg="add">
          <ac:chgData name="Dr.Sugata Gangopadhyay" userId="5fbd9f87-0a98-489d-9d45-82abac52020a" providerId="ADAL" clId="{C3806F70-F0F3-4FA4-A822-20A3C94AFC14}" dt="2025-02-28T03:15:14.793" v="702"/>
          <ac:inkMkLst>
            <pc:docMk/>
            <pc:sldMk cId="2844074674" sldId="390"/>
            <ac:inkMk id="105" creationId="{D53FD612-F67C-401C-B41C-8693537F9BC8}"/>
          </ac:inkMkLst>
        </pc:inkChg>
        <pc:inkChg chg="add del">
          <ac:chgData name="Dr.Sugata Gangopadhyay" userId="5fbd9f87-0a98-489d-9d45-82abac52020a" providerId="ADAL" clId="{C3806F70-F0F3-4FA4-A822-20A3C94AFC14}" dt="2025-02-28T03:15:18.383" v="710"/>
          <ac:inkMkLst>
            <pc:docMk/>
            <pc:sldMk cId="2844074674" sldId="390"/>
            <ac:inkMk id="106" creationId="{E6A3B5A2-E327-4337-99A5-312CD3A560CF}"/>
          </ac:inkMkLst>
        </pc:inkChg>
        <pc:inkChg chg="add del">
          <ac:chgData name="Dr.Sugata Gangopadhyay" userId="5fbd9f87-0a98-489d-9d45-82abac52020a" providerId="ADAL" clId="{C3806F70-F0F3-4FA4-A822-20A3C94AFC14}" dt="2025-02-28T03:15:18.383" v="710"/>
          <ac:inkMkLst>
            <pc:docMk/>
            <pc:sldMk cId="2844074674" sldId="390"/>
            <ac:inkMk id="107" creationId="{6B6E138B-E714-4920-9A3F-08824FC0BA88}"/>
          </ac:inkMkLst>
        </pc:inkChg>
        <pc:inkChg chg="add del">
          <ac:chgData name="Dr.Sugata Gangopadhyay" userId="5fbd9f87-0a98-489d-9d45-82abac52020a" providerId="ADAL" clId="{C3806F70-F0F3-4FA4-A822-20A3C94AFC14}" dt="2025-02-28T03:15:18.383" v="710"/>
          <ac:inkMkLst>
            <pc:docMk/>
            <pc:sldMk cId="2844074674" sldId="390"/>
            <ac:inkMk id="108" creationId="{C041DF10-55E7-4DDD-BE54-C50CBD16EF21}"/>
          </ac:inkMkLst>
        </pc:inkChg>
        <pc:inkChg chg="add del">
          <ac:chgData name="Dr.Sugata Gangopadhyay" userId="5fbd9f87-0a98-489d-9d45-82abac52020a" providerId="ADAL" clId="{C3806F70-F0F3-4FA4-A822-20A3C94AFC14}" dt="2025-02-28T03:15:18.383" v="710"/>
          <ac:inkMkLst>
            <pc:docMk/>
            <pc:sldMk cId="2844074674" sldId="390"/>
            <ac:inkMk id="109" creationId="{64E275A5-D42B-42F2-9514-9456C7B4932B}"/>
          </ac:inkMkLst>
        </pc:inkChg>
        <pc:inkChg chg="add del">
          <ac:chgData name="Dr.Sugata Gangopadhyay" userId="5fbd9f87-0a98-489d-9d45-82abac52020a" providerId="ADAL" clId="{C3806F70-F0F3-4FA4-A822-20A3C94AFC14}" dt="2025-02-28T03:15:18.383" v="710"/>
          <ac:inkMkLst>
            <pc:docMk/>
            <pc:sldMk cId="2844074674" sldId="390"/>
            <ac:inkMk id="110" creationId="{083C646B-C81E-4603-A3E3-6DD8B4FA7516}"/>
          </ac:inkMkLst>
        </pc:inkChg>
        <pc:inkChg chg="add del">
          <ac:chgData name="Dr.Sugata Gangopadhyay" userId="5fbd9f87-0a98-489d-9d45-82abac52020a" providerId="ADAL" clId="{C3806F70-F0F3-4FA4-A822-20A3C94AFC14}" dt="2025-02-28T03:15:18.383" v="710"/>
          <ac:inkMkLst>
            <pc:docMk/>
            <pc:sldMk cId="2844074674" sldId="390"/>
            <ac:inkMk id="111" creationId="{C7056F38-E5AD-4E60-BD95-D2F248C2D7DD}"/>
          </ac:inkMkLst>
        </pc:inkChg>
        <pc:inkChg chg="add del">
          <ac:chgData name="Dr.Sugata Gangopadhyay" userId="5fbd9f87-0a98-489d-9d45-82abac52020a" providerId="ADAL" clId="{C3806F70-F0F3-4FA4-A822-20A3C94AFC14}" dt="2025-02-28T03:15:18.383" v="710"/>
          <ac:inkMkLst>
            <pc:docMk/>
            <pc:sldMk cId="2844074674" sldId="390"/>
            <ac:inkMk id="112" creationId="{250ECFC0-A7E2-4211-A65B-91E6C557CEBD}"/>
          </ac:inkMkLst>
        </pc:inkChg>
        <pc:inkChg chg="add">
          <ac:chgData name="Dr.Sugata Gangopadhyay" userId="5fbd9f87-0a98-489d-9d45-82abac52020a" providerId="ADAL" clId="{C3806F70-F0F3-4FA4-A822-20A3C94AFC14}" dt="2025-02-28T03:15:18.383" v="710"/>
          <ac:inkMkLst>
            <pc:docMk/>
            <pc:sldMk cId="2844074674" sldId="390"/>
            <ac:inkMk id="113" creationId="{1538C6ED-35ED-4D59-A81F-BAB0F3890F41}"/>
          </ac:inkMkLst>
        </pc:inkChg>
        <pc:inkChg chg="add">
          <ac:chgData name="Dr.Sugata Gangopadhyay" userId="5fbd9f87-0a98-489d-9d45-82abac52020a" providerId="ADAL" clId="{C3806F70-F0F3-4FA4-A822-20A3C94AFC14}" dt="2025-02-28T03:15:18.383" v="710"/>
          <ac:inkMkLst>
            <pc:docMk/>
            <pc:sldMk cId="2844074674" sldId="390"/>
            <ac:inkMk id="114" creationId="{150DE6DF-A8E6-453B-937A-9702AA0C5554}"/>
          </ac:inkMkLst>
        </pc:inkChg>
        <pc:inkChg chg="add">
          <ac:chgData name="Dr.Sugata Gangopadhyay" userId="5fbd9f87-0a98-489d-9d45-82abac52020a" providerId="ADAL" clId="{C3806F70-F0F3-4FA4-A822-20A3C94AFC14}" dt="2025-02-28T03:15:18.383" v="710"/>
          <ac:inkMkLst>
            <pc:docMk/>
            <pc:sldMk cId="2844074674" sldId="390"/>
            <ac:inkMk id="115" creationId="{CAE84A12-27AF-41DF-8DC2-A096D6A0C8D5}"/>
          </ac:inkMkLst>
        </pc:inkChg>
        <pc:inkChg chg="add">
          <ac:chgData name="Dr.Sugata Gangopadhyay" userId="5fbd9f87-0a98-489d-9d45-82abac52020a" providerId="ADAL" clId="{C3806F70-F0F3-4FA4-A822-20A3C94AFC14}" dt="2025-02-28T03:15:18.383" v="710"/>
          <ac:inkMkLst>
            <pc:docMk/>
            <pc:sldMk cId="2844074674" sldId="390"/>
            <ac:inkMk id="116" creationId="{1ABDE53E-4A4D-44F9-A7EC-84570E07649B}"/>
          </ac:inkMkLst>
        </pc:inkChg>
        <pc:inkChg chg="add">
          <ac:chgData name="Dr.Sugata Gangopadhyay" userId="5fbd9f87-0a98-489d-9d45-82abac52020a" providerId="ADAL" clId="{C3806F70-F0F3-4FA4-A822-20A3C94AFC14}" dt="2025-02-28T03:15:22.240" v="711"/>
          <ac:inkMkLst>
            <pc:docMk/>
            <pc:sldMk cId="2844074674" sldId="390"/>
            <ac:inkMk id="117" creationId="{E1B2AB93-9FF4-4BF8-985D-3208F247988D}"/>
          </ac:inkMkLst>
        </pc:inkChg>
        <pc:inkChg chg="add del">
          <ac:chgData name="Dr.Sugata Gangopadhyay" userId="5fbd9f87-0a98-489d-9d45-82abac52020a" providerId="ADAL" clId="{C3806F70-F0F3-4FA4-A822-20A3C94AFC14}" dt="2025-02-28T03:15:26.731" v="720"/>
          <ac:inkMkLst>
            <pc:docMk/>
            <pc:sldMk cId="2844074674" sldId="390"/>
            <ac:inkMk id="118" creationId="{76CD2EC4-5706-4B36-A460-CF54D3955C29}"/>
          </ac:inkMkLst>
        </pc:inkChg>
        <pc:inkChg chg="add del">
          <ac:chgData name="Dr.Sugata Gangopadhyay" userId="5fbd9f87-0a98-489d-9d45-82abac52020a" providerId="ADAL" clId="{C3806F70-F0F3-4FA4-A822-20A3C94AFC14}" dt="2025-02-28T03:15:26.731" v="720"/>
          <ac:inkMkLst>
            <pc:docMk/>
            <pc:sldMk cId="2844074674" sldId="390"/>
            <ac:inkMk id="119" creationId="{A509C9E6-CB8F-4DE4-80A2-B9A5C5E6F621}"/>
          </ac:inkMkLst>
        </pc:inkChg>
        <pc:inkChg chg="add del">
          <ac:chgData name="Dr.Sugata Gangopadhyay" userId="5fbd9f87-0a98-489d-9d45-82abac52020a" providerId="ADAL" clId="{C3806F70-F0F3-4FA4-A822-20A3C94AFC14}" dt="2025-02-28T03:15:26.731" v="720"/>
          <ac:inkMkLst>
            <pc:docMk/>
            <pc:sldMk cId="2844074674" sldId="390"/>
            <ac:inkMk id="120" creationId="{43522CEB-B01F-4D7B-82CD-EE5922C80618}"/>
          </ac:inkMkLst>
        </pc:inkChg>
        <pc:inkChg chg="add del">
          <ac:chgData name="Dr.Sugata Gangopadhyay" userId="5fbd9f87-0a98-489d-9d45-82abac52020a" providerId="ADAL" clId="{C3806F70-F0F3-4FA4-A822-20A3C94AFC14}" dt="2025-02-28T03:15:26.731" v="720"/>
          <ac:inkMkLst>
            <pc:docMk/>
            <pc:sldMk cId="2844074674" sldId="390"/>
            <ac:inkMk id="121" creationId="{9CAD2737-1704-4892-A03B-89E7E1D314DF}"/>
          </ac:inkMkLst>
        </pc:inkChg>
        <pc:inkChg chg="add del">
          <ac:chgData name="Dr.Sugata Gangopadhyay" userId="5fbd9f87-0a98-489d-9d45-82abac52020a" providerId="ADAL" clId="{C3806F70-F0F3-4FA4-A822-20A3C94AFC14}" dt="2025-02-28T03:15:26.731" v="720"/>
          <ac:inkMkLst>
            <pc:docMk/>
            <pc:sldMk cId="2844074674" sldId="390"/>
            <ac:inkMk id="122" creationId="{B10ADE66-B1A4-435D-AA34-CE278D56398D}"/>
          </ac:inkMkLst>
        </pc:inkChg>
        <pc:inkChg chg="add del">
          <ac:chgData name="Dr.Sugata Gangopadhyay" userId="5fbd9f87-0a98-489d-9d45-82abac52020a" providerId="ADAL" clId="{C3806F70-F0F3-4FA4-A822-20A3C94AFC14}" dt="2025-02-28T03:15:26.731" v="720"/>
          <ac:inkMkLst>
            <pc:docMk/>
            <pc:sldMk cId="2844074674" sldId="390"/>
            <ac:inkMk id="123" creationId="{43DE81AF-854C-45D5-9F3A-10C27EA39480}"/>
          </ac:inkMkLst>
        </pc:inkChg>
        <pc:inkChg chg="add del">
          <ac:chgData name="Dr.Sugata Gangopadhyay" userId="5fbd9f87-0a98-489d-9d45-82abac52020a" providerId="ADAL" clId="{C3806F70-F0F3-4FA4-A822-20A3C94AFC14}" dt="2025-02-28T03:15:26.731" v="720"/>
          <ac:inkMkLst>
            <pc:docMk/>
            <pc:sldMk cId="2844074674" sldId="390"/>
            <ac:inkMk id="124" creationId="{039FA819-4ACB-4B73-8403-9D2CE067A783}"/>
          </ac:inkMkLst>
        </pc:inkChg>
        <pc:inkChg chg="add del">
          <ac:chgData name="Dr.Sugata Gangopadhyay" userId="5fbd9f87-0a98-489d-9d45-82abac52020a" providerId="ADAL" clId="{C3806F70-F0F3-4FA4-A822-20A3C94AFC14}" dt="2025-02-28T03:15:26.731" v="720"/>
          <ac:inkMkLst>
            <pc:docMk/>
            <pc:sldMk cId="2844074674" sldId="390"/>
            <ac:inkMk id="125" creationId="{8D2F1D86-D934-4F2D-808B-1EA8264411C5}"/>
          </ac:inkMkLst>
        </pc:inkChg>
        <pc:inkChg chg="add">
          <ac:chgData name="Dr.Sugata Gangopadhyay" userId="5fbd9f87-0a98-489d-9d45-82abac52020a" providerId="ADAL" clId="{C3806F70-F0F3-4FA4-A822-20A3C94AFC14}" dt="2025-02-28T03:15:26.731" v="720"/>
          <ac:inkMkLst>
            <pc:docMk/>
            <pc:sldMk cId="2844074674" sldId="390"/>
            <ac:inkMk id="126" creationId="{EB5AD8B3-C81E-46D4-A806-6CA30D2D8981}"/>
          </ac:inkMkLst>
        </pc:inkChg>
        <pc:inkChg chg="add del">
          <ac:chgData name="Dr.Sugata Gangopadhyay" userId="5fbd9f87-0a98-489d-9d45-82abac52020a" providerId="ADAL" clId="{C3806F70-F0F3-4FA4-A822-20A3C94AFC14}" dt="2025-02-28T03:15:39.274" v="739"/>
          <ac:inkMkLst>
            <pc:docMk/>
            <pc:sldMk cId="2844074674" sldId="390"/>
            <ac:inkMk id="127" creationId="{F5F71B29-970F-4194-AC26-91573DA859CF}"/>
          </ac:inkMkLst>
        </pc:inkChg>
        <pc:inkChg chg="add del">
          <ac:chgData name="Dr.Sugata Gangopadhyay" userId="5fbd9f87-0a98-489d-9d45-82abac52020a" providerId="ADAL" clId="{C3806F70-F0F3-4FA4-A822-20A3C94AFC14}" dt="2025-02-28T03:15:39.274" v="739"/>
          <ac:inkMkLst>
            <pc:docMk/>
            <pc:sldMk cId="2844074674" sldId="390"/>
            <ac:inkMk id="128" creationId="{0A56CA7E-3A09-4F0B-9F20-2DB685816534}"/>
          </ac:inkMkLst>
        </pc:inkChg>
        <pc:inkChg chg="add">
          <ac:chgData name="Dr.Sugata Gangopadhyay" userId="5fbd9f87-0a98-489d-9d45-82abac52020a" providerId="ADAL" clId="{C3806F70-F0F3-4FA4-A822-20A3C94AFC14}" dt="2025-02-28T03:15:30.174" v="723"/>
          <ac:inkMkLst>
            <pc:docMk/>
            <pc:sldMk cId="2844074674" sldId="390"/>
            <ac:inkMk id="129" creationId="{19841CBD-993B-46BF-814F-3D34D9E3DAB9}"/>
          </ac:inkMkLst>
        </pc:inkChg>
        <pc:inkChg chg="add">
          <ac:chgData name="Dr.Sugata Gangopadhyay" userId="5fbd9f87-0a98-489d-9d45-82abac52020a" providerId="ADAL" clId="{C3806F70-F0F3-4FA4-A822-20A3C94AFC14}" dt="2025-02-28T03:15:30.945" v="724"/>
          <ac:inkMkLst>
            <pc:docMk/>
            <pc:sldMk cId="2844074674" sldId="390"/>
            <ac:inkMk id="130" creationId="{F9925B8C-4A04-4DBB-8DEE-2E7B2D769823}"/>
          </ac:inkMkLst>
        </pc:inkChg>
        <pc:inkChg chg="add del">
          <ac:chgData name="Dr.Sugata Gangopadhyay" userId="5fbd9f87-0a98-489d-9d45-82abac52020a" providerId="ADAL" clId="{C3806F70-F0F3-4FA4-A822-20A3C94AFC14}" dt="2025-02-28T03:15:39.274" v="739"/>
          <ac:inkMkLst>
            <pc:docMk/>
            <pc:sldMk cId="2844074674" sldId="390"/>
            <ac:inkMk id="131" creationId="{016610A1-1A60-43EB-A707-EA89A01505FB}"/>
          </ac:inkMkLst>
        </pc:inkChg>
        <pc:inkChg chg="add del">
          <ac:chgData name="Dr.Sugata Gangopadhyay" userId="5fbd9f87-0a98-489d-9d45-82abac52020a" providerId="ADAL" clId="{C3806F70-F0F3-4FA4-A822-20A3C94AFC14}" dt="2025-02-28T03:15:39.274" v="739"/>
          <ac:inkMkLst>
            <pc:docMk/>
            <pc:sldMk cId="2844074674" sldId="390"/>
            <ac:inkMk id="132" creationId="{82549990-279E-43EA-9E62-4B785047BBC4}"/>
          </ac:inkMkLst>
        </pc:inkChg>
        <pc:inkChg chg="add del">
          <ac:chgData name="Dr.Sugata Gangopadhyay" userId="5fbd9f87-0a98-489d-9d45-82abac52020a" providerId="ADAL" clId="{C3806F70-F0F3-4FA4-A822-20A3C94AFC14}" dt="2025-02-28T03:15:39.274" v="739"/>
          <ac:inkMkLst>
            <pc:docMk/>
            <pc:sldMk cId="2844074674" sldId="390"/>
            <ac:inkMk id="133" creationId="{BD7FEB4E-9EC8-43C0-B2EC-B0F67F18F772}"/>
          </ac:inkMkLst>
        </pc:inkChg>
        <pc:inkChg chg="add del">
          <ac:chgData name="Dr.Sugata Gangopadhyay" userId="5fbd9f87-0a98-489d-9d45-82abac52020a" providerId="ADAL" clId="{C3806F70-F0F3-4FA4-A822-20A3C94AFC14}" dt="2025-02-28T03:15:39.274" v="739"/>
          <ac:inkMkLst>
            <pc:docMk/>
            <pc:sldMk cId="2844074674" sldId="390"/>
            <ac:inkMk id="134" creationId="{B21A598D-E4A1-4259-B84C-3E4818F7B75F}"/>
          </ac:inkMkLst>
        </pc:inkChg>
        <pc:inkChg chg="add del">
          <ac:chgData name="Dr.Sugata Gangopadhyay" userId="5fbd9f87-0a98-489d-9d45-82abac52020a" providerId="ADAL" clId="{C3806F70-F0F3-4FA4-A822-20A3C94AFC14}" dt="2025-02-28T03:15:39.274" v="739"/>
          <ac:inkMkLst>
            <pc:docMk/>
            <pc:sldMk cId="2844074674" sldId="390"/>
            <ac:inkMk id="135" creationId="{6C40B72A-9A91-4566-BDED-8696545B7924}"/>
          </ac:inkMkLst>
        </pc:inkChg>
        <pc:inkChg chg="add del">
          <ac:chgData name="Dr.Sugata Gangopadhyay" userId="5fbd9f87-0a98-489d-9d45-82abac52020a" providerId="ADAL" clId="{C3806F70-F0F3-4FA4-A822-20A3C94AFC14}" dt="2025-02-28T03:15:39.274" v="739"/>
          <ac:inkMkLst>
            <pc:docMk/>
            <pc:sldMk cId="2844074674" sldId="390"/>
            <ac:inkMk id="136" creationId="{579854E8-7F67-4259-A960-5B17806E7580}"/>
          </ac:inkMkLst>
        </pc:inkChg>
        <pc:inkChg chg="add del">
          <ac:chgData name="Dr.Sugata Gangopadhyay" userId="5fbd9f87-0a98-489d-9d45-82abac52020a" providerId="ADAL" clId="{C3806F70-F0F3-4FA4-A822-20A3C94AFC14}" dt="2025-02-28T03:15:39.274" v="739"/>
          <ac:inkMkLst>
            <pc:docMk/>
            <pc:sldMk cId="2844074674" sldId="390"/>
            <ac:inkMk id="137" creationId="{FD83FCB3-A89E-4A1A-B4D8-00C68F36AF5D}"/>
          </ac:inkMkLst>
        </pc:inkChg>
        <pc:inkChg chg="add del">
          <ac:chgData name="Dr.Sugata Gangopadhyay" userId="5fbd9f87-0a98-489d-9d45-82abac52020a" providerId="ADAL" clId="{C3806F70-F0F3-4FA4-A822-20A3C94AFC14}" dt="2025-02-28T03:15:39.274" v="739"/>
          <ac:inkMkLst>
            <pc:docMk/>
            <pc:sldMk cId="2844074674" sldId="390"/>
            <ac:inkMk id="138" creationId="{775A9830-8AF1-40E9-8F0E-6287FA1EF3C9}"/>
          </ac:inkMkLst>
        </pc:inkChg>
        <pc:inkChg chg="add del">
          <ac:chgData name="Dr.Sugata Gangopadhyay" userId="5fbd9f87-0a98-489d-9d45-82abac52020a" providerId="ADAL" clId="{C3806F70-F0F3-4FA4-A822-20A3C94AFC14}" dt="2025-02-28T03:15:39.274" v="739"/>
          <ac:inkMkLst>
            <pc:docMk/>
            <pc:sldMk cId="2844074674" sldId="390"/>
            <ac:inkMk id="139" creationId="{ABE95680-220E-4676-BB75-43B8776FE1F3}"/>
          </ac:inkMkLst>
        </pc:inkChg>
        <pc:inkChg chg="add del">
          <ac:chgData name="Dr.Sugata Gangopadhyay" userId="5fbd9f87-0a98-489d-9d45-82abac52020a" providerId="ADAL" clId="{C3806F70-F0F3-4FA4-A822-20A3C94AFC14}" dt="2025-02-28T03:15:39.274" v="739"/>
          <ac:inkMkLst>
            <pc:docMk/>
            <pc:sldMk cId="2844074674" sldId="390"/>
            <ac:inkMk id="140" creationId="{83FF5A22-28C8-4841-8AE3-2358BF00BA53}"/>
          </ac:inkMkLst>
        </pc:inkChg>
        <pc:inkChg chg="add del">
          <ac:chgData name="Dr.Sugata Gangopadhyay" userId="5fbd9f87-0a98-489d-9d45-82abac52020a" providerId="ADAL" clId="{C3806F70-F0F3-4FA4-A822-20A3C94AFC14}" dt="2025-02-28T03:15:39.274" v="739"/>
          <ac:inkMkLst>
            <pc:docMk/>
            <pc:sldMk cId="2844074674" sldId="390"/>
            <ac:inkMk id="141" creationId="{44FA7560-948E-46BE-9E0F-4B94367532BC}"/>
          </ac:inkMkLst>
        </pc:inkChg>
        <pc:inkChg chg="add del">
          <ac:chgData name="Dr.Sugata Gangopadhyay" userId="5fbd9f87-0a98-489d-9d45-82abac52020a" providerId="ADAL" clId="{C3806F70-F0F3-4FA4-A822-20A3C94AFC14}" dt="2025-02-28T03:15:39.274" v="739"/>
          <ac:inkMkLst>
            <pc:docMk/>
            <pc:sldMk cId="2844074674" sldId="390"/>
            <ac:inkMk id="142" creationId="{45E563F2-4449-42AD-9752-848A22FDE99D}"/>
          </ac:inkMkLst>
        </pc:inkChg>
        <pc:inkChg chg="add del">
          <ac:chgData name="Dr.Sugata Gangopadhyay" userId="5fbd9f87-0a98-489d-9d45-82abac52020a" providerId="ADAL" clId="{C3806F70-F0F3-4FA4-A822-20A3C94AFC14}" dt="2025-02-28T03:15:39.274" v="739"/>
          <ac:inkMkLst>
            <pc:docMk/>
            <pc:sldMk cId="2844074674" sldId="390"/>
            <ac:inkMk id="143" creationId="{34524E3C-2FA0-42D5-AEFD-D11B73364B35}"/>
          </ac:inkMkLst>
        </pc:inkChg>
        <pc:inkChg chg="add del">
          <ac:chgData name="Dr.Sugata Gangopadhyay" userId="5fbd9f87-0a98-489d-9d45-82abac52020a" providerId="ADAL" clId="{C3806F70-F0F3-4FA4-A822-20A3C94AFC14}" dt="2025-02-28T03:15:39.274" v="739"/>
          <ac:inkMkLst>
            <pc:docMk/>
            <pc:sldMk cId="2844074674" sldId="390"/>
            <ac:inkMk id="144" creationId="{6DD163AD-0AAF-415E-87F4-D14DDCAEB56B}"/>
          </ac:inkMkLst>
        </pc:inkChg>
        <pc:inkChg chg="add">
          <ac:chgData name="Dr.Sugata Gangopadhyay" userId="5fbd9f87-0a98-489d-9d45-82abac52020a" providerId="ADAL" clId="{C3806F70-F0F3-4FA4-A822-20A3C94AFC14}" dt="2025-02-28T03:15:39.274" v="739"/>
          <ac:inkMkLst>
            <pc:docMk/>
            <pc:sldMk cId="2844074674" sldId="390"/>
            <ac:inkMk id="145" creationId="{267FB660-8906-4F64-BEE4-FA8DD24D1904}"/>
          </ac:inkMkLst>
        </pc:inkChg>
        <pc:inkChg chg="add">
          <ac:chgData name="Dr.Sugata Gangopadhyay" userId="5fbd9f87-0a98-489d-9d45-82abac52020a" providerId="ADAL" clId="{C3806F70-F0F3-4FA4-A822-20A3C94AFC14}" dt="2025-02-28T03:15:39.274" v="739"/>
          <ac:inkMkLst>
            <pc:docMk/>
            <pc:sldMk cId="2844074674" sldId="390"/>
            <ac:inkMk id="146" creationId="{5E3C2033-9FE0-43D4-B680-C27EF936C7E1}"/>
          </ac:inkMkLst>
        </pc:inkChg>
        <pc:inkChg chg="add">
          <ac:chgData name="Dr.Sugata Gangopadhyay" userId="5fbd9f87-0a98-489d-9d45-82abac52020a" providerId="ADAL" clId="{C3806F70-F0F3-4FA4-A822-20A3C94AFC14}" dt="2025-02-28T03:15:39.274" v="739"/>
          <ac:inkMkLst>
            <pc:docMk/>
            <pc:sldMk cId="2844074674" sldId="390"/>
            <ac:inkMk id="147" creationId="{6DE562F9-2E22-40C4-8263-E79550B18026}"/>
          </ac:inkMkLst>
        </pc:inkChg>
        <pc:inkChg chg="add">
          <ac:chgData name="Dr.Sugata Gangopadhyay" userId="5fbd9f87-0a98-489d-9d45-82abac52020a" providerId="ADAL" clId="{C3806F70-F0F3-4FA4-A822-20A3C94AFC14}" dt="2025-02-28T03:15:39.274" v="739"/>
          <ac:inkMkLst>
            <pc:docMk/>
            <pc:sldMk cId="2844074674" sldId="390"/>
            <ac:inkMk id="148" creationId="{0974D206-163E-48B6-9418-8A4E81B5EFB4}"/>
          </ac:inkMkLst>
        </pc:inkChg>
        <pc:inkChg chg="add">
          <ac:chgData name="Dr.Sugata Gangopadhyay" userId="5fbd9f87-0a98-489d-9d45-82abac52020a" providerId="ADAL" clId="{C3806F70-F0F3-4FA4-A822-20A3C94AFC14}" dt="2025-02-28T03:15:55.244" v="740"/>
          <ac:inkMkLst>
            <pc:docMk/>
            <pc:sldMk cId="2844074674" sldId="390"/>
            <ac:inkMk id="149" creationId="{AD4473C2-77E9-4C97-97D5-5DFF351B0B93}"/>
          </ac:inkMkLst>
        </pc:inkChg>
        <pc:inkChg chg="add">
          <ac:chgData name="Dr.Sugata Gangopadhyay" userId="5fbd9f87-0a98-489d-9d45-82abac52020a" providerId="ADAL" clId="{C3806F70-F0F3-4FA4-A822-20A3C94AFC14}" dt="2025-02-28T03:15:58.784" v="741"/>
          <ac:inkMkLst>
            <pc:docMk/>
            <pc:sldMk cId="2844074674" sldId="390"/>
            <ac:inkMk id="150" creationId="{9147A5AF-2B3E-4FB1-BFB0-BF92D171B0F2}"/>
          </ac:inkMkLst>
        </pc:inkChg>
        <pc:inkChg chg="add">
          <ac:chgData name="Dr.Sugata Gangopadhyay" userId="5fbd9f87-0a98-489d-9d45-82abac52020a" providerId="ADAL" clId="{C3806F70-F0F3-4FA4-A822-20A3C94AFC14}" dt="2025-02-28T03:16:02.456" v="742"/>
          <ac:inkMkLst>
            <pc:docMk/>
            <pc:sldMk cId="2844074674" sldId="390"/>
            <ac:inkMk id="151" creationId="{F15033E7-3267-4748-8258-F1E527F4643D}"/>
          </ac:inkMkLst>
        </pc:inkChg>
        <pc:inkChg chg="add del">
          <ac:chgData name="Dr.Sugata Gangopadhyay" userId="5fbd9f87-0a98-489d-9d45-82abac52020a" providerId="ADAL" clId="{C3806F70-F0F3-4FA4-A822-20A3C94AFC14}" dt="2025-02-28T03:16:09.438" v="751"/>
          <ac:inkMkLst>
            <pc:docMk/>
            <pc:sldMk cId="2844074674" sldId="390"/>
            <ac:inkMk id="152" creationId="{49735C6F-AF22-4AEB-AA06-52ED9B00266A}"/>
          </ac:inkMkLst>
        </pc:inkChg>
        <pc:inkChg chg="add del">
          <ac:chgData name="Dr.Sugata Gangopadhyay" userId="5fbd9f87-0a98-489d-9d45-82abac52020a" providerId="ADAL" clId="{C3806F70-F0F3-4FA4-A822-20A3C94AFC14}" dt="2025-02-28T03:16:09.438" v="751"/>
          <ac:inkMkLst>
            <pc:docMk/>
            <pc:sldMk cId="2844074674" sldId="390"/>
            <ac:inkMk id="153" creationId="{B13F6A48-36DE-4B92-B53F-294A5A42126F}"/>
          </ac:inkMkLst>
        </pc:inkChg>
        <pc:inkChg chg="add del">
          <ac:chgData name="Dr.Sugata Gangopadhyay" userId="5fbd9f87-0a98-489d-9d45-82abac52020a" providerId="ADAL" clId="{C3806F70-F0F3-4FA4-A822-20A3C94AFC14}" dt="2025-02-28T03:16:09.438" v="751"/>
          <ac:inkMkLst>
            <pc:docMk/>
            <pc:sldMk cId="2844074674" sldId="390"/>
            <ac:inkMk id="154" creationId="{2EF9AF2E-3702-413B-B363-D65339BD9A39}"/>
          </ac:inkMkLst>
        </pc:inkChg>
        <pc:inkChg chg="add del">
          <ac:chgData name="Dr.Sugata Gangopadhyay" userId="5fbd9f87-0a98-489d-9d45-82abac52020a" providerId="ADAL" clId="{C3806F70-F0F3-4FA4-A822-20A3C94AFC14}" dt="2025-02-28T03:16:09.438" v="751"/>
          <ac:inkMkLst>
            <pc:docMk/>
            <pc:sldMk cId="2844074674" sldId="390"/>
            <ac:inkMk id="155" creationId="{C6B862B1-FCF4-4996-8BF6-8A7821B98541}"/>
          </ac:inkMkLst>
        </pc:inkChg>
        <pc:inkChg chg="add del">
          <ac:chgData name="Dr.Sugata Gangopadhyay" userId="5fbd9f87-0a98-489d-9d45-82abac52020a" providerId="ADAL" clId="{C3806F70-F0F3-4FA4-A822-20A3C94AFC14}" dt="2025-02-28T03:16:09.438" v="751"/>
          <ac:inkMkLst>
            <pc:docMk/>
            <pc:sldMk cId="2844074674" sldId="390"/>
            <ac:inkMk id="156" creationId="{F6FB731F-B790-4CB7-BF5E-87A35FAF2FC0}"/>
          </ac:inkMkLst>
        </pc:inkChg>
        <pc:inkChg chg="add del">
          <ac:chgData name="Dr.Sugata Gangopadhyay" userId="5fbd9f87-0a98-489d-9d45-82abac52020a" providerId="ADAL" clId="{C3806F70-F0F3-4FA4-A822-20A3C94AFC14}" dt="2025-02-28T03:16:09.438" v="751"/>
          <ac:inkMkLst>
            <pc:docMk/>
            <pc:sldMk cId="2844074674" sldId="390"/>
            <ac:inkMk id="157" creationId="{14E62238-F97A-46B3-AD38-BE588331BDC1}"/>
          </ac:inkMkLst>
        </pc:inkChg>
        <pc:inkChg chg="add del">
          <ac:chgData name="Dr.Sugata Gangopadhyay" userId="5fbd9f87-0a98-489d-9d45-82abac52020a" providerId="ADAL" clId="{C3806F70-F0F3-4FA4-A822-20A3C94AFC14}" dt="2025-02-28T03:16:09.438" v="751"/>
          <ac:inkMkLst>
            <pc:docMk/>
            <pc:sldMk cId="2844074674" sldId="390"/>
            <ac:inkMk id="158" creationId="{4A0C30E5-4C0E-405E-B92B-B80A0A0126C5}"/>
          </ac:inkMkLst>
        </pc:inkChg>
        <pc:inkChg chg="add">
          <ac:chgData name="Dr.Sugata Gangopadhyay" userId="5fbd9f87-0a98-489d-9d45-82abac52020a" providerId="ADAL" clId="{C3806F70-F0F3-4FA4-A822-20A3C94AFC14}" dt="2025-02-28T03:16:08.877" v="750"/>
          <ac:inkMkLst>
            <pc:docMk/>
            <pc:sldMk cId="2844074674" sldId="390"/>
            <ac:inkMk id="159" creationId="{64A14370-E7EF-494D-8245-5BF624F322B1}"/>
          </ac:inkMkLst>
        </pc:inkChg>
        <pc:inkChg chg="add">
          <ac:chgData name="Dr.Sugata Gangopadhyay" userId="5fbd9f87-0a98-489d-9d45-82abac52020a" providerId="ADAL" clId="{C3806F70-F0F3-4FA4-A822-20A3C94AFC14}" dt="2025-02-28T03:16:09.438" v="751"/>
          <ac:inkMkLst>
            <pc:docMk/>
            <pc:sldMk cId="2844074674" sldId="390"/>
            <ac:inkMk id="160" creationId="{2E2438A7-CCDA-463D-AA48-9194D2E677DF}"/>
          </ac:inkMkLst>
        </pc:inkChg>
        <pc:inkChg chg="add">
          <ac:chgData name="Dr.Sugata Gangopadhyay" userId="5fbd9f87-0a98-489d-9d45-82abac52020a" providerId="ADAL" clId="{C3806F70-F0F3-4FA4-A822-20A3C94AFC14}" dt="2025-02-28T03:16:09.438" v="751"/>
          <ac:inkMkLst>
            <pc:docMk/>
            <pc:sldMk cId="2844074674" sldId="390"/>
            <ac:inkMk id="161" creationId="{5560850B-430B-42C9-9127-2C97D2A91EAA}"/>
          </ac:inkMkLst>
        </pc:inkChg>
        <pc:inkChg chg="add">
          <ac:chgData name="Dr.Sugata Gangopadhyay" userId="5fbd9f87-0a98-489d-9d45-82abac52020a" providerId="ADAL" clId="{C3806F70-F0F3-4FA4-A822-20A3C94AFC14}" dt="2025-02-28T03:16:09.438" v="751"/>
          <ac:inkMkLst>
            <pc:docMk/>
            <pc:sldMk cId="2844074674" sldId="390"/>
            <ac:inkMk id="162" creationId="{304BF1AC-D329-4A66-916C-515578D078AB}"/>
          </ac:inkMkLst>
        </pc:inkChg>
        <pc:inkChg chg="add del">
          <ac:chgData name="Dr.Sugata Gangopadhyay" userId="5fbd9f87-0a98-489d-9d45-82abac52020a" providerId="ADAL" clId="{C3806F70-F0F3-4FA4-A822-20A3C94AFC14}" dt="2025-02-28T03:16:18.032" v="761"/>
          <ac:inkMkLst>
            <pc:docMk/>
            <pc:sldMk cId="2844074674" sldId="390"/>
            <ac:inkMk id="163" creationId="{CF5BD13A-72CA-476F-A561-F5822DDDEBE1}"/>
          </ac:inkMkLst>
        </pc:inkChg>
        <pc:inkChg chg="add del">
          <ac:chgData name="Dr.Sugata Gangopadhyay" userId="5fbd9f87-0a98-489d-9d45-82abac52020a" providerId="ADAL" clId="{C3806F70-F0F3-4FA4-A822-20A3C94AFC14}" dt="2025-02-28T03:16:18.032" v="761"/>
          <ac:inkMkLst>
            <pc:docMk/>
            <pc:sldMk cId="2844074674" sldId="390"/>
            <ac:inkMk id="164" creationId="{E86D1EEF-5E78-44DA-AF07-1150E5671F76}"/>
          </ac:inkMkLst>
        </pc:inkChg>
        <pc:inkChg chg="add del">
          <ac:chgData name="Dr.Sugata Gangopadhyay" userId="5fbd9f87-0a98-489d-9d45-82abac52020a" providerId="ADAL" clId="{C3806F70-F0F3-4FA4-A822-20A3C94AFC14}" dt="2025-02-28T03:16:18.032" v="761"/>
          <ac:inkMkLst>
            <pc:docMk/>
            <pc:sldMk cId="2844074674" sldId="390"/>
            <ac:inkMk id="165" creationId="{36CE3956-83FD-4A61-9258-922F3DD06C3A}"/>
          </ac:inkMkLst>
        </pc:inkChg>
        <pc:inkChg chg="add del">
          <ac:chgData name="Dr.Sugata Gangopadhyay" userId="5fbd9f87-0a98-489d-9d45-82abac52020a" providerId="ADAL" clId="{C3806F70-F0F3-4FA4-A822-20A3C94AFC14}" dt="2025-02-28T03:16:18.032" v="761"/>
          <ac:inkMkLst>
            <pc:docMk/>
            <pc:sldMk cId="2844074674" sldId="390"/>
            <ac:inkMk id="166" creationId="{CA6A91EE-3DF6-447B-AEB5-5EF09BFD8FD4}"/>
          </ac:inkMkLst>
        </pc:inkChg>
        <pc:inkChg chg="add del">
          <ac:chgData name="Dr.Sugata Gangopadhyay" userId="5fbd9f87-0a98-489d-9d45-82abac52020a" providerId="ADAL" clId="{C3806F70-F0F3-4FA4-A822-20A3C94AFC14}" dt="2025-02-28T03:16:18.032" v="761"/>
          <ac:inkMkLst>
            <pc:docMk/>
            <pc:sldMk cId="2844074674" sldId="390"/>
            <ac:inkMk id="167" creationId="{3B00F31B-9498-4F4D-9F66-422FA0818602}"/>
          </ac:inkMkLst>
        </pc:inkChg>
        <pc:inkChg chg="add del">
          <ac:chgData name="Dr.Sugata Gangopadhyay" userId="5fbd9f87-0a98-489d-9d45-82abac52020a" providerId="ADAL" clId="{C3806F70-F0F3-4FA4-A822-20A3C94AFC14}" dt="2025-02-28T03:16:18.032" v="761"/>
          <ac:inkMkLst>
            <pc:docMk/>
            <pc:sldMk cId="2844074674" sldId="390"/>
            <ac:inkMk id="168" creationId="{456D38BD-37E1-4BA5-AA3D-C06ECCBBC956}"/>
          </ac:inkMkLst>
        </pc:inkChg>
        <pc:inkChg chg="add del">
          <ac:chgData name="Dr.Sugata Gangopadhyay" userId="5fbd9f87-0a98-489d-9d45-82abac52020a" providerId="ADAL" clId="{C3806F70-F0F3-4FA4-A822-20A3C94AFC14}" dt="2025-02-28T03:16:18.032" v="761"/>
          <ac:inkMkLst>
            <pc:docMk/>
            <pc:sldMk cId="2844074674" sldId="390"/>
            <ac:inkMk id="169" creationId="{4DC0A116-85F7-4446-BE92-E666F6FA4AC5}"/>
          </ac:inkMkLst>
        </pc:inkChg>
        <pc:inkChg chg="add del">
          <ac:chgData name="Dr.Sugata Gangopadhyay" userId="5fbd9f87-0a98-489d-9d45-82abac52020a" providerId="ADAL" clId="{C3806F70-F0F3-4FA4-A822-20A3C94AFC14}" dt="2025-02-28T03:16:18.032" v="761"/>
          <ac:inkMkLst>
            <pc:docMk/>
            <pc:sldMk cId="2844074674" sldId="390"/>
            <ac:inkMk id="170" creationId="{E890199B-EF1D-41D0-A0F4-6EE79D4BD3D2}"/>
          </ac:inkMkLst>
        </pc:inkChg>
        <pc:inkChg chg="add del">
          <ac:chgData name="Dr.Sugata Gangopadhyay" userId="5fbd9f87-0a98-489d-9d45-82abac52020a" providerId="ADAL" clId="{C3806F70-F0F3-4FA4-A822-20A3C94AFC14}" dt="2025-02-28T03:16:18.032" v="761"/>
          <ac:inkMkLst>
            <pc:docMk/>
            <pc:sldMk cId="2844074674" sldId="390"/>
            <ac:inkMk id="171" creationId="{9700B5B2-0AD6-4AEA-B7C5-0BF026B0C4C8}"/>
          </ac:inkMkLst>
        </pc:inkChg>
        <pc:inkChg chg="add del">
          <ac:chgData name="Dr.Sugata Gangopadhyay" userId="5fbd9f87-0a98-489d-9d45-82abac52020a" providerId="ADAL" clId="{C3806F70-F0F3-4FA4-A822-20A3C94AFC14}" dt="2025-02-28T03:17:09.493" v="802"/>
          <ac:inkMkLst>
            <pc:docMk/>
            <pc:sldMk cId="2844074674" sldId="390"/>
            <ac:inkMk id="172" creationId="{43D3A548-8F32-46D1-A5CF-233F174A8D9E}"/>
          </ac:inkMkLst>
        </pc:inkChg>
        <pc:inkChg chg="add">
          <ac:chgData name="Dr.Sugata Gangopadhyay" userId="5fbd9f87-0a98-489d-9d45-82abac52020a" providerId="ADAL" clId="{C3806F70-F0F3-4FA4-A822-20A3C94AFC14}" dt="2025-02-28T03:16:18.032" v="761"/>
          <ac:inkMkLst>
            <pc:docMk/>
            <pc:sldMk cId="2844074674" sldId="390"/>
            <ac:inkMk id="173" creationId="{115093F7-20DC-4A98-A521-2B0467E09E6E}"/>
          </ac:inkMkLst>
        </pc:inkChg>
        <pc:inkChg chg="add">
          <ac:chgData name="Dr.Sugata Gangopadhyay" userId="5fbd9f87-0a98-489d-9d45-82abac52020a" providerId="ADAL" clId="{C3806F70-F0F3-4FA4-A822-20A3C94AFC14}" dt="2025-02-28T03:16:18.032" v="761"/>
          <ac:inkMkLst>
            <pc:docMk/>
            <pc:sldMk cId="2844074674" sldId="390"/>
            <ac:inkMk id="174" creationId="{F4242155-0661-4351-B2BA-B2631BA070FB}"/>
          </ac:inkMkLst>
        </pc:inkChg>
        <pc:inkChg chg="add">
          <ac:chgData name="Dr.Sugata Gangopadhyay" userId="5fbd9f87-0a98-489d-9d45-82abac52020a" providerId="ADAL" clId="{C3806F70-F0F3-4FA4-A822-20A3C94AFC14}" dt="2025-02-28T03:16:26.737" v="762"/>
          <ac:inkMkLst>
            <pc:docMk/>
            <pc:sldMk cId="2844074674" sldId="390"/>
            <ac:inkMk id="175" creationId="{814D122B-A1BC-41CF-9673-2D45DBBC661D}"/>
          </ac:inkMkLst>
        </pc:inkChg>
        <pc:inkChg chg="add">
          <ac:chgData name="Dr.Sugata Gangopadhyay" userId="5fbd9f87-0a98-489d-9d45-82abac52020a" providerId="ADAL" clId="{C3806F70-F0F3-4FA4-A822-20A3C94AFC14}" dt="2025-02-28T03:16:27.422" v="763"/>
          <ac:inkMkLst>
            <pc:docMk/>
            <pc:sldMk cId="2844074674" sldId="390"/>
            <ac:inkMk id="176" creationId="{C1019650-6EF4-4BBA-AD46-3D621785518B}"/>
          </ac:inkMkLst>
        </pc:inkChg>
        <pc:inkChg chg="add">
          <ac:chgData name="Dr.Sugata Gangopadhyay" userId="5fbd9f87-0a98-489d-9d45-82abac52020a" providerId="ADAL" clId="{C3806F70-F0F3-4FA4-A822-20A3C94AFC14}" dt="2025-02-28T03:16:27.680" v="764"/>
          <ac:inkMkLst>
            <pc:docMk/>
            <pc:sldMk cId="2844074674" sldId="390"/>
            <ac:inkMk id="177" creationId="{D448DE11-61A7-406D-8CDE-B282432AF63D}"/>
          </ac:inkMkLst>
        </pc:inkChg>
        <pc:inkChg chg="add del">
          <ac:chgData name="Dr.Sugata Gangopadhyay" userId="5fbd9f87-0a98-489d-9d45-82abac52020a" providerId="ADAL" clId="{C3806F70-F0F3-4FA4-A822-20A3C94AFC14}" dt="2025-02-28T03:16:30.233" v="771"/>
          <ac:inkMkLst>
            <pc:docMk/>
            <pc:sldMk cId="2844074674" sldId="390"/>
            <ac:inkMk id="178" creationId="{6CA4D451-17FD-4F2F-AB91-D3171D92F514}"/>
          </ac:inkMkLst>
        </pc:inkChg>
        <pc:inkChg chg="add del">
          <ac:chgData name="Dr.Sugata Gangopadhyay" userId="5fbd9f87-0a98-489d-9d45-82abac52020a" providerId="ADAL" clId="{C3806F70-F0F3-4FA4-A822-20A3C94AFC14}" dt="2025-02-28T03:16:30.233" v="771"/>
          <ac:inkMkLst>
            <pc:docMk/>
            <pc:sldMk cId="2844074674" sldId="390"/>
            <ac:inkMk id="179" creationId="{ABB747F5-A661-496F-BC5E-ACA3C3C9CD6D}"/>
          </ac:inkMkLst>
        </pc:inkChg>
        <pc:inkChg chg="add del">
          <ac:chgData name="Dr.Sugata Gangopadhyay" userId="5fbd9f87-0a98-489d-9d45-82abac52020a" providerId="ADAL" clId="{C3806F70-F0F3-4FA4-A822-20A3C94AFC14}" dt="2025-02-28T03:16:30.233" v="771"/>
          <ac:inkMkLst>
            <pc:docMk/>
            <pc:sldMk cId="2844074674" sldId="390"/>
            <ac:inkMk id="180" creationId="{500AD441-F56B-423B-AE19-5D8DAFD7C8B9}"/>
          </ac:inkMkLst>
        </pc:inkChg>
        <pc:inkChg chg="add del">
          <ac:chgData name="Dr.Sugata Gangopadhyay" userId="5fbd9f87-0a98-489d-9d45-82abac52020a" providerId="ADAL" clId="{C3806F70-F0F3-4FA4-A822-20A3C94AFC14}" dt="2025-02-28T03:16:30.233" v="771"/>
          <ac:inkMkLst>
            <pc:docMk/>
            <pc:sldMk cId="2844074674" sldId="390"/>
            <ac:inkMk id="181" creationId="{4DC98513-5E8F-4C79-AB8F-745763D483F0}"/>
          </ac:inkMkLst>
        </pc:inkChg>
        <pc:inkChg chg="add del">
          <ac:chgData name="Dr.Sugata Gangopadhyay" userId="5fbd9f87-0a98-489d-9d45-82abac52020a" providerId="ADAL" clId="{C3806F70-F0F3-4FA4-A822-20A3C94AFC14}" dt="2025-02-28T03:16:30.233" v="771"/>
          <ac:inkMkLst>
            <pc:docMk/>
            <pc:sldMk cId="2844074674" sldId="390"/>
            <ac:inkMk id="182" creationId="{9ED91365-8875-48FB-B50C-ED3F5ED5053A}"/>
          </ac:inkMkLst>
        </pc:inkChg>
        <pc:inkChg chg="add del">
          <ac:chgData name="Dr.Sugata Gangopadhyay" userId="5fbd9f87-0a98-489d-9d45-82abac52020a" providerId="ADAL" clId="{C3806F70-F0F3-4FA4-A822-20A3C94AFC14}" dt="2025-02-28T03:16:30.233" v="771"/>
          <ac:inkMkLst>
            <pc:docMk/>
            <pc:sldMk cId="2844074674" sldId="390"/>
            <ac:inkMk id="183" creationId="{5F03A499-195B-4037-9678-33738BF87929}"/>
          </ac:inkMkLst>
        </pc:inkChg>
        <pc:inkChg chg="add">
          <ac:chgData name="Dr.Sugata Gangopadhyay" userId="5fbd9f87-0a98-489d-9d45-82abac52020a" providerId="ADAL" clId="{C3806F70-F0F3-4FA4-A822-20A3C94AFC14}" dt="2025-02-28T03:16:30.233" v="771"/>
          <ac:inkMkLst>
            <pc:docMk/>
            <pc:sldMk cId="2844074674" sldId="390"/>
            <ac:inkMk id="184" creationId="{9BDFB413-9E83-4E9B-A6D4-3F4096AFC022}"/>
          </ac:inkMkLst>
        </pc:inkChg>
        <pc:inkChg chg="add">
          <ac:chgData name="Dr.Sugata Gangopadhyay" userId="5fbd9f87-0a98-489d-9d45-82abac52020a" providerId="ADAL" clId="{C3806F70-F0F3-4FA4-A822-20A3C94AFC14}" dt="2025-02-28T03:16:30.233" v="771"/>
          <ac:inkMkLst>
            <pc:docMk/>
            <pc:sldMk cId="2844074674" sldId="390"/>
            <ac:inkMk id="185" creationId="{172DB988-1A5C-4186-8D3B-BE5F5548C1C7}"/>
          </ac:inkMkLst>
        </pc:inkChg>
        <pc:inkChg chg="add del">
          <ac:chgData name="Dr.Sugata Gangopadhyay" userId="5fbd9f87-0a98-489d-9d45-82abac52020a" providerId="ADAL" clId="{C3806F70-F0F3-4FA4-A822-20A3C94AFC14}" dt="2025-02-28T03:16:36.706" v="778"/>
          <ac:inkMkLst>
            <pc:docMk/>
            <pc:sldMk cId="2844074674" sldId="390"/>
            <ac:inkMk id="186" creationId="{D711423D-6CC9-4A1B-BAEC-C27C58B2DA05}"/>
          </ac:inkMkLst>
        </pc:inkChg>
        <pc:inkChg chg="add del">
          <ac:chgData name="Dr.Sugata Gangopadhyay" userId="5fbd9f87-0a98-489d-9d45-82abac52020a" providerId="ADAL" clId="{C3806F70-F0F3-4FA4-A822-20A3C94AFC14}" dt="2025-02-28T03:16:36.058" v="777"/>
          <ac:inkMkLst>
            <pc:docMk/>
            <pc:sldMk cId="2844074674" sldId="390"/>
            <ac:inkMk id="187" creationId="{DBEA3EB1-CC3B-47ED-9CF5-E1D38F5160C3}"/>
          </ac:inkMkLst>
        </pc:inkChg>
        <pc:inkChg chg="add del">
          <ac:chgData name="Dr.Sugata Gangopadhyay" userId="5fbd9f87-0a98-489d-9d45-82abac52020a" providerId="ADAL" clId="{C3806F70-F0F3-4FA4-A822-20A3C94AFC14}" dt="2025-02-28T03:16:34.841" v="776"/>
          <ac:inkMkLst>
            <pc:docMk/>
            <pc:sldMk cId="2844074674" sldId="390"/>
            <ac:inkMk id="188" creationId="{E99BB9FC-1E6F-443A-89D2-EF6BA58C494B}"/>
          </ac:inkMkLst>
        </pc:inkChg>
        <pc:inkChg chg="add">
          <ac:chgData name="Dr.Sugata Gangopadhyay" userId="5fbd9f87-0a98-489d-9d45-82abac52020a" providerId="ADAL" clId="{C3806F70-F0F3-4FA4-A822-20A3C94AFC14}" dt="2025-02-28T03:16:34.440" v="775"/>
          <ac:inkMkLst>
            <pc:docMk/>
            <pc:sldMk cId="2844074674" sldId="390"/>
            <ac:inkMk id="189" creationId="{5D1497B0-344B-4128-B894-D8C18EE9ED63}"/>
          </ac:inkMkLst>
        </pc:inkChg>
        <pc:inkChg chg="add">
          <ac:chgData name="Dr.Sugata Gangopadhyay" userId="5fbd9f87-0a98-489d-9d45-82abac52020a" providerId="ADAL" clId="{C3806F70-F0F3-4FA4-A822-20A3C94AFC14}" dt="2025-02-28T03:16:38.572" v="779"/>
          <ac:inkMkLst>
            <pc:docMk/>
            <pc:sldMk cId="2844074674" sldId="390"/>
            <ac:inkMk id="190" creationId="{9453649D-1817-4DAE-B52C-FC60B3978151}"/>
          </ac:inkMkLst>
        </pc:inkChg>
        <pc:inkChg chg="add">
          <ac:chgData name="Dr.Sugata Gangopadhyay" userId="5fbd9f87-0a98-489d-9d45-82abac52020a" providerId="ADAL" clId="{C3806F70-F0F3-4FA4-A822-20A3C94AFC14}" dt="2025-02-28T03:16:38.830" v="780"/>
          <ac:inkMkLst>
            <pc:docMk/>
            <pc:sldMk cId="2844074674" sldId="390"/>
            <ac:inkMk id="191" creationId="{0DE7E224-251B-4356-8C39-FFF3488A5A68}"/>
          </ac:inkMkLst>
        </pc:inkChg>
        <pc:inkChg chg="add">
          <ac:chgData name="Dr.Sugata Gangopadhyay" userId="5fbd9f87-0a98-489d-9d45-82abac52020a" providerId="ADAL" clId="{C3806F70-F0F3-4FA4-A822-20A3C94AFC14}" dt="2025-02-28T03:16:39.770" v="781"/>
          <ac:inkMkLst>
            <pc:docMk/>
            <pc:sldMk cId="2844074674" sldId="390"/>
            <ac:inkMk id="192" creationId="{031B4BDC-4B71-41A1-B310-1D65B3677CB2}"/>
          </ac:inkMkLst>
        </pc:inkChg>
        <pc:inkChg chg="add del">
          <ac:chgData name="Dr.Sugata Gangopadhyay" userId="5fbd9f87-0a98-489d-9d45-82abac52020a" providerId="ADAL" clId="{C3806F70-F0F3-4FA4-A822-20A3C94AFC14}" dt="2025-02-28T03:16:43.036" v="786"/>
          <ac:inkMkLst>
            <pc:docMk/>
            <pc:sldMk cId="2844074674" sldId="390"/>
            <ac:inkMk id="193" creationId="{B6498FF6-4E21-481A-AEEB-F6272550E19C}"/>
          </ac:inkMkLst>
        </pc:inkChg>
        <pc:inkChg chg="add del">
          <ac:chgData name="Dr.Sugata Gangopadhyay" userId="5fbd9f87-0a98-489d-9d45-82abac52020a" providerId="ADAL" clId="{C3806F70-F0F3-4FA4-A822-20A3C94AFC14}" dt="2025-02-28T03:16:43.036" v="786"/>
          <ac:inkMkLst>
            <pc:docMk/>
            <pc:sldMk cId="2844074674" sldId="390"/>
            <ac:inkMk id="194" creationId="{CF426A3D-6875-466A-9848-5ED8A546575D}"/>
          </ac:inkMkLst>
        </pc:inkChg>
        <pc:inkChg chg="add del">
          <ac:chgData name="Dr.Sugata Gangopadhyay" userId="5fbd9f87-0a98-489d-9d45-82abac52020a" providerId="ADAL" clId="{C3806F70-F0F3-4FA4-A822-20A3C94AFC14}" dt="2025-02-28T03:16:43.036" v="786"/>
          <ac:inkMkLst>
            <pc:docMk/>
            <pc:sldMk cId="2844074674" sldId="390"/>
            <ac:inkMk id="195" creationId="{FD5D62E0-BE57-44D7-92BD-BC595272E476}"/>
          </ac:inkMkLst>
        </pc:inkChg>
        <pc:inkChg chg="add">
          <ac:chgData name="Dr.Sugata Gangopadhyay" userId="5fbd9f87-0a98-489d-9d45-82abac52020a" providerId="ADAL" clId="{C3806F70-F0F3-4FA4-A822-20A3C94AFC14}" dt="2025-02-28T03:16:42.163" v="785"/>
          <ac:inkMkLst>
            <pc:docMk/>
            <pc:sldMk cId="2844074674" sldId="390"/>
            <ac:inkMk id="196" creationId="{178ADD2C-1A1A-4469-9B76-742C58ECEE48}"/>
          </ac:inkMkLst>
        </pc:inkChg>
        <pc:inkChg chg="add">
          <ac:chgData name="Dr.Sugata Gangopadhyay" userId="5fbd9f87-0a98-489d-9d45-82abac52020a" providerId="ADAL" clId="{C3806F70-F0F3-4FA4-A822-20A3C94AFC14}" dt="2025-02-28T03:16:43.036" v="786"/>
          <ac:inkMkLst>
            <pc:docMk/>
            <pc:sldMk cId="2844074674" sldId="390"/>
            <ac:inkMk id="197" creationId="{5C8FFCA5-579A-4E55-A11E-88E60A854DF5}"/>
          </ac:inkMkLst>
        </pc:inkChg>
        <pc:inkChg chg="add del">
          <ac:chgData name="Dr.Sugata Gangopadhyay" userId="5fbd9f87-0a98-489d-9d45-82abac52020a" providerId="ADAL" clId="{C3806F70-F0F3-4FA4-A822-20A3C94AFC14}" dt="2025-02-28T03:16:46.508" v="794"/>
          <ac:inkMkLst>
            <pc:docMk/>
            <pc:sldMk cId="2844074674" sldId="390"/>
            <ac:inkMk id="198" creationId="{B3528C84-7ACF-41EA-961A-6A2C587D44D8}"/>
          </ac:inkMkLst>
        </pc:inkChg>
        <pc:inkChg chg="add del">
          <ac:chgData name="Dr.Sugata Gangopadhyay" userId="5fbd9f87-0a98-489d-9d45-82abac52020a" providerId="ADAL" clId="{C3806F70-F0F3-4FA4-A822-20A3C94AFC14}" dt="2025-02-28T03:16:46.508" v="794"/>
          <ac:inkMkLst>
            <pc:docMk/>
            <pc:sldMk cId="2844074674" sldId="390"/>
            <ac:inkMk id="199" creationId="{310E9EF4-12B8-43AB-B232-C8046673EE8F}"/>
          </ac:inkMkLst>
        </pc:inkChg>
        <pc:inkChg chg="add">
          <ac:chgData name="Dr.Sugata Gangopadhyay" userId="5fbd9f87-0a98-489d-9d45-82abac52020a" providerId="ADAL" clId="{C3806F70-F0F3-4FA4-A822-20A3C94AFC14}" dt="2025-02-28T03:16:43.901" v="789"/>
          <ac:inkMkLst>
            <pc:docMk/>
            <pc:sldMk cId="2844074674" sldId="390"/>
            <ac:inkMk id="200" creationId="{8D88E56A-938D-4225-AC5E-17A1755BE4A4}"/>
          </ac:inkMkLst>
        </pc:inkChg>
        <pc:inkChg chg="add">
          <ac:chgData name="Dr.Sugata Gangopadhyay" userId="5fbd9f87-0a98-489d-9d45-82abac52020a" providerId="ADAL" clId="{C3806F70-F0F3-4FA4-A822-20A3C94AFC14}" dt="2025-02-28T03:16:44.055" v="790"/>
          <ac:inkMkLst>
            <pc:docMk/>
            <pc:sldMk cId="2844074674" sldId="390"/>
            <ac:inkMk id="201" creationId="{29DEF57E-E365-4FE9-8475-9307569434E2}"/>
          </ac:inkMkLst>
        </pc:inkChg>
        <pc:inkChg chg="add">
          <ac:chgData name="Dr.Sugata Gangopadhyay" userId="5fbd9f87-0a98-489d-9d45-82abac52020a" providerId="ADAL" clId="{C3806F70-F0F3-4FA4-A822-20A3C94AFC14}" dt="2025-02-28T03:16:44.796" v="791"/>
          <ac:inkMkLst>
            <pc:docMk/>
            <pc:sldMk cId="2844074674" sldId="390"/>
            <ac:inkMk id="202" creationId="{F64CCE42-AA3A-493D-9A77-2AF161F0E696}"/>
          </ac:inkMkLst>
        </pc:inkChg>
        <pc:inkChg chg="add del">
          <ac:chgData name="Dr.Sugata Gangopadhyay" userId="5fbd9f87-0a98-489d-9d45-82abac52020a" providerId="ADAL" clId="{C3806F70-F0F3-4FA4-A822-20A3C94AFC14}" dt="2025-02-28T03:16:49.926" v="798"/>
          <ac:inkMkLst>
            <pc:docMk/>
            <pc:sldMk cId="2844074674" sldId="390"/>
            <ac:inkMk id="203" creationId="{0A4764DD-2F17-4D51-A88E-04C2147AAF06}"/>
          </ac:inkMkLst>
        </pc:inkChg>
        <pc:inkChg chg="add">
          <ac:chgData name="Dr.Sugata Gangopadhyay" userId="5fbd9f87-0a98-489d-9d45-82abac52020a" providerId="ADAL" clId="{C3806F70-F0F3-4FA4-A822-20A3C94AFC14}" dt="2025-02-28T03:16:45.831" v="793"/>
          <ac:inkMkLst>
            <pc:docMk/>
            <pc:sldMk cId="2844074674" sldId="390"/>
            <ac:inkMk id="204" creationId="{E0806917-C2C1-4EB2-A28A-14A3A8FF2E8F}"/>
          </ac:inkMkLst>
        </pc:inkChg>
        <pc:inkChg chg="add">
          <ac:chgData name="Dr.Sugata Gangopadhyay" userId="5fbd9f87-0a98-489d-9d45-82abac52020a" providerId="ADAL" clId="{C3806F70-F0F3-4FA4-A822-20A3C94AFC14}" dt="2025-02-28T03:16:46.508" v="794"/>
          <ac:inkMkLst>
            <pc:docMk/>
            <pc:sldMk cId="2844074674" sldId="390"/>
            <ac:inkMk id="205" creationId="{064F2AD5-FBB2-439E-9E06-45F925A504F9}"/>
          </ac:inkMkLst>
        </pc:inkChg>
        <pc:inkChg chg="add del">
          <ac:chgData name="Dr.Sugata Gangopadhyay" userId="5fbd9f87-0a98-489d-9d45-82abac52020a" providerId="ADAL" clId="{C3806F70-F0F3-4FA4-A822-20A3C94AFC14}" dt="2025-02-28T03:16:49.926" v="798"/>
          <ac:inkMkLst>
            <pc:docMk/>
            <pc:sldMk cId="2844074674" sldId="390"/>
            <ac:inkMk id="206" creationId="{06C54FA1-0795-4D9E-9331-E02D891497B7}"/>
          </ac:inkMkLst>
        </pc:inkChg>
        <pc:inkChg chg="add del">
          <ac:chgData name="Dr.Sugata Gangopadhyay" userId="5fbd9f87-0a98-489d-9d45-82abac52020a" providerId="ADAL" clId="{C3806F70-F0F3-4FA4-A822-20A3C94AFC14}" dt="2025-02-28T03:16:49.926" v="798"/>
          <ac:inkMkLst>
            <pc:docMk/>
            <pc:sldMk cId="2844074674" sldId="390"/>
            <ac:inkMk id="207" creationId="{0AB06298-6919-4CE4-B8B5-F15871CBE904}"/>
          </ac:inkMkLst>
        </pc:inkChg>
        <pc:inkChg chg="add del">
          <ac:chgData name="Dr.Sugata Gangopadhyay" userId="5fbd9f87-0a98-489d-9d45-82abac52020a" providerId="ADAL" clId="{C3806F70-F0F3-4FA4-A822-20A3C94AFC14}" dt="2025-02-28T03:16:49.926" v="798"/>
          <ac:inkMkLst>
            <pc:docMk/>
            <pc:sldMk cId="2844074674" sldId="390"/>
            <ac:inkMk id="208" creationId="{0490D837-7FD4-4940-9FAA-947E8C6AE42F}"/>
          </ac:inkMkLst>
        </pc:inkChg>
        <pc:inkChg chg="add">
          <ac:chgData name="Dr.Sugata Gangopadhyay" userId="5fbd9f87-0a98-489d-9d45-82abac52020a" providerId="ADAL" clId="{C3806F70-F0F3-4FA4-A822-20A3C94AFC14}" dt="2025-02-28T03:16:49.926" v="798"/>
          <ac:inkMkLst>
            <pc:docMk/>
            <pc:sldMk cId="2844074674" sldId="390"/>
            <ac:inkMk id="209" creationId="{57039263-644F-4CCD-BC02-6498D1A6F09E}"/>
          </ac:inkMkLst>
        </pc:inkChg>
        <pc:inkChg chg="add del">
          <ac:chgData name="Dr.Sugata Gangopadhyay" userId="5fbd9f87-0a98-489d-9d45-82abac52020a" providerId="ADAL" clId="{C3806F70-F0F3-4FA4-A822-20A3C94AFC14}" dt="2025-02-28T03:17:09.493" v="802"/>
          <ac:inkMkLst>
            <pc:docMk/>
            <pc:sldMk cId="2844074674" sldId="390"/>
            <ac:inkMk id="210" creationId="{4BAD6CE3-2202-441B-AD0D-293FFE1E589F}"/>
          </ac:inkMkLst>
        </pc:inkChg>
        <pc:inkChg chg="add del">
          <ac:chgData name="Dr.Sugata Gangopadhyay" userId="5fbd9f87-0a98-489d-9d45-82abac52020a" providerId="ADAL" clId="{C3806F70-F0F3-4FA4-A822-20A3C94AFC14}" dt="2025-02-28T03:17:09.493" v="802"/>
          <ac:inkMkLst>
            <pc:docMk/>
            <pc:sldMk cId="2844074674" sldId="390"/>
            <ac:inkMk id="211" creationId="{B0274212-AD66-4B9E-B046-98B3AE70A719}"/>
          </ac:inkMkLst>
        </pc:inkChg>
        <pc:inkChg chg="add del">
          <ac:chgData name="Dr.Sugata Gangopadhyay" userId="5fbd9f87-0a98-489d-9d45-82abac52020a" providerId="ADAL" clId="{C3806F70-F0F3-4FA4-A822-20A3C94AFC14}" dt="2025-02-28T03:17:09.493" v="802"/>
          <ac:inkMkLst>
            <pc:docMk/>
            <pc:sldMk cId="2844074674" sldId="390"/>
            <ac:inkMk id="212" creationId="{9227527A-7FE7-4C09-BFCF-F290ECBE84A7}"/>
          </ac:inkMkLst>
        </pc:inkChg>
        <pc:inkChg chg="add">
          <ac:chgData name="Dr.Sugata Gangopadhyay" userId="5fbd9f87-0a98-489d-9d45-82abac52020a" providerId="ADAL" clId="{C3806F70-F0F3-4FA4-A822-20A3C94AFC14}" dt="2025-02-28T03:17:09.493" v="802"/>
          <ac:inkMkLst>
            <pc:docMk/>
            <pc:sldMk cId="2844074674" sldId="390"/>
            <ac:inkMk id="213" creationId="{27DBF407-249C-4675-B197-39D0062CBED1}"/>
          </ac:inkMkLst>
        </pc:inkChg>
        <pc:inkChg chg="add del">
          <ac:chgData name="Dr.Sugata Gangopadhyay" userId="5fbd9f87-0a98-489d-9d45-82abac52020a" providerId="ADAL" clId="{C3806F70-F0F3-4FA4-A822-20A3C94AFC14}" dt="2025-02-28T03:17:48.535" v="816"/>
          <ac:inkMkLst>
            <pc:docMk/>
            <pc:sldMk cId="2844074674" sldId="390"/>
            <ac:inkMk id="214" creationId="{16AE4EE3-1D68-4158-B6C2-1AB3BFDD6D94}"/>
          </ac:inkMkLst>
        </pc:inkChg>
        <pc:inkChg chg="add del">
          <ac:chgData name="Dr.Sugata Gangopadhyay" userId="5fbd9f87-0a98-489d-9d45-82abac52020a" providerId="ADAL" clId="{C3806F70-F0F3-4FA4-A822-20A3C94AFC14}" dt="2025-02-28T03:17:48.535" v="816"/>
          <ac:inkMkLst>
            <pc:docMk/>
            <pc:sldMk cId="2844074674" sldId="390"/>
            <ac:inkMk id="215" creationId="{75778248-2A39-4B74-BE52-3E40ECD1D1BB}"/>
          </ac:inkMkLst>
        </pc:inkChg>
        <pc:inkChg chg="add del">
          <ac:chgData name="Dr.Sugata Gangopadhyay" userId="5fbd9f87-0a98-489d-9d45-82abac52020a" providerId="ADAL" clId="{C3806F70-F0F3-4FA4-A822-20A3C94AFC14}" dt="2025-02-28T03:17:48.535" v="816"/>
          <ac:inkMkLst>
            <pc:docMk/>
            <pc:sldMk cId="2844074674" sldId="390"/>
            <ac:inkMk id="216" creationId="{D5FDCD9C-3091-4C30-9A80-E8DF13DAF7B4}"/>
          </ac:inkMkLst>
        </pc:inkChg>
        <pc:inkChg chg="add del">
          <ac:chgData name="Dr.Sugata Gangopadhyay" userId="5fbd9f87-0a98-489d-9d45-82abac52020a" providerId="ADAL" clId="{C3806F70-F0F3-4FA4-A822-20A3C94AFC14}" dt="2025-02-28T03:17:48.535" v="816"/>
          <ac:inkMkLst>
            <pc:docMk/>
            <pc:sldMk cId="2844074674" sldId="390"/>
            <ac:inkMk id="217" creationId="{256982EB-1BA5-4FC2-890D-E3F3172C59E0}"/>
          </ac:inkMkLst>
        </pc:inkChg>
        <pc:inkChg chg="add del">
          <ac:chgData name="Dr.Sugata Gangopadhyay" userId="5fbd9f87-0a98-489d-9d45-82abac52020a" providerId="ADAL" clId="{C3806F70-F0F3-4FA4-A822-20A3C94AFC14}" dt="2025-02-28T03:17:48.535" v="816"/>
          <ac:inkMkLst>
            <pc:docMk/>
            <pc:sldMk cId="2844074674" sldId="390"/>
            <ac:inkMk id="218" creationId="{E7A8CB3C-236F-4431-822E-ED937B57253D}"/>
          </ac:inkMkLst>
        </pc:inkChg>
        <pc:inkChg chg="add del">
          <ac:chgData name="Dr.Sugata Gangopadhyay" userId="5fbd9f87-0a98-489d-9d45-82abac52020a" providerId="ADAL" clId="{C3806F70-F0F3-4FA4-A822-20A3C94AFC14}" dt="2025-02-28T03:17:48.535" v="816"/>
          <ac:inkMkLst>
            <pc:docMk/>
            <pc:sldMk cId="2844074674" sldId="390"/>
            <ac:inkMk id="219" creationId="{4DB740AA-7925-423E-8E95-2A56C83653FE}"/>
          </ac:inkMkLst>
        </pc:inkChg>
        <pc:inkChg chg="add del">
          <ac:chgData name="Dr.Sugata Gangopadhyay" userId="5fbd9f87-0a98-489d-9d45-82abac52020a" providerId="ADAL" clId="{C3806F70-F0F3-4FA4-A822-20A3C94AFC14}" dt="2025-02-28T03:17:48.535" v="816"/>
          <ac:inkMkLst>
            <pc:docMk/>
            <pc:sldMk cId="2844074674" sldId="390"/>
            <ac:inkMk id="220" creationId="{5B895B92-180D-443A-B4B0-4297ED1EC3AA}"/>
          </ac:inkMkLst>
        </pc:inkChg>
        <pc:inkChg chg="add del">
          <ac:chgData name="Dr.Sugata Gangopadhyay" userId="5fbd9f87-0a98-489d-9d45-82abac52020a" providerId="ADAL" clId="{C3806F70-F0F3-4FA4-A822-20A3C94AFC14}" dt="2025-02-28T03:17:48.535" v="816"/>
          <ac:inkMkLst>
            <pc:docMk/>
            <pc:sldMk cId="2844074674" sldId="390"/>
            <ac:inkMk id="221" creationId="{D193CEFA-7BF5-4DD2-ADA2-38FF40D5BA0E}"/>
          </ac:inkMkLst>
        </pc:inkChg>
        <pc:inkChg chg="add del">
          <ac:chgData name="Dr.Sugata Gangopadhyay" userId="5fbd9f87-0a98-489d-9d45-82abac52020a" providerId="ADAL" clId="{C3806F70-F0F3-4FA4-A822-20A3C94AFC14}" dt="2025-02-28T03:17:48.535" v="816"/>
          <ac:inkMkLst>
            <pc:docMk/>
            <pc:sldMk cId="2844074674" sldId="390"/>
            <ac:inkMk id="222" creationId="{E38CAA17-05F1-4547-9E00-260FC4BD1AEB}"/>
          </ac:inkMkLst>
        </pc:inkChg>
        <pc:inkChg chg="add del">
          <ac:chgData name="Dr.Sugata Gangopadhyay" userId="5fbd9f87-0a98-489d-9d45-82abac52020a" providerId="ADAL" clId="{C3806F70-F0F3-4FA4-A822-20A3C94AFC14}" dt="2025-02-28T03:17:48.535" v="816"/>
          <ac:inkMkLst>
            <pc:docMk/>
            <pc:sldMk cId="2844074674" sldId="390"/>
            <ac:inkMk id="223" creationId="{3970A5BE-53F2-478F-BA90-A510A25A0B84}"/>
          </ac:inkMkLst>
        </pc:inkChg>
        <pc:inkChg chg="add del">
          <ac:chgData name="Dr.Sugata Gangopadhyay" userId="5fbd9f87-0a98-489d-9d45-82abac52020a" providerId="ADAL" clId="{C3806F70-F0F3-4FA4-A822-20A3C94AFC14}" dt="2025-02-28T03:17:48.535" v="816"/>
          <ac:inkMkLst>
            <pc:docMk/>
            <pc:sldMk cId="2844074674" sldId="390"/>
            <ac:inkMk id="224" creationId="{5CFA909A-A51F-40D4-ADBE-9AEC67E8D1F1}"/>
          </ac:inkMkLst>
        </pc:inkChg>
        <pc:inkChg chg="add del">
          <ac:chgData name="Dr.Sugata Gangopadhyay" userId="5fbd9f87-0a98-489d-9d45-82abac52020a" providerId="ADAL" clId="{C3806F70-F0F3-4FA4-A822-20A3C94AFC14}" dt="2025-02-28T03:17:48.535" v="816"/>
          <ac:inkMkLst>
            <pc:docMk/>
            <pc:sldMk cId="2844074674" sldId="390"/>
            <ac:inkMk id="225" creationId="{9D5C108F-A99F-4774-8C02-AAEB353B3DD0}"/>
          </ac:inkMkLst>
        </pc:inkChg>
        <pc:inkChg chg="add del">
          <ac:chgData name="Dr.Sugata Gangopadhyay" userId="5fbd9f87-0a98-489d-9d45-82abac52020a" providerId="ADAL" clId="{C3806F70-F0F3-4FA4-A822-20A3C94AFC14}" dt="2025-02-28T03:17:48.535" v="816"/>
          <ac:inkMkLst>
            <pc:docMk/>
            <pc:sldMk cId="2844074674" sldId="390"/>
            <ac:inkMk id="226" creationId="{4345A2EC-EC92-4DEA-B847-B21EDF4C195D}"/>
          </ac:inkMkLst>
        </pc:inkChg>
        <pc:inkChg chg="add">
          <ac:chgData name="Dr.Sugata Gangopadhyay" userId="5fbd9f87-0a98-489d-9d45-82abac52020a" providerId="ADAL" clId="{C3806F70-F0F3-4FA4-A822-20A3C94AFC14}" dt="2025-02-28T03:17:48.535" v="816"/>
          <ac:inkMkLst>
            <pc:docMk/>
            <pc:sldMk cId="2844074674" sldId="390"/>
            <ac:inkMk id="227" creationId="{A790C3DC-92A2-4494-9599-17E2A0E1CA92}"/>
          </ac:inkMkLst>
        </pc:inkChg>
        <pc:inkChg chg="add">
          <ac:chgData name="Dr.Sugata Gangopadhyay" userId="5fbd9f87-0a98-489d-9d45-82abac52020a" providerId="ADAL" clId="{C3806F70-F0F3-4FA4-A822-20A3C94AFC14}" dt="2025-02-28T03:17:48.535" v="816"/>
          <ac:inkMkLst>
            <pc:docMk/>
            <pc:sldMk cId="2844074674" sldId="390"/>
            <ac:inkMk id="228" creationId="{A81CFA75-2A4E-490E-916B-932744E3ED0E}"/>
          </ac:inkMkLst>
        </pc:inkChg>
        <pc:inkChg chg="add">
          <ac:chgData name="Dr.Sugata Gangopadhyay" userId="5fbd9f87-0a98-489d-9d45-82abac52020a" providerId="ADAL" clId="{C3806F70-F0F3-4FA4-A822-20A3C94AFC14}" dt="2025-02-28T03:17:48.535" v="816"/>
          <ac:inkMkLst>
            <pc:docMk/>
            <pc:sldMk cId="2844074674" sldId="390"/>
            <ac:inkMk id="229" creationId="{461B3F11-29BD-4773-9735-4DF4238CD19F}"/>
          </ac:inkMkLst>
        </pc:inkChg>
        <pc:inkChg chg="add">
          <ac:chgData name="Dr.Sugata Gangopadhyay" userId="5fbd9f87-0a98-489d-9d45-82abac52020a" providerId="ADAL" clId="{C3806F70-F0F3-4FA4-A822-20A3C94AFC14}" dt="2025-02-28T03:17:49.672" v="817"/>
          <ac:inkMkLst>
            <pc:docMk/>
            <pc:sldMk cId="2844074674" sldId="390"/>
            <ac:inkMk id="230" creationId="{668FBDC8-7C26-43F1-8797-FDC32A256B07}"/>
          </ac:inkMkLst>
        </pc:inkChg>
        <pc:inkChg chg="add">
          <ac:chgData name="Dr.Sugata Gangopadhyay" userId="5fbd9f87-0a98-489d-9d45-82abac52020a" providerId="ADAL" clId="{C3806F70-F0F3-4FA4-A822-20A3C94AFC14}" dt="2025-02-28T03:17:51.145" v="818"/>
          <ac:inkMkLst>
            <pc:docMk/>
            <pc:sldMk cId="2844074674" sldId="390"/>
            <ac:inkMk id="231" creationId="{F6AE2B1D-A6E3-4E29-B205-55C481F9998D}"/>
          </ac:inkMkLst>
        </pc:inkChg>
        <pc:inkChg chg="add del">
          <ac:chgData name="Dr.Sugata Gangopadhyay" userId="5fbd9f87-0a98-489d-9d45-82abac52020a" providerId="ADAL" clId="{C3806F70-F0F3-4FA4-A822-20A3C94AFC14}" dt="2025-02-28T03:18:02.933" v="832"/>
          <ac:inkMkLst>
            <pc:docMk/>
            <pc:sldMk cId="2844074674" sldId="390"/>
            <ac:inkMk id="232" creationId="{12E55D4A-323F-4802-902E-958997058493}"/>
          </ac:inkMkLst>
        </pc:inkChg>
        <pc:inkChg chg="add del">
          <ac:chgData name="Dr.Sugata Gangopadhyay" userId="5fbd9f87-0a98-489d-9d45-82abac52020a" providerId="ADAL" clId="{C3806F70-F0F3-4FA4-A822-20A3C94AFC14}" dt="2025-02-28T03:18:02.933" v="832"/>
          <ac:inkMkLst>
            <pc:docMk/>
            <pc:sldMk cId="2844074674" sldId="390"/>
            <ac:inkMk id="233" creationId="{43DD7B86-1CD6-499E-8A2F-61C3E52E2F6A}"/>
          </ac:inkMkLst>
        </pc:inkChg>
        <pc:inkChg chg="add del">
          <ac:chgData name="Dr.Sugata Gangopadhyay" userId="5fbd9f87-0a98-489d-9d45-82abac52020a" providerId="ADAL" clId="{C3806F70-F0F3-4FA4-A822-20A3C94AFC14}" dt="2025-02-28T03:18:02.933" v="832"/>
          <ac:inkMkLst>
            <pc:docMk/>
            <pc:sldMk cId="2844074674" sldId="390"/>
            <ac:inkMk id="234" creationId="{485DD941-C9EB-48E4-A5EF-49BFE133F47A}"/>
          </ac:inkMkLst>
        </pc:inkChg>
        <pc:inkChg chg="add del">
          <ac:chgData name="Dr.Sugata Gangopadhyay" userId="5fbd9f87-0a98-489d-9d45-82abac52020a" providerId="ADAL" clId="{C3806F70-F0F3-4FA4-A822-20A3C94AFC14}" dt="2025-02-28T03:18:02.933" v="832"/>
          <ac:inkMkLst>
            <pc:docMk/>
            <pc:sldMk cId="2844074674" sldId="390"/>
            <ac:inkMk id="235" creationId="{60AF48F0-CB25-4983-BB45-B89072D77982}"/>
          </ac:inkMkLst>
        </pc:inkChg>
        <pc:inkChg chg="add del">
          <ac:chgData name="Dr.Sugata Gangopadhyay" userId="5fbd9f87-0a98-489d-9d45-82abac52020a" providerId="ADAL" clId="{C3806F70-F0F3-4FA4-A822-20A3C94AFC14}" dt="2025-02-28T03:18:02.933" v="832"/>
          <ac:inkMkLst>
            <pc:docMk/>
            <pc:sldMk cId="2844074674" sldId="390"/>
            <ac:inkMk id="236" creationId="{938393CB-039B-42E7-8628-2CDC648B7B5F}"/>
          </ac:inkMkLst>
        </pc:inkChg>
        <pc:inkChg chg="add del">
          <ac:chgData name="Dr.Sugata Gangopadhyay" userId="5fbd9f87-0a98-489d-9d45-82abac52020a" providerId="ADAL" clId="{C3806F70-F0F3-4FA4-A822-20A3C94AFC14}" dt="2025-02-28T03:19:52.602" v="922"/>
          <ac:inkMkLst>
            <pc:docMk/>
            <pc:sldMk cId="2844074674" sldId="390"/>
            <ac:inkMk id="237" creationId="{7587DB53-B9D7-46C7-8F29-1155E518369D}"/>
          </ac:inkMkLst>
        </pc:inkChg>
        <pc:inkChg chg="add del">
          <ac:chgData name="Dr.Sugata Gangopadhyay" userId="5fbd9f87-0a98-489d-9d45-82abac52020a" providerId="ADAL" clId="{C3806F70-F0F3-4FA4-A822-20A3C94AFC14}" dt="2025-02-28T03:18:02.933" v="832"/>
          <ac:inkMkLst>
            <pc:docMk/>
            <pc:sldMk cId="2844074674" sldId="390"/>
            <ac:inkMk id="238" creationId="{2E89DA9A-6EE2-47E4-8C0F-D54619F1ADFC}"/>
          </ac:inkMkLst>
        </pc:inkChg>
        <pc:inkChg chg="add del">
          <ac:chgData name="Dr.Sugata Gangopadhyay" userId="5fbd9f87-0a98-489d-9d45-82abac52020a" providerId="ADAL" clId="{C3806F70-F0F3-4FA4-A822-20A3C94AFC14}" dt="2025-02-28T03:18:02.933" v="832"/>
          <ac:inkMkLst>
            <pc:docMk/>
            <pc:sldMk cId="2844074674" sldId="390"/>
            <ac:inkMk id="239" creationId="{4A657C93-4820-4574-AD17-3E7B82F5E2BD}"/>
          </ac:inkMkLst>
        </pc:inkChg>
        <pc:inkChg chg="add del">
          <ac:chgData name="Dr.Sugata Gangopadhyay" userId="5fbd9f87-0a98-489d-9d45-82abac52020a" providerId="ADAL" clId="{C3806F70-F0F3-4FA4-A822-20A3C94AFC14}" dt="2025-02-28T03:18:02.933" v="832"/>
          <ac:inkMkLst>
            <pc:docMk/>
            <pc:sldMk cId="2844074674" sldId="390"/>
            <ac:inkMk id="240" creationId="{D82F99F0-D978-496A-B49A-1D708D3EBAF2}"/>
          </ac:inkMkLst>
        </pc:inkChg>
        <pc:inkChg chg="add del">
          <ac:chgData name="Dr.Sugata Gangopadhyay" userId="5fbd9f87-0a98-489d-9d45-82abac52020a" providerId="ADAL" clId="{C3806F70-F0F3-4FA4-A822-20A3C94AFC14}" dt="2025-02-28T03:18:02.933" v="832"/>
          <ac:inkMkLst>
            <pc:docMk/>
            <pc:sldMk cId="2844074674" sldId="390"/>
            <ac:inkMk id="241" creationId="{4EF19913-6135-42BE-A472-376FC8A8D22A}"/>
          </ac:inkMkLst>
        </pc:inkChg>
        <pc:inkChg chg="add del">
          <ac:chgData name="Dr.Sugata Gangopadhyay" userId="5fbd9f87-0a98-489d-9d45-82abac52020a" providerId="ADAL" clId="{C3806F70-F0F3-4FA4-A822-20A3C94AFC14}" dt="2025-02-28T03:18:02.933" v="832"/>
          <ac:inkMkLst>
            <pc:docMk/>
            <pc:sldMk cId="2844074674" sldId="390"/>
            <ac:inkMk id="242" creationId="{0D3712AF-26F2-4EEF-9F90-36FEA47A1799}"/>
          </ac:inkMkLst>
        </pc:inkChg>
        <pc:inkChg chg="add del">
          <ac:chgData name="Dr.Sugata Gangopadhyay" userId="5fbd9f87-0a98-489d-9d45-82abac52020a" providerId="ADAL" clId="{C3806F70-F0F3-4FA4-A822-20A3C94AFC14}" dt="2025-02-28T03:18:02.933" v="832"/>
          <ac:inkMkLst>
            <pc:docMk/>
            <pc:sldMk cId="2844074674" sldId="390"/>
            <ac:inkMk id="243" creationId="{7340285C-FAAF-449E-8C16-CEB0DF1A6495}"/>
          </ac:inkMkLst>
        </pc:inkChg>
        <pc:inkChg chg="add del">
          <ac:chgData name="Dr.Sugata Gangopadhyay" userId="5fbd9f87-0a98-489d-9d45-82abac52020a" providerId="ADAL" clId="{C3806F70-F0F3-4FA4-A822-20A3C94AFC14}" dt="2025-02-28T03:18:02.933" v="832"/>
          <ac:inkMkLst>
            <pc:docMk/>
            <pc:sldMk cId="2844074674" sldId="390"/>
            <ac:inkMk id="244" creationId="{EA34CB0F-7681-4D46-A722-D8AFA3C308EF}"/>
          </ac:inkMkLst>
        </pc:inkChg>
        <pc:inkChg chg="add del">
          <ac:chgData name="Dr.Sugata Gangopadhyay" userId="5fbd9f87-0a98-489d-9d45-82abac52020a" providerId="ADAL" clId="{C3806F70-F0F3-4FA4-A822-20A3C94AFC14}" dt="2025-02-28T03:19:52.602" v="922"/>
          <ac:inkMkLst>
            <pc:docMk/>
            <pc:sldMk cId="2844074674" sldId="390"/>
            <ac:inkMk id="245" creationId="{AB319A11-93CB-45E0-A8AF-9F073601E109}"/>
          </ac:inkMkLst>
        </pc:inkChg>
        <pc:inkChg chg="add">
          <ac:chgData name="Dr.Sugata Gangopadhyay" userId="5fbd9f87-0a98-489d-9d45-82abac52020a" providerId="ADAL" clId="{C3806F70-F0F3-4FA4-A822-20A3C94AFC14}" dt="2025-02-28T03:18:02.933" v="832"/>
          <ac:inkMkLst>
            <pc:docMk/>
            <pc:sldMk cId="2844074674" sldId="390"/>
            <ac:inkMk id="246" creationId="{A8727E80-6302-4B91-BD63-EF4D3B60E67A}"/>
          </ac:inkMkLst>
        </pc:inkChg>
        <pc:inkChg chg="add">
          <ac:chgData name="Dr.Sugata Gangopadhyay" userId="5fbd9f87-0a98-489d-9d45-82abac52020a" providerId="ADAL" clId="{C3806F70-F0F3-4FA4-A822-20A3C94AFC14}" dt="2025-02-28T03:18:02.933" v="832"/>
          <ac:inkMkLst>
            <pc:docMk/>
            <pc:sldMk cId="2844074674" sldId="390"/>
            <ac:inkMk id="247" creationId="{B5D4AFE5-063B-4C12-BF12-D249F94EB7D2}"/>
          </ac:inkMkLst>
        </pc:inkChg>
        <pc:inkChg chg="add del">
          <ac:chgData name="Dr.Sugata Gangopadhyay" userId="5fbd9f87-0a98-489d-9d45-82abac52020a" providerId="ADAL" clId="{C3806F70-F0F3-4FA4-A822-20A3C94AFC14}" dt="2025-02-28T03:18:12.038" v="840"/>
          <ac:inkMkLst>
            <pc:docMk/>
            <pc:sldMk cId="2844074674" sldId="390"/>
            <ac:inkMk id="248" creationId="{12788901-2A17-4753-BCC7-77374472FAE0}"/>
          </ac:inkMkLst>
        </pc:inkChg>
        <pc:inkChg chg="add del">
          <ac:chgData name="Dr.Sugata Gangopadhyay" userId="5fbd9f87-0a98-489d-9d45-82abac52020a" providerId="ADAL" clId="{C3806F70-F0F3-4FA4-A822-20A3C94AFC14}" dt="2025-02-28T03:18:12.038" v="840"/>
          <ac:inkMkLst>
            <pc:docMk/>
            <pc:sldMk cId="2844074674" sldId="390"/>
            <ac:inkMk id="249" creationId="{21A3E421-7D91-4D92-BD4E-2E795B2B6B28}"/>
          </ac:inkMkLst>
        </pc:inkChg>
        <pc:inkChg chg="add del">
          <ac:chgData name="Dr.Sugata Gangopadhyay" userId="5fbd9f87-0a98-489d-9d45-82abac52020a" providerId="ADAL" clId="{C3806F70-F0F3-4FA4-A822-20A3C94AFC14}" dt="2025-02-28T03:18:12.038" v="840"/>
          <ac:inkMkLst>
            <pc:docMk/>
            <pc:sldMk cId="2844074674" sldId="390"/>
            <ac:inkMk id="250" creationId="{90D80FCB-E7E3-41A3-AFF8-48A3FB811528}"/>
          </ac:inkMkLst>
        </pc:inkChg>
        <pc:inkChg chg="add del">
          <ac:chgData name="Dr.Sugata Gangopadhyay" userId="5fbd9f87-0a98-489d-9d45-82abac52020a" providerId="ADAL" clId="{C3806F70-F0F3-4FA4-A822-20A3C94AFC14}" dt="2025-02-28T03:18:12.038" v="840"/>
          <ac:inkMkLst>
            <pc:docMk/>
            <pc:sldMk cId="2844074674" sldId="390"/>
            <ac:inkMk id="251" creationId="{EE3C5F47-3A04-49C4-9FD0-F3266A193AF7}"/>
          </ac:inkMkLst>
        </pc:inkChg>
        <pc:inkChg chg="add">
          <ac:chgData name="Dr.Sugata Gangopadhyay" userId="5fbd9f87-0a98-489d-9d45-82abac52020a" providerId="ADAL" clId="{C3806F70-F0F3-4FA4-A822-20A3C94AFC14}" dt="2025-02-28T03:18:10.188" v="837"/>
          <ac:inkMkLst>
            <pc:docMk/>
            <pc:sldMk cId="2844074674" sldId="390"/>
            <ac:inkMk id="252" creationId="{BFD0491B-3BD6-4605-AC0B-FF63E945BBE5}"/>
          </ac:inkMkLst>
        </pc:inkChg>
        <pc:inkChg chg="add del">
          <ac:chgData name="Dr.Sugata Gangopadhyay" userId="5fbd9f87-0a98-489d-9d45-82abac52020a" providerId="ADAL" clId="{C3806F70-F0F3-4FA4-A822-20A3C94AFC14}" dt="2025-02-28T03:18:12.038" v="840"/>
          <ac:inkMkLst>
            <pc:docMk/>
            <pc:sldMk cId="2844074674" sldId="390"/>
            <ac:inkMk id="253" creationId="{195D939B-5275-49D2-B3C2-93ED3D6B7E93}"/>
          </ac:inkMkLst>
        </pc:inkChg>
        <pc:inkChg chg="add del">
          <ac:chgData name="Dr.Sugata Gangopadhyay" userId="5fbd9f87-0a98-489d-9d45-82abac52020a" providerId="ADAL" clId="{C3806F70-F0F3-4FA4-A822-20A3C94AFC14}" dt="2025-02-28T03:18:12.038" v="840"/>
          <ac:inkMkLst>
            <pc:docMk/>
            <pc:sldMk cId="2844074674" sldId="390"/>
            <ac:inkMk id="254" creationId="{A6266A03-1958-400A-ABB0-D32E2FC6D640}"/>
          </ac:inkMkLst>
        </pc:inkChg>
        <pc:inkChg chg="add">
          <ac:chgData name="Dr.Sugata Gangopadhyay" userId="5fbd9f87-0a98-489d-9d45-82abac52020a" providerId="ADAL" clId="{C3806F70-F0F3-4FA4-A822-20A3C94AFC14}" dt="2025-02-28T03:18:12.038" v="840"/>
          <ac:inkMkLst>
            <pc:docMk/>
            <pc:sldMk cId="2844074674" sldId="390"/>
            <ac:inkMk id="255" creationId="{658C5887-CEA9-4EF3-87E0-439B7B54E921}"/>
          </ac:inkMkLst>
        </pc:inkChg>
        <pc:inkChg chg="add">
          <ac:chgData name="Dr.Sugata Gangopadhyay" userId="5fbd9f87-0a98-489d-9d45-82abac52020a" providerId="ADAL" clId="{C3806F70-F0F3-4FA4-A822-20A3C94AFC14}" dt="2025-02-28T03:18:12.038" v="840"/>
          <ac:inkMkLst>
            <pc:docMk/>
            <pc:sldMk cId="2844074674" sldId="390"/>
            <ac:inkMk id="256" creationId="{5A84BFEE-E8FE-4DA7-ACCE-088740EC9D3F}"/>
          </ac:inkMkLst>
        </pc:inkChg>
        <pc:inkChg chg="add">
          <ac:chgData name="Dr.Sugata Gangopadhyay" userId="5fbd9f87-0a98-489d-9d45-82abac52020a" providerId="ADAL" clId="{C3806F70-F0F3-4FA4-A822-20A3C94AFC14}" dt="2025-02-28T03:18:23.158" v="841"/>
          <ac:inkMkLst>
            <pc:docMk/>
            <pc:sldMk cId="2844074674" sldId="390"/>
            <ac:inkMk id="257" creationId="{DE1793BC-620B-4429-9848-6586C9CC4F03}"/>
          </ac:inkMkLst>
        </pc:inkChg>
        <pc:inkChg chg="add del">
          <ac:chgData name="Dr.Sugata Gangopadhyay" userId="5fbd9f87-0a98-489d-9d45-82abac52020a" providerId="ADAL" clId="{C3806F70-F0F3-4FA4-A822-20A3C94AFC14}" dt="2025-02-28T03:18:29.078" v="845"/>
          <ac:inkMkLst>
            <pc:docMk/>
            <pc:sldMk cId="2844074674" sldId="390"/>
            <ac:inkMk id="258" creationId="{DEBE6BD9-799F-4D17-968F-0255D0ADFDC0}"/>
          </ac:inkMkLst>
        </pc:inkChg>
        <pc:inkChg chg="add del">
          <ac:chgData name="Dr.Sugata Gangopadhyay" userId="5fbd9f87-0a98-489d-9d45-82abac52020a" providerId="ADAL" clId="{C3806F70-F0F3-4FA4-A822-20A3C94AFC14}" dt="2025-02-28T03:18:29.078" v="845"/>
          <ac:inkMkLst>
            <pc:docMk/>
            <pc:sldMk cId="2844074674" sldId="390"/>
            <ac:inkMk id="259" creationId="{6AC75DB8-A155-41E1-BDD1-A03CE27C2D66}"/>
          </ac:inkMkLst>
        </pc:inkChg>
        <pc:inkChg chg="add del">
          <ac:chgData name="Dr.Sugata Gangopadhyay" userId="5fbd9f87-0a98-489d-9d45-82abac52020a" providerId="ADAL" clId="{C3806F70-F0F3-4FA4-A822-20A3C94AFC14}" dt="2025-02-28T03:18:29.078" v="845"/>
          <ac:inkMkLst>
            <pc:docMk/>
            <pc:sldMk cId="2844074674" sldId="390"/>
            <ac:inkMk id="260" creationId="{E83A2097-47C1-47FF-9F8F-5FB3DF6C1396}"/>
          </ac:inkMkLst>
        </pc:inkChg>
        <pc:inkChg chg="add">
          <ac:chgData name="Dr.Sugata Gangopadhyay" userId="5fbd9f87-0a98-489d-9d45-82abac52020a" providerId="ADAL" clId="{C3806F70-F0F3-4FA4-A822-20A3C94AFC14}" dt="2025-02-28T03:18:29.078" v="845"/>
          <ac:inkMkLst>
            <pc:docMk/>
            <pc:sldMk cId="2844074674" sldId="390"/>
            <ac:inkMk id="261" creationId="{F00196BC-E90E-4E58-BC5E-401D20337A64}"/>
          </ac:inkMkLst>
        </pc:inkChg>
        <pc:inkChg chg="add del">
          <ac:chgData name="Dr.Sugata Gangopadhyay" userId="5fbd9f87-0a98-489d-9d45-82abac52020a" providerId="ADAL" clId="{C3806F70-F0F3-4FA4-A822-20A3C94AFC14}" dt="2025-02-28T03:18:32.301" v="848"/>
          <ac:inkMkLst>
            <pc:docMk/>
            <pc:sldMk cId="2844074674" sldId="390"/>
            <ac:inkMk id="262" creationId="{F69D53A1-BC3D-4916-957C-B03572A3447A}"/>
          </ac:inkMkLst>
        </pc:inkChg>
        <pc:inkChg chg="add del">
          <ac:chgData name="Dr.Sugata Gangopadhyay" userId="5fbd9f87-0a98-489d-9d45-82abac52020a" providerId="ADAL" clId="{C3806F70-F0F3-4FA4-A822-20A3C94AFC14}" dt="2025-02-28T03:18:32.301" v="848"/>
          <ac:inkMkLst>
            <pc:docMk/>
            <pc:sldMk cId="2844074674" sldId="390"/>
            <ac:inkMk id="263" creationId="{D21EA7A0-1454-4765-A86B-F256247E5BE1}"/>
          </ac:inkMkLst>
        </pc:inkChg>
        <pc:inkChg chg="add del">
          <ac:chgData name="Dr.Sugata Gangopadhyay" userId="5fbd9f87-0a98-489d-9d45-82abac52020a" providerId="ADAL" clId="{C3806F70-F0F3-4FA4-A822-20A3C94AFC14}" dt="2025-02-28T03:18:38.880" v="859"/>
          <ac:inkMkLst>
            <pc:docMk/>
            <pc:sldMk cId="2844074674" sldId="390"/>
            <ac:inkMk id="264" creationId="{E391732A-7EE7-4BDA-92E9-9085D5DF95A7}"/>
          </ac:inkMkLst>
        </pc:inkChg>
        <pc:inkChg chg="add del">
          <ac:chgData name="Dr.Sugata Gangopadhyay" userId="5fbd9f87-0a98-489d-9d45-82abac52020a" providerId="ADAL" clId="{C3806F70-F0F3-4FA4-A822-20A3C94AFC14}" dt="2025-02-28T03:18:38.880" v="859"/>
          <ac:inkMkLst>
            <pc:docMk/>
            <pc:sldMk cId="2844074674" sldId="390"/>
            <ac:inkMk id="265" creationId="{86DAC24A-FEE1-4BE7-A5DE-788D6C7DD775}"/>
          </ac:inkMkLst>
        </pc:inkChg>
        <pc:inkChg chg="add del">
          <ac:chgData name="Dr.Sugata Gangopadhyay" userId="5fbd9f87-0a98-489d-9d45-82abac52020a" providerId="ADAL" clId="{C3806F70-F0F3-4FA4-A822-20A3C94AFC14}" dt="2025-02-28T03:18:38.880" v="859"/>
          <ac:inkMkLst>
            <pc:docMk/>
            <pc:sldMk cId="2844074674" sldId="390"/>
            <ac:inkMk id="266" creationId="{81384798-A950-489A-9B71-899B46295B16}"/>
          </ac:inkMkLst>
        </pc:inkChg>
        <pc:inkChg chg="add del">
          <ac:chgData name="Dr.Sugata Gangopadhyay" userId="5fbd9f87-0a98-489d-9d45-82abac52020a" providerId="ADAL" clId="{C3806F70-F0F3-4FA4-A822-20A3C94AFC14}" dt="2025-02-28T03:18:38.880" v="859"/>
          <ac:inkMkLst>
            <pc:docMk/>
            <pc:sldMk cId="2844074674" sldId="390"/>
            <ac:inkMk id="267" creationId="{C9F622CE-FC1C-4CAE-BC6D-D1C2200A52E9}"/>
          </ac:inkMkLst>
        </pc:inkChg>
        <pc:inkChg chg="add del">
          <ac:chgData name="Dr.Sugata Gangopadhyay" userId="5fbd9f87-0a98-489d-9d45-82abac52020a" providerId="ADAL" clId="{C3806F70-F0F3-4FA4-A822-20A3C94AFC14}" dt="2025-02-28T03:18:38.880" v="859"/>
          <ac:inkMkLst>
            <pc:docMk/>
            <pc:sldMk cId="2844074674" sldId="390"/>
            <ac:inkMk id="268" creationId="{131F84D3-2D0C-4486-9FA5-C25A0CBA3468}"/>
          </ac:inkMkLst>
        </pc:inkChg>
        <pc:inkChg chg="add del">
          <ac:chgData name="Dr.Sugata Gangopadhyay" userId="5fbd9f87-0a98-489d-9d45-82abac52020a" providerId="ADAL" clId="{C3806F70-F0F3-4FA4-A822-20A3C94AFC14}" dt="2025-02-28T03:18:38.880" v="859"/>
          <ac:inkMkLst>
            <pc:docMk/>
            <pc:sldMk cId="2844074674" sldId="390"/>
            <ac:inkMk id="269" creationId="{112495E0-77DD-45F4-A4AA-F774214605AB}"/>
          </ac:inkMkLst>
        </pc:inkChg>
        <pc:inkChg chg="add del">
          <ac:chgData name="Dr.Sugata Gangopadhyay" userId="5fbd9f87-0a98-489d-9d45-82abac52020a" providerId="ADAL" clId="{C3806F70-F0F3-4FA4-A822-20A3C94AFC14}" dt="2025-02-28T03:18:38.880" v="859"/>
          <ac:inkMkLst>
            <pc:docMk/>
            <pc:sldMk cId="2844074674" sldId="390"/>
            <ac:inkMk id="270" creationId="{940F573C-D1AA-4B2A-83A0-4F90A190C4A8}"/>
          </ac:inkMkLst>
        </pc:inkChg>
        <pc:inkChg chg="add del">
          <ac:chgData name="Dr.Sugata Gangopadhyay" userId="5fbd9f87-0a98-489d-9d45-82abac52020a" providerId="ADAL" clId="{C3806F70-F0F3-4FA4-A822-20A3C94AFC14}" dt="2025-02-28T03:18:38.880" v="859"/>
          <ac:inkMkLst>
            <pc:docMk/>
            <pc:sldMk cId="2844074674" sldId="390"/>
            <ac:inkMk id="271" creationId="{9B86E59C-0FCE-4732-A184-B2F4AB6A1FCE}"/>
          </ac:inkMkLst>
        </pc:inkChg>
        <pc:inkChg chg="add del">
          <ac:chgData name="Dr.Sugata Gangopadhyay" userId="5fbd9f87-0a98-489d-9d45-82abac52020a" providerId="ADAL" clId="{C3806F70-F0F3-4FA4-A822-20A3C94AFC14}" dt="2025-02-28T03:18:38.880" v="859"/>
          <ac:inkMkLst>
            <pc:docMk/>
            <pc:sldMk cId="2844074674" sldId="390"/>
            <ac:inkMk id="272" creationId="{5E08D09F-B7EE-4C85-B8EA-577B8A7378E0}"/>
          </ac:inkMkLst>
        </pc:inkChg>
        <pc:inkChg chg="add del">
          <ac:chgData name="Dr.Sugata Gangopadhyay" userId="5fbd9f87-0a98-489d-9d45-82abac52020a" providerId="ADAL" clId="{C3806F70-F0F3-4FA4-A822-20A3C94AFC14}" dt="2025-02-28T03:18:38.880" v="859"/>
          <ac:inkMkLst>
            <pc:docMk/>
            <pc:sldMk cId="2844074674" sldId="390"/>
            <ac:inkMk id="273" creationId="{C1F7D23A-AC82-4AAA-A4BB-605FAA6A9FA4}"/>
          </ac:inkMkLst>
        </pc:inkChg>
        <pc:inkChg chg="add del">
          <ac:chgData name="Dr.Sugata Gangopadhyay" userId="5fbd9f87-0a98-489d-9d45-82abac52020a" providerId="ADAL" clId="{C3806F70-F0F3-4FA4-A822-20A3C94AFC14}" dt="2025-02-28T03:18:38.880" v="859"/>
          <ac:inkMkLst>
            <pc:docMk/>
            <pc:sldMk cId="2844074674" sldId="390"/>
            <ac:inkMk id="274" creationId="{21364754-D67C-4FA9-941A-6E65E93EF310}"/>
          </ac:inkMkLst>
        </pc:inkChg>
        <pc:inkChg chg="add">
          <ac:chgData name="Dr.Sugata Gangopadhyay" userId="5fbd9f87-0a98-489d-9d45-82abac52020a" providerId="ADAL" clId="{C3806F70-F0F3-4FA4-A822-20A3C94AFC14}" dt="2025-02-28T03:18:38.880" v="859"/>
          <ac:inkMkLst>
            <pc:docMk/>
            <pc:sldMk cId="2844074674" sldId="390"/>
            <ac:inkMk id="275" creationId="{37C2C65F-FB91-4AFD-8FE8-9754C1645EF0}"/>
          </ac:inkMkLst>
        </pc:inkChg>
        <pc:inkChg chg="add del">
          <ac:chgData name="Dr.Sugata Gangopadhyay" userId="5fbd9f87-0a98-489d-9d45-82abac52020a" providerId="ADAL" clId="{C3806F70-F0F3-4FA4-A822-20A3C94AFC14}" dt="2025-02-28T03:18:52.728" v="869"/>
          <ac:inkMkLst>
            <pc:docMk/>
            <pc:sldMk cId="2844074674" sldId="390"/>
            <ac:inkMk id="276" creationId="{1F85D25B-5A12-4EE3-8977-2FECF8D950EA}"/>
          </ac:inkMkLst>
        </pc:inkChg>
        <pc:inkChg chg="add del">
          <ac:chgData name="Dr.Sugata Gangopadhyay" userId="5fbd9f87-0a98-489d-9d45-82abac52020a" providerId="ADAL" clId="{C3806F70-F0F3-4FA4-A822-20A3C94AFC14}" dt="2025-02-28T03:18:52.728" v="869"/>
          <ac:inkMkLst>
            <pc:docMk/>
            <pc:sldMk cId="2844074674" sldId="390"/>
            <ac:inkMk id="277" creationId="{F69D9CA9-3DAB-4365-92F0-55AE48FC0493}"/>
          </ac:inkMkLst>
        </pc:inkChg>
        <pc:inkChg chg="add del">
          <ac:chgData name="Dr.Sugata Gangopadhyay" userId="5fbd9f87-0a98-489d-9d45-82abac52020a" providerId="ADAL" clId="{C3806F70-F0F3-4FA4-A822-20A3C94AFC14}" dt="2025-02-28T03:18:52.728" v="869"/>
          <ac:inkMkLst>
            <pc:docMk/>
            <pc:sldMk cId="2844074674" sldId="390"/>
            <ac:inkMk id="278" creationId="{EDE0811B-E69F-41AD-AFD6-492203B83006}"/>
          </ac:inkMkLst>
        </pc:inkChg>
        <pc:inkChg chg="add del">
          <ac:chgData name="Dr.Sugata Gangopadhyay" userId="5fbd9f87-0a98-489d-9d45-82abac52020a" providerId="ADAL" clId="{C3806F70-F0F3-4FA4-A822-20A3C94AFC14}" dt="2025-02-28T03:18:52.728" v="869"/>
          <ac:inkMkLst>
            <pc:docMk/>
            <pc:sldMk cId="2844074674" sldId="390"/>
            <ac:inkMk id="279" creationId="{57E6EB34-C830-4978-9AAB-2A8B0606AC44}"/>
          </ac:inkMkLst>
        </pc:inkChg>
        <pc:inkChg chg="add del">
          <ac:chgData name="Dr.Sugata Gangopadhyay" userId="5fbd9f87-0a98-489d-9d45-82abac52020a" providerId="ADAL" clId="{C3806F70-F0F3-4FA4-A822-20A3C94AFC14}" dt="2025-02-28T03:18:52.728" v="869"/>
          <ac:inkMkLst>
            <pc:docMk/>
            <pc:sldMk cId="2844074674" sldId="390"/>
            <ac:inkMk id="280" creationId="{7515816B-B147-4034-B37C-036C84454904}"/>
          </ac:inkMkLst>
        </pc:inkChg>
        <pc:inkChg chg="add del">
          <ac:chgData name="Dr.Sugata Gangopadhyay" userId="5fbd9f87-0a98-489d-9d45-82abac52020a" providerId="ADAL" clId="{C3806F70-F0F3-4FA4-A822-20A3C94AFC14}" dt="2025-02-28T03:18:52.728" v="869"/>
          <ac:inkMkLst>
            <pc:docMk/>
            <pc:sldMk cId="2844074674" sldId="390"/>
            <ac:inkMk id="281" creationId="{CC119029-1DBC-4F55-96E3-4D4104587CE0}"/>
          </ac:inkMkLst>
        </pc:inkChg>
        <pc:inkChg chg="add del">
          <ac:chgData name="Dr.Sugata Gangopadhyay" userId="5fbd9f87-0a98-489d-9d45-82abac52020a" providerId="ADAL" clId="{C3806F70-F0F3-4FA4-A822-20A3C94AFC14}" dt="2025-02-28T03:18:52.728" v="869"/>
          <ac:inkMkLst>
            <pc:docMk/>
            <pc:sldMk cId="2844074674" sldId="390"/>
            <ac:inkMk id="282" creationId="{CF24BF24-8E10-4B7D-AA3C-422B7B3C504C}"/>
          </ac:inkMkLst>
        </pc:inkChg>
        <pc:inkChg chg="add del">
          <ac:chgData name="Dr.Sugata Gangopadhyay" userId="5fbd9f87-0a98-489d-9d45-82abac52020a" providerId="ADAL" clId="{C3806F70-F0F3-4FA4-A822-20A3C94AFC14}" dt="2025-02-28T03:18:52.728" v="869"/>
          <ac:inkMkLst>
            <pc:docMk/>
            <pc:sldMk cId="2844074674" sldId="390"/>
            <ac:inkMk id="283" creationId="{6F8E9169-8D9F-41E5-9DB1-F9D847F95ADA}"/>
          </ac:inkMkLst>
        </pc:inkChg>
        <pc:inkChg chg="add del">
          <ac:chgData name="Dr.Sugata Gangopadhyay" userId="5fbd9f87-0a98-489d-9d45-82abac52020a" providerId="ADAL" clId="{C3806F70-F0F3-4FA4-A822-20A3C94AFC14}" dt="2025-02-28T03:18:52.728" v="869"/>
          <ac:inkMkLst>
            <pc:docMk/>
            <pc:sldMk cId="2844074674" sldId="390"/>
            <ac:inkMk id="284" creationId="{BA571675-12B8-4841-838E-6D5F3EADB294}"/>
          </ac:inkMkLst>
        </pc:inkChg>
        <pc:inkChg chg="add del">
          <ac:chgData name="Dr.Sugata Gangopadhyay" userId="5fbd9f87-0a98-489d-9d45-82abac52020a" providerId="ADAL" clId="{C3806F70-F0F3-4FA4-A822-20A3C94AFC14}" dt="2025-02-28T03:19:52.602" v="922"/>
          <ac:inkMkLst>
            <pc:docMk/>
            <pc:sldMk cId="2844074674" sldId="390"/>
            <ac:inkMk id="285" creationId="{4F412575-F11D-4FD1-A129-20E7ADACF567}"/>
          </ac:inkMkLst>
        </pc:inkChg>
        <pc:inkChg chg="add del">
          <ac:chgData name="Dr.Sugata Gangopadhyay" userId="5fbd9f87-0a98-489d-9d45-82abac52020a" providerId="ADAL" clId="{C3806F70-F0F3-4FA4-A822-20A3C94AFC14}" dt="2025-02-28T03:19:52.602" v="922"/>
          <ac:inkMkLst>
            <pc:docMk/>
            <pc:sldMk cId="2844074674" sldId="390"/>
            <ac:inkMk id="286" creationId="{D4A7438D-2768-486C-9200-4308A27B3152}"/>
          </ac:inkMkLst>
        </pc:inkChg>
        <pc:inkChg chg="add del">
          <ac:chgData name="Dr.Sugata Gangopadhyay" userId="5fbd9f87-0a98-489d-9d45-82abac52020a" providerId="ADAL" clId="{C3806F70-F0F3-4FA4-A822-20A3C94AFC14}" dt="2025-02-28T03:19:52.602" v="922"/>
          <ac:inkMkLst>
            <pc:docMk/>
            <pc:sldMk cId="2844074674" sldId="390"/>
            <ac:inkMk id="287" creationId="{D2181062-DC15-4250-97B4-13A9C3288448}"/>
          </ac:inkMkLst>
        </pc:inkChg>
        <pc:inkChg chg="add del">
          <ac:chgData name="Dr.Sugata Gangopadhyay" userId="5fbd9f87-0a98-489d-9d45-82abac52020a" providerId="ADAL" clId="{C3806F70-F0F3-4FA4-A822-20A3C94AFC14}" dt="2025-02-28T03:18:55.290" v="872"/>
          <ac:inkMkLst>
            <pc:docMk/>
            <pc:sldMk cId="2844074674" sldId="390"/>
            <ac:inkMk id="288" creationId="{FE213537-FF97-43E3-BFD2-6FF70BBA1F23}"/>
          </ac:inkMkLst>
        </pc:inkChg>
        <pc:inkChg chg="add del">
          <ac:chgData name="Dr.Sugata Gangopadhyay" userId="5fbd9f87-0a98-489d-9d45-82abac52020a" providerId="ADAL" clId="{C3806F70-F0F3-4FA4-A822-20A3C94AFC14}" dt="2025-02-28T03:18:55.290" v="872"/>
          <ac:inkMkLst>
            <pc:docMk/>
            <pc:sldMk cId="2844074674" sldId="390"/>
            <ac:inkMk id="289" creationId="{943C74D3-9398-4CA9-BD9D-63F0FDC7BBA6}"/>
          </ac:inkMkLst>
        </pc:inkChg>
        <pc:inkChg chg="add">
          <ac:chgData name="Dr.Sugata Gangopadhyay" userId="5fbd9f87-0a98-489d-9d45-82abac52020a" providerId="ADAL" clId="{C3806F70-F0F3-4FA4-A822-20A3C94AFC14}" dt="2025-02-28T03:18:55.290" v="872"/>
          <ac:inkMkLst>
            <pc:docMk/>
            <pc:sldMk cId="2844074674" sldId="390"/>
            <ac:inkMk id="290" creationId="{F800220C-9EE1-43E7-8706-10D847D9C87F}"/>
          </ac:inkMkLst>
        </pc:inkChg>
        <pc:inkChg chg="add del">
          <ac:chgData name="Dr.Sugata Gangopadhyay" userId="5fbd9f87-0a98-489d-9d45-82abac52020a" providerId="ADAL" clId="{C3806F70-F0F3-4FA4-A822-20A3C94AFC14}" dt="2025-02-28T03:18:58.169" v="875"/>
          <ac:inkMkLst>
            <pc:docMk/>
            <pc:sldMk cId="2844074674" sldId="390"/>
            <ac:inkMk id="291" creationId="{228841AE-7C1E-49E9-9C72-822E8969DD16}"/>
          </ac:inkMkLst>
        </pc:inkChg>
        <pc:inkChg chg="add del">
          <ac:chgData name="Dr.Sugata Gangopadhyay" userId="5fbd9f87-0a98-489d-9d45-82abac52020a" providerId="ADAL" clId="{C3806F70-F0F3-4FA4-A822-20A3C94AFC14}" dt="2025-02-28T03:18:58.169" v="875"/>
          <ac:inkMkLst>
            <pc:docMk/>
            <pc:sldMk cId="2844074674" sldId="390"/>
            <ac:inkMk id="292" creationId="{16C10B3F-02F9-4900-9B91-7A3F707C9AA9}"/>
          </ac:inkMkLst>
        </pc:inkChg>
        <pc:inkChg chg="add">
          <ac:chgData name="Dr.Sugata Gangopadhyay" userId="5fbd9f87-0a98-489d-9d45-82abac52020a" providerId="ADAL" clId="{C3806F70-F0F3-4FA4-A822-20A3C94AFC14}" dt="2025-02-28T03:18:58.169" v="875"/>
          <ac:inkMkLst>
            <pc:docMk/>
            <pc:sldMk cId="2844074674" sldId="390"/>
            <ac:inkMk id="293" creationId="{2E45C053-72FF-476E-A25A-A140B86EF457}"/>
          </ac:inkMkLst>
        </pc:inkChg>
        <pc:inkChg chg="add del">
          <ac:chgData name="Dr.Sugata Gangopadhyay" userId="5fbd9f87-0a98-489d-9d45-82abac52020a" providerId="ADAL" clId="{C3806F70-F0F3-4FA4-A822-20A3C94AFC14}" dt="2025-02-28T03:19:02.627" v="880"/>
          <ac:inkMkLst>
            <pc:docMk/>
            <pc:sldMk cId="2844074674" sldId="390"/>
            <ac:inkMk id="294" creationId="{B467DD86-B289-451A-B63B-71F6F9A7D74B}"/>
          </ac:inkMkLst>
        </pc:inkChg>
        <pc:inkChg chg="add del">
          <ac:chgData name="Dr.Sugata Gangopadhyay" userId="5fbd9f87-0a98-489d-9d45-82abac52020a" providerId="ADAL" clId="{C3806F70-F0F3-4FA4-A822-20A3C94AFC14}" dt="2025-02-28T03:19:02.627" v="880"/>
          <ac:inkMkLst>
            <pc:docMk/>
            <pc:sldMk cId="2844074674" sldId="390"/>
            <ac:inkMk id="295" creationId="{E5D1A696-47EA-4521-820A-EB016F971A94}"/>
          </ac:inkMkLst>
        </pc:inkChg>
        <pc:inkChg chg="add del">
          <ac:chgData name="Dr.Sugata Gangopadhyay" userId="5fbd9f87-0a98-489d-9d45-82abac52020a" providerId="ADAL" clId="{C3806F70-F0F3-4FA4-A822-20A3C94AFC14}" dt="2025-02-28T03:19:02.627" v="880"/>
          <ac:inkMkLst>
            <pc:docMk/>
            <pc:sldMk cId="2844074674" sldId="390"/>
            <ac:inkMk id="296" creationId="{11EB707C-1F16-4FA8-961A-63446539303E}"/>
          </ac:inkMkLst>
        </pc:inkChg>
        <pc:inkChg chg="add del">
          <ac:chgData name="Dr.Sugata Gangopadhyay" userId="5fbd9f87-0a98-489d-9d45-82abac52020a" providerId="ADAL" clId="{C3806F70-F0F3-4FA4-A822-20A3C94AFC14}" dt="2025-02-28T03:19:02.627" v="880"/>
          <ac:inkMkLst>
            <pc:docMk/>
            <pc:sldMk cId="2844074674" sldId="390"/>
            <ac:inkMk id="297" creationId="{6731DC69-FC0C-4BE8-BB55-D46E6A6263EF}"/>
          </ac:inkMkLst>
        </pc:inkChg>
        <pc:inkChg chg="add">
          <ac:chgData name="Dr.Sugata Gangopadhyay" userId="5fbd9f87-0a98-489d-9d45-82abac52020a" providerId="ADAL" clId="{C3806F70-F0F3-4FA4-A822-20A3C94AFC14}" dt="2025-02-28T03:19:02.627" v="880"/>
          <ac:inkMkLst>
            <pc:docMk/>
            <pc:sldMk cId="2844074674" sldId="390"/>
            <ac:inkMk id="298" creationId="{72AFEBD8-36B0-4DE2-AFF9-4CB5A71B539A}"/>
          </ac:inkMkLst>
        </pc:inkChg>
        <pc:inkChg chg="add del">
          <ac:chgData name="Dr.Sugata Gangopadhyay" userId="5fbd9f87-0a98-489d-9d45-82abac52020a" providerId="ADAL" clId="{C3806F70-F0F3-4FA4-A822-20A3C94AFC14}" dt="2025-02-28T03:19:06.129" v="889"/>
          <ac:inkMkLst>
            <pc:docMk/>
            <pc:sldMk cId="2844074674" sldId="390"/>
            <ac:inkMk id="299" creationId="{227F6B9F-6899-4E98-910A-2E8D5C8755B0}"/>
          </ac:inkMkLst>
        </pc:inkChg>
        <pc:inkChg chg="add del">
          <ac:chgData name="Dr.Sugata Gangopadhyay" userId="5fbd9f87-0a98-489d-9d45-82abac52020a" providerId="ADAL" clId="{C3806F70-F0F3-4FA4-A822-20A3C94AFC14}" dt="2025-02-28T03:19:06.129" v="889"/>
          <ac:inkMkLst>
            <pc:docMk/>
            <pc:sldMk cId="2844074674" sldId="390"/>
            <ac:inkMk id="300" creationId="{22E598C7-4AF3-4686-9D0A-45E3FCBFC2B4}"/>
          </ac:inkMkLst>
        </pc:inkChg>
        <pc:inkChg chg="add del">
          <ac:chgData name="Dr.Sugata Gangopadhyay" userId="5fbd9f87-0a98-489d-9d45-82abac52020a" providerId="ADAL" clId="{C3806F70-F0F3-4FA4-A822-20A3C94AFC14}" dt="2025-02-28T03:19:06.129" v="889"/>
          <ac:inkMkLst>
            <pc:docMk/>
            <pc:sldMk cId="2844074674" sldId="390"/>
            <ac:inkMk id="301" creationId="{D587A18F-4F90-4F9B-BF50-333CD2E4FF0D}"/>
          </ac:inkMkLst>
        </pc:inkChg>
        <pc:inkChg chg="add">
          <ac:chgData name="Dr.Sugata Gangopadhyay" userId="5fbd9f87-0a98-489d-9d45-82abac52020a" providerId="ADAL" clId="{C3806F70-F0F3-4FA4-A822-20A3C94AFC14}" dt="2025-02-28T03:19:03.649" v="884"/>
          <ac:inkMkLst>
            <pc:docMk/>
            <pc:sldMk cId="2844074674" sldId="390"/>
            <ac:inkMk id="302" creationId="{26C040B2-A97F-40A2-BAD5-607A56F0B1FD}"/>
          </ac:inkMkLst>
        </pc:inkChg>
        <pc:inkChg chg="add">
          <ac:chgData name="Dr.Sugata Gangopadhyay" userId="5fbd9f87-0a98-489d-9d45-82abac52020a" providerId="ADAL" clId="{C3806F70-F0F3-4FA4-A822-20A3C94AFC14}" dt="2025-02-28T03:19:03.903" v="885"/>
          <ac:inkMkLst>
            <pc:docMk/>
            <pc:sldMk cId="2844074674" sldId="390"/>
            <ac:inkMk id="303" creationId="{3FE463E6-D3C6-4E41-8366-511F18BC53F8}"/>
          </ac:inkMkLst>
        </pc:inkChg>
        <pc:inkChg chg="add del">
          <ac:chgData name="Dr.Sugata Gangopadhyay" userId="5fbd9f87-0a98-489d-9d45-82abac52020a" providerId="ADAL" clId="{C3806F70-F0F3-4FA4-A822-20A3C94AFC14}" dt="2025-02-28T03:19:06.129" v="889"/>
          <ac:inkMkLst>
            <pc:docMk/>
            <pc:sldMk cId="2844074674" sldId="390"/>
            <ac:inkMk id="304" creationId="{ACC9B06F-6AA6-40FE-B45E-191C427C0E24}"/>
          </ac:inkMkLst>
        </pc:inkChg>
        <pc:inkChg chg="add del">
          <ac:chgData name="Dr.Sugata Gangopadhyay" userId="5fbd9f87-0a98-489d-9d45-82abac52020a" providerId="ADAL" clId="{C3806F70-F0F3-4FA4-A822-20A3C94AFC14}" dt="2025-02-28T03:19:06.129" v="889"/>
          <ac:inkMkLst>
            <pc:docMk/>
            <pc:sldMk cId="2844074674" sldId="390"/>
            <ac:inkMk id="305" creationId="{E2906594-4B96-4D33-B73A-3BCCBB24D422}"/>
          </ac:inkMkLst>
        </pc:inkChg>
        <pc:inkChg chg="add del">
          <ac:chgData name="Dr.Sugata Gangopadhyay" userId="5fbd9f87-0a98-489d-9d45-82abac52020a" providerId="ADAL" clId="{C3806F70-F0F3-4FA4-A822-20A3C94AFC14}" dt="2025-02-28T03:19:06.129" v="889"/>
          <ac:inkMkLst>
            <pc:docMk/>
            <pc:sldMk cId="2844074674" sldId="390"/>
            <ac:inkMk id="306" creationId="{55C8F4CC-3F45-47EE-A909-4470E9EBF886}"/>
          </ac:inkMkLst>
        </pc:inkChg>
        <pc:inkChg chg="add">
          <ac:chgData name="Dr.Sugata Gangopadhyay" userId="5fbd9f87-0a98-489d-9d45-82abac52020a" providerId="ADAL" clId="{C3806F70-F0F3-4FA4-A822-20A3C94AFC14}" dt="2025-02-28T03:19:06.129" v="889"/>
          <ac:inkMkLst>
            <pc:docMk/>
            <pc:sldMk cId="2844074674" sldId="390"/>
            <ac:inkMk id="307" creationId="{8AC041DA-B66A-46CA-836F-90708DA94E25}"/>
          </ac:inkMkLst>
        </pc:inkChg>
        <pc:inkChg chg="add">
          <ac:chgData name="Dr.Sugata Gangopadhyay" userId="5fbd9f87-0a98-489d-9d45-82abac52020a" providerId="ADAL" clId="{C3806F70-F0F3-4FA4-A822-20A3C94AFC14}" dt="2025-02-28T03:19:06.129" v="889"/>
          <ac:inkMkLst>
            <pc:docMk/>
            <pc:sldMk cId="2844074674" sldId="390"/>
            <ac:inkMk id="308" creationId="{806A170E-2B5A-4FB7-9898-EFD538CA5E67}"/>
          </ac:inkMkLst>
        </pc:inkChg>
        <pc:inkChg chg="add del">
          <ac:chgData name="Dr.Sugata Gangopadhyay" userId="5fbd9f87-0a98-489d-9d45-82abac52020a" providerId="ADAL" clId="{C3806F70-F0F3-4FA4-A822-20A3C94AFC14}" dt="2025-02-28T03:19:12.301" v="894"/>
          <ac:inkMkLst>
            <pc:docMk/>
            <pc:sldMk cId="2844074674" sldId="390"/>
            <ac:inkMk id="309" creationId="{D94AC103-60D7-4003-96AB-2690E0963BC0}"/>
          </ac:inkMkLst>
        </pc:inkChg>
        <pc:inkChg chg="add del">
          <ac:chgData name="Dr.Sugata Gangopadhyay" userId="5fbd9f87-0a98-489d-9d45-82abac52020a" providerId="ADAL" clId="{C3806F70-F0F3-4FA4-A822-20A3C94AFC14}" dt="2025-02-28T03:19:12.301" v="894"/>
          <ac:inkMkLst>
            <pc:docMk/>
            <pc:sldMk cId="2844074674" sldId="390"/>
            <ac:inkMk id="310" creationId="{74575FEF-7284-4AD8-8992-BAF43FA6F9E7}"/>
          </ac:inkMkLst>
        </pc:inkChg>
        <pc:inkChg chg="add del">
          <ac:chgData name="Dr.Sugata Gangopadhyay" userId="5fbd9f87-0a98-489d-9d45-82abac52020a" providerId="ADAL" clId="{C3806F70-F0F3-4FA4-A822-20A3C94AFC14}" dt="2025-02-28T03:19:12.301" v="894"/>
          <ac:inkMkLst>
            <pc:docMk/>
            <pc:sldMk cId="2844074674" sldId="390"/>
            <ac:inkMk id="311" creationId="{233C9F87-4BF7-4543-A509-FAF9D0B96F3A}"/>
          </ac:inkMkLst>
        </pc:inkChg>
        <pc:inkChg chg="add del">
          <ac:chgData name="Dr.Sugata Gangopadhyay" userId="5fbd9f87-0a98-489d-9d45-82abac52020a" providerId="ADAL" clId="{C3806F70-F0F3-4FA4-A822-20A3C94AFC14}" dt="2025-02-28T03:19:12.301" v="894"/>
          <ac:inkMkLst>
            <pc:docMk/>
            <pc:sldMk cId="2844074674" sldId="390"/>
            <ac:inkMk id="312" creationId="{396269EB-C5A4-4E28-AF41-97CB0DEC0E90}"/>
          </ac:inkMkLst>
        </pc:inkChg>
        <pc:inkChg chg="add">
          <ac:chgData name="Dr.Sugata Gangopadhyay" userId="5fbd9f87-0a98-489d-9d45-82abac52020a" providerId="ADAL" clId="{C3806F70-F0F3-4FA4-A822-20A3C94AFC14}" dt="2025-02-28T03:19:12.301" v="894"/>
          <ac:inkMkLst>
            <pc:docMk/>
            <pc:sldMk cId="2844074674" sldId="390"/>
            <ac:inkMk id="313" creationId="{D572EB31-322B-4BDE-99EE-551F8FB753EA}"/>
          </ac:inkMkLst>
        </pc:inkChg>
        <pc:inkChg chg="add del">
          <ac:chgData name="Dr.Sugata Gangopadhyay" userId="5fbd9f87-0a98-489d-9d45-82abac52020a" providerId="ADAL" clId="{C3806F70-F0F3-4FA4-A822-20A3C94AFC14}" dt="2025-02-28T03:19:16.939" v="899"/>
          <ac:inkMkLst>
            <pc:docMk/>
            <pc:sldMk cId="2844074674" sldId="390"/>
            <ac:inkMk id="314" creationId="{C092FDF2-8698-40DB-B2DD-7232AA029997}"/>
          </ac:inkMkLst>
        </pc:inkChg>
        <pc:inkChg chg="add del">
          <ac:chgData name="Dr.Sugata Gangopadhyay" userId="5fbd9f87-0a98-489d-9d45-82abac52020a" providerId="ADAL" clId="{C3806F70-F0F3-4FA4-A822-20A3C94AFC14}" dt="2025-02-28T03:19:16.939" v="899"/>
          <ac:inkMkLst>
            <pc:docMk/>
            <pc:sldMk cId="2844074674" sldId="390"/>
            <ac:inkMk id="315" creationId="{B5B76001-52E0-462D-9058-423FCB2726E1}"/>
          </ac:inkMkLst>
        </pc:inkChg>
        <pc:inkChg chg="add">
          <ac:chgData name="Dr.Sugata Gangopadhyay" userId="5fbd9f87-0a98-489d-9d45-82abac52020a" providerId="ADAL" clId="{C3806F70-F0F3-4FA4-A822-20A3C94AFC14}" dt="2025-02-28T03:19:14.611" v="897"/>
          <ac:inkMkLst>
            <pc:docMk/>
            <pc:sldMk cId="2844074674" sldId="390"/>
            <ac:inkMk id="316" creationId="{48B541DA-345B-431A-9CB8-F69BBACA723B}"/>
          </ac:inkMkLst>
        </pc:inkChg>
        <pc:inkChg chg="add del">
          <ac:chgData name="Dr.Sugata Gangopadhyay" userId="5fbd9f87-0a98-489d-9d45-82abac52020a" providerId="ADAL" clId="{C3806F70-F0F3-4FA4-A822-20A3C94AFC14}" dt="2025-02-28T03:19:52.602" v="922"/>
          <ac:inkMkLst>
            <pc:docMk/>
            <pc:sldMk cId="2844074674" sldId="390"/>
            <ac:inkMk id="317" creationId="{C681C9BD-30ED-4D30-BAA8-86BBAD211BB0}"/>
          </ac:inkMkLst>
        </pc:inkChg>
        <pc:inkChg chg="add">
          <ac:chgData name="Dr.Sugata Gangopadhyay" userId="5fbd9f87-0a98-489d-9d45-82abac52020a" providerId="ADAL" clId="{C3806F70-F0F3-4FA4-A822-20A3C94AFC14}" dt="2025-02-28T03:19:16.939" v="899"/>
          <ac:inkMkLst>
            <pc:docMk/>
            <pc:sldMk cId="2844074674" sldId="390"/>
            <ac:inkMk id="318" creationId="{DEBD462B-9602-44EC-8E55-F9471B877523}"/>
          </ac:inkMkLst>
        </pc:inkChg>
        <pc:inkChg chg="add del">
          <ac:chgData name="Dr.Sugata Gangopadhyay" userId="5fbd9f87-0a98-489d-9d45-82abac52020a" providerId="ADAL" clId="{C3806F70-F0F3-4FA4-A822-20A3C94AFC14}" dt="2025-02-28T03:19:25.669" v="902"/>
          <ac:inkMkLst>
            <pc:docMk/>
            <pc:sldMk cId="2844074674" sldId="390"/>
            <ac:inkMk id="319" creationId="{9783A050-B626-43FC-BB7F-3F559D40D271}"/>
          </ac:inkMkLst>
        </pc:inkChg>
        <pc:inkChg chg="add del">
          <ac:chgData name="Dr.Sugata Gangopadhyay" userId="5fbd9f87-0a98-489d-9d45-82abac52020a" providerId="ADAL" clId="{C3806F70-F0F3-4FA4-A822-20A3C94AFC14}" dt="2025-02-28T03:19:25.669" v="902"/>
          <ac:inkMkLst>
            <pc:docMk/>
            <pc:sldMk cId="2844074674" sldId="390"/>
            <ac:inkMk id="320" creationId="{08D0B23D-0C05-4A67-9AEC-63AAD15143D0}"/>
          </ac:inkMkLst>
        </pc:inkChg>
        <pc:inkChg chg="add del">
          <ac:chgData name="Dr.Sugata Gangopadhyay" userId="5fbd9f87-0a98-489d-9d45-82abac52020a" providerId="ADAL" clId="{C3806F70-F0F3-4FA4-A822-20A3C94AFC14}" dt="2025-02-28T03:19:28.520" v="904"/>
          <ac:inkMkLst>
            <pc:docMk/>
            <pc:sldMk cId="2844074674" sldId="390"/>
            <ac:inkMk id="321" creationId="{0928F351-D7BF-4552-8BA1-F9CE911DF786}"/>
          </ac:inkMkLst>
        </pc:inkChg>
        <pc:inkChg chg="add del">
          <ac:chgData name="Dr.Sugata Gangopadhyay" userId="5fbd9f87-0a98-489d-9d45-82abac52020a" providerId="ADAL" clId="{C3806F70-F0F3-4FA4-A822-20A3C94AFC14}" dt="2025-02-28T03:19:28.520" v="904"/>
          <ac:inkMkLst>
            <pc:docMk/>
            <pc:sldMk cId="2844074674" sldId="390"/>
            <ac:inkMk id="322" creationId="{01AB49B3-E3E3-44E3-90F5-B809E3F63039}"/>
          </ac:inkMkLst>
        </pc:inkChg>
        <pc:inkChg chg="add del">
          <ac:chgData name="Dr.Sugata Gangopadhyay" userId="5fbd9f87-0a98-489d-9d45-82abac52020a" providerId="ADAL" clId="{C3806F70-F0F3-4FA4-A822-20A3C94AFC14}" dt="2025-02-28T03:19:34.510" v="914"/>
          <ac:inkMkLst>
            <pc:docMk/>
            <pc:sldMk cId="2844074674" sldId="390"/>
            <ac:inkMk id="323" creationId="{CEED72BE-FB7D-457C-BFDE-B89CCC12C0A0}"/>
          </ac:inkMkLst>
        </pc:inkChg>
        <pc:inkChg chg="add del">
          <ac:chgData name="Dr.Sugata Gangopadhyay" userId="5fbd9f87-0a98-489d-9d45-82abac52020a" providerId="ADAL" clId="{C3806F70-F0F3-4FA4-A822-20A3C94AFC14}" dt="2025-02-28T03:19:34.510" v="914"/>
          <ac:inkMkLst>
            <pc:docMk/>
            <pc:sldMk cId="2844074674" sldId="390"/>
            <ac:inkMk id="324" creationId="{DF6356B0-B8D9-451B-A7F9-6CC73C9D9878}"/>
          </ac:inkMkLst>
        </pc:inkChg>
        <pc:inkChg chg="add del">
          <ac:chgData name="Dr.Sugata Gangopadhyay" userId="5fbd9f87-0a98-489d-9d45-82abac52020a" providerId="ADAL" clId="{C3806F70-F0F3-4FA4-A822-20A3C94AFC14}" dt="2025-02-28T03:19:34.510" v="914"/>
          <ac:inkMkLst>
            <pc:docMk/>
            <pc:sldMk cId="2844074674" sldId="390"/>
            <ac:inkMk id="325" creationId="{D0B33408-69DE-4583-8BE1-7EBA64C868B4}"/>
          </ac:inkMkLst>
        </pc:inkChg>
        <pc:inkChg chg="add del">
          <ac:chgData name="Dr.Sugata Gangopadhyay" userId="5fbd9f87-0a98-489d-9d45-82abac52020a" providerId="ADAL" clId="{C3806F70-F0F3-4FA4-A822-20A3C94AFC14}" dt="2025-02-28T03:19:44.860" v="916"/>
          <ac:inkMkLst>
            <pc:docMk/>
            <pc:sldMk cId="2844074674" sldId="390"/>
            <ac:inkMk id="326" creationId="{C1EEEDAF-E761-40E8-B6CE-AE6DA089A5F6}"/>
          </ac:inkMkLst>
        </pc:inkChg>
        <pc:inkChg chg="add del">
          <ac:chgData name="Dr.Sugata Gangopadhyay" userId="5fbd9f87-0a98-489d-9d45-82abac52020a" providerId="ADAL" clId="{C3806F70-F0F3-4FA4-A822-20A3C94AFC14}" dt="2025-02-28T03:19:44.861" v="918"/>
          <ac:inkMkLst>
            <pc:docMk/>
            <pc:sldMk cId="2844074674" sldId="390"/>
            <ac:inkMk id="327" creationId="{6B70B265-FBA5-4758-882E-1EB6FDFA21D3}"/>
          </ac:inkMkLst>
        </pc:inkChg>
        <pc:inkChg chg="add del">
          <ac:chgData name="Dr.Sugata Gangopadhyay" userId="5fbd9f87-0a98-489d-9d45-82abac52020a" providerId="ADAL" clId="{C3806F70-F0F3-4FA4-A822-20A3C94AFC14}" dt="2025-02-28T03:19:34.510" v="914"/>
          <ac:inkMkLst>
            <pc:docMk/>
            <pc:sldMk cId="2844074674" sldId="390"/>
            <ac:inkMk id="328" creationId="{F53A4A62-935A-494F-8EF7-FB6435B6F715}"/>
          </ac:inkMkLst>
        </pc:inkChg>
        <pc:inkChg chg="add del">
          <ac:chgData name="Dr.Sugata Gangopadhyay" userId="5fbd9f87-0a98-489d-9d45-82abac52020a" providerId="ADAL" clId="{C3806F70-F0F3-4FA4-A822-20A3C94AFC14}" dt="2025-02-28T03:19:34.510" v="914"/>
          <ac:inkMkLst>
            <pc:docMk/>
            <pc:sldMk cId="2844074674" sldId="390"/>
            <ac:inkMk id="329" creationId="{C533DBDD-303D-4CAF-A6B5-11BE38C0493B}"/>
          </ac:inkMkLst>
        </pc:inkChg>
        <pc:inkChg chg="add del">
          <ac:chgData name="Dr.Sugata Gangopadhyay" userId="5fbd9f87-0a98-489d-9d45-82abac52020a" providerId="ADAL" clId="{C3806F70-F0F3-4FA4-A822-20A3C94AFC14}" dt="2025-02-28T03:19:34.510" v="914"/>
          <ac:inkMkLst>
            <pc:docMk/>
            <pc:sldMk cId="2844074674" sldId="390"/>
            <ac:inkMk id="330" creationId="{0D14F590-1103-4123-8AD5-AD17524F0639}"/>
          </ac:inkMkLst>
        </pc:inkChg>
        <pc:inkChg chg="add del">
          <ac:chgData name="Dr.Sugata Gangopadhyay" userId="5fbd9f87-0a98-489d-9d45-82abac52020a" providerId="ADAL" clId="{C3806F70-F0F3-4FA4-A822-20A3C94AFC14}" dt="2025-02-28T03:19:34.510" v="914"/>
          <ac:inkMkLst>
            <pc:docMk/>
            <pc:sldMk cId="2844074674" sldId="390"/>
            <ac:inkMk id="331" creationId="{12D55761-849C-40C5-B06E-B427E71E3A4D}"/>
          </ac:inkMkLst>
        </pc:inkChg>
        <pc:inkChg chg="add del">
          <ac:chgData name="Dr.Sugata Gangopadhyay" userId="5fbd9f87-0a98-489d-9d45-82abac52020a" providerId="ADAL" clId="{C3806F70-F0F3-4FA4-A822-20A3C94AFC14}" dt="2025-02-28T03:19:44.860" v="917"/>
          <ac:inkMkLst>
            <pc:docMk/>
            <pc:sldMk cId="2844074674" sldId="390"/>
            <ac:inkMk id="332" creationId="{039044FB-875B-4FBC-B447-E93A3D538ECD}"/>
          </ac:inkMkLst>
        </pc:inkChg>
        <pc:inkChg chg="add del">
          <ac:chgData name="Dr.Sugata Gangopadhyay" userId="5fbd9f87-0a98-489d-9d45-82abac52020a" providerId="ADAL" clId="{C3806F70-F0F3-4FA4-A822-20A3C94AFC14}" dt="2025-02-28T03:19:44.861" v="919"/>
          <ac:inkMkLst>
            <pc:docMk/>
            <pc:sldMk cId="2844074674" sldId="390"/>
            <ac:inkMk id="333" creationId="{E5DF0832-4459-443E-B453-2BC31810CB00}"/>
          </ac:inkMkLst>
        </pc:inkChg>
        <pc:inkChg chg="add del">
          <ac:chgData name="Dr.Sugata Gangopadhyay" userId="5fbd9f87-0a98-489d-9d45-82abac52020a" providerId="ADAL" clId="{C3806F70-F0F3-4FA4-A822-20A3C94AFC14}" dt="2025-02-28T03:19:44.860" v="915"/>
          <ac:inkMkLst>
            <pc:docMk/>
            <pc:sldMk cId="2844074674" sldId="390"/>
            <ac:inkMk id="334" creationId="{4C3A82B7-B819-4376-A9EE-BA9B190117D9}"/>
          </ac:inkMkLst>
        </pc:inkChg>
        <pc:inkChg chg="add del">
          <ac:chgData name="Dr.Sugata Gangopadhyay" userId="5fbd9f87-0a98-489d-9d45-82abac52020a" providerId="ADAL" clId="{C3806F70-F0F3-4FA4-A822-20A3C94AFC14}" dt="2025-02-28T03:19:52.602" v="922"/>
          <ac:inkMkLst>
            <pc:docMk/>
            <pc:sldMk cId="2844074674" sldId="390"/>
            <ac:inkMk id="335" creationId="{F0B2DD2C-8701-467A-8BE6-4094DF6305DA}"/>
          </ac:inkMkLst>
        </pc:inkChg>
        <pc:inkChg chg="add del">
          <ac:chgData name="Dr.Sugata Gangopadhyay" userId="5fbd9f87-0a98-489d-9d45-82abac52020a" providerId="ADAL" clId="{C3806F70-F0F3-4FA4-A822-20A3C94AFC14}" dt="2025-02-28T03:19:55.654" v="925"/>
          <ac:inkMkLst>
            <pc:docMk/>
            <pc:sldMk cId="2844074674" sldId="390"/>
            <ac:inkMk id="336" creationId="{8E7F5D54-5C04-4FA2-960A-84CBF43AE883}"/>
          </ac:inkMkLst>
        </pc:inkChg>
        <pc:inkChg chg="add">
          <ac:chgData name="Dr.Sugata Gangopadhyay" userId="5fbd9f87-0a98-489d-9d45-82abac52020a" providerId="ADAL" clId="{C3806F70-F0F3-4FA4-A822-20A3C94AFC14}" dt="2025-02-28T03:19:52.602" v="922"/>
          <ac:inkMkLst>
            <pc:docMk/>
            <pc:sldMk cId="2844074674" sldId="390"/>
            <ac:inkMk id="337" creationId="{51723606-6B67-4D1F-A31F-F48FEAD28020}"/>
          </ac:inkMkLst>
        </pc:inkChg>
        <pc:inkChg chg="add del">
          <ac:chgData name="Dr.Sugata Gangopadhyay" userId="5fbd9f87-0a98-489d-9d45-82abac52020a" providerId="ADAL" clId="{C3806F70-F0F3-4FA4-A822-20A3C94AFC14}" dt="2025-02-28T03:19:55.654" v="925"/>
          <ac:inkMkLst>
            <pc:docMk/>
            <pc:sldMk cId="2844074674" sldId="390"/>
            <ac:inkMk id="338" creationId="{B4769665-A53B-4EE5-977F-F39CCFF4674B}"/>
          </ac:inkMkLst>
        </pc:inkChg>
        <pc:inkChg chg="add del">
          <ac:chgData name="Dr.Sugata Gangopadhyay" userId="5fbd9f87-0a98-489d-9d45-82abac52020a" providerId="ADAL" clId="{C3806F70-F0F3-4FA4-A822-20A3C94AFC14}" dt="2025-02-28T03:19:55.654" v="925"/>
          <ac:inkMkLst>
            <pc:docMk/>
            <pc:sldMk cId="2844074674" sldId="390"/>
            <ac:inkMk id="339" creationId="{3DC10452-AC73-4E9C-B510-860344A4A1AA}"/>
          </ac:inkMkLst>
        </pc:inkChg>
        <pc:inkChg chg="add del">
          <ac:chgData name="Dr.Sugata Gangopadhyay" userId="5fbd9f87-0a98-489d-9d45-82abac52020a" providerId="ADAL" clId="{C3806F70-F0F3-4FA4-A822-20A3C94AFC14}" dt="2025-02-28T03:19:58.283" v="927"/>
          <ac:inkMkLst>
            <pc:docMk/>
            <pc:sldMk cId="2844074674" sldId="390"/>
            <ac:inkMk id="340" creationId="{1481A3C3-2B84-4BE3-A4AF-9466AD838E51}"/>
          </ac:inkMkLst>
        </pc:inkChg>
        <pc:inkChg chg="add del">
          <ac:chgData name="Dr.Sugata Gangopadhyay" userId="5fbd9f87-0a98-489d-9d45-82abac52020a" providerId="ADAL" clId="{C3806F70-F0F3-4FA4-A822-20A3C94AFC14}" dt="2025-02-28T03:19:58.283" v="927"/>
          <ac:inkMkLst>
            <pc:docMk/>
            <pc:sldMk cId="2844074674" sldId="390"/>
            <ac:inkMk id="341" creationId="{09D38B13-49A9-4B92-B348-4C7D763CC583}"/>
          </ac:inkMkLst>
        </pc:inkChg>
        <pc:inkChg chg="add del">
          <ac:chgData name="Dr.Sugata Gangopadhyay" userId="5fbd9f87-0a98-489d-9d45-82abac52020a" providerId="ADAL" clId="{C3806F70-F0F3-4FA4-A822-20A3C94AFC14}" dt="2025-02-28T03:20:00.283" v="931"/>
          <ac:inkMkLst>
            <pc:docMk/>
            <pc:sldMk cId="2844074674" sldId="390"/>
            <ac:inkMk id="342" creationId="{D77FF08D-50DA-4352-B633-7E7C483EFB65}"/>
          </ac:inkMkLst>
        </pc:inkChg>
        <pc:inkChg chg="add del">
          <ac:chgData name="Dr.Sugata Gangopadhyay" userId="5fbd9f87-0a98-489d-9d45-82abac52020a" providerId="ADAL" clId="{C3806F70-F0F3-4FA4-A822-20A3C94AFC14}" dt="2025-02-28T03:20:00.283" v="931"/>
          <ac:inkMkLst>
            <pc:docMk/>
            <pc:sldMk cId="2844074674" sldId="390"/>
            <ac:inkMk id="343" creationId="{9977E0FE-389B-4D2F-B531-A7C188E74ACC}"/>
          </ac:inkMkLst>
        </pc:inkChg>
        <pc:inkChg chg="add del">
          <ac:chgData name="Dr.Sugata Gangopadhyay" userId="5fbd9f87-0a98-489d-9d45-82abac52020a" providerId="ADAL" clId="{C3806F70-F0F3-4FA4-A822-20A3C94AFC14}" dt="2025-02-28T03:20:00.283" v="931"/>
          <ac:inkMkLst>
            <pc:docMk/>
            <pc:sldMk cId="2844074674" sldId="390"/>
            <ac:inkMk id="344" creationId="{52D39E63-731E-4A18-A2DA-AA61248716F9}"/>
          </ac:inkMkLst>
        </pc:inkChg>
        <pc:inkChg chg="add del">
          <ac:chgData name="Dr.Sugata Gangopadhyay" userId="5fbd9f87-0a98-489d-9d45-82abac52020a" providerId="ADAL" clId="{C3806F70-F0F3-4FA4-A822-20A3C94AFC14}" dt="2025-02-28T03:20:00.283" v="931"/>
          <ac:inkMkLst>
            <pc:docMk/>
            <pc:sldMk cId="2844074674" sldId="390"/>
            <ac:inkMk id="345" creationId="{47DACD72-5CDC-45F8-9F9F-8E4B0DE9AFB8}"/>
          </ac:inkMkLst>
        </pc:inkChg>
        <pc:inkChg chg="add del">
          <ac:chgData name="Dr.Sugata Gangopadhyay" userId="5fbd9f87-0a98-489d-9d45-82abac52020a" providerId="ADAL" clId="{C3806F70-F0F3-4FA4-A822-20A3C94AFC14}" dt="2025-02-28T03:20:06.042" v="938"/>
          <ac:inkMkLst>
            <pc:docMk/>
            <pc:sldMk cId="2844074674" sldId="390"/>
            <ac:inkMk id="346" creationId="{1E55DC8C-4A3A-49CA-9B78-1A100A336CB2}"/>
          </ac:inkMkLst>
        </pc:inkChg>
        <pc:inkChg chg="add del">
          <ac:chgData name="Dr.Sugata Gangopadhyay" userId="5fbd9f87-0a98-489d-9d45-82abac52020a" providerId="ADAL" clId="{C3806F70-F0F3-4FA4-A822-20A3C94AFC14}" dt="2025-02-28T03:20:06.042" v="938"/>
          <ac:inkMkLst>
            <pc:docMk/>
            <pc:sldMk cId="2844074674" sldId="390"/>
            <ac:inkMk id="347" creationId="{CA3CCF40-8D6E-401B-83C5-9779426213FE}"/>
          </ac:inkMkLst>
        </pc:inkChg>
        <pc:inkChg chg="add del">
          <ac:chgData name="Dr.Sugata Gangopadhyay" userId="5fbd9f87-0a98-489d-9d45-82abac52020a" providerId="ADAL" clId="{C3806F70-F0F3-4FA4-A822-20A3C94AFC14}" dt="2025-02-28T03:20:06.042" v="938"/>
          <ac:inkMkLst>
            <pc:docMk/>
            <pc:sldMk cId="2844074674" sldId="390"/>
            <ac:inkMk id="348" creationId="{3F85F3A9-70E5-48C1-909F-148F360DB369}"/>
          </ac:inkMkLst>
        </pc:inkChg>
        <pc:inkChg chg="add del">
          <ac:chgData name="Dr.Sugata Gangopadhyay" userId="5fbd9f87-0a98-489d-9d45-82abac52020a" providerId="ADAL" clId="{C3806F70-F0F3-4FA4-A822-20A3C94AFC14}" dt="2025-02-28T03:20:06.042" v="938"/>
          <ac:inkMkLst>
            <pc:docMk/>
            <pc:sldMk cId="2844074674" sldId="390"/>
            <ac:inkMk id="349" creationId="{66416292-ED6A-49FF-91F1-20DD68B91170}"/>
          </ac:inkMkLst>
        </pc:inkChg>
        <pc:inkChg chg="add del">
          <ac:chgData name="Dr.Sugata Gangopadhyay" userId="5fbd9f87-0a98-489d-9d45-82abac52020a" providerId="ADAL" clId="{C3806F70-F0F3-4FA4-A822-20A3C94AFC14}" dt="2025-02-28T03:20:06.042" v="938"/>
          <ac:inkMkLst>
            <pc:docMk/>
            <pc:sldMk cId="2844074674" sldId="390"/>
            <ac:inkMk id="350" creationId="{400678CF-9194-429E-8B77-30B571586C5C}"/>
          </ac:inkMkLst>
        </pc:inkChg>
        <pc:inkChg chg="add del">
          <ac:chgData name="Dr.Sugata Gangopadhyay" userId="5fbd9f87-0a98-489d-9d45-82abac52020a" providerId="ADAL" clId="{C3806F70-F0F3-4FA4-A822-20A3C94AFC14}" dt="2025-02-28T03:20:06.042" v="938"/>
          <ac:inkMkLst>
            <pc:docMk/>
            <pc:sldMk cId="2844074674" sldId="390"/>
            <ac:inkMk id="351" creationId="{4AB572D9-713C-4833-B694-2AC70EB280CE}"/>
          </ac:inkMkLst>
        </pc:inkChg>
        <pc:inkChg chg="add">
          <ac:chgData name="Dr.Sugata Gangopadhyay" userId="5fbd9f87-0a98-489d-9d45-82abac52020a" providerId="ADAL" clId="{C3806F70-F0F3-4FA4-A822-20A3C94AFC14}" dt="2025-02-28T03:20:05.304" v="937"/>
          <ac:inkMkLst>
            <pc:docMk/>
            <pc:sldMk cId="2844074674" sldId="390"/>
            <ac:inkMk id="352" creationId="{EA210C9F-F949-4A93-9DEC-E6C1F729A2E6}"/>
          </ac:inkMkLst>
        </pc:inkChg>
        <pc:inkChg chg="add">
          <ac:chgData name="Dr.Sugata Gangopadhyay" userId="5fbd9f87-0a98-489d-9d45-82abac52020a" providerId="ADAL" clId="{C3806F70-F0F3-4FA4-A822-20A3C94AFC14}" dt="2025-02-28T03:20:06.042" v="938"/>
          <ac:inkMkLst>
            <pc:docMk/>
            <pc:sldMk cId="2844074674" sldId="390"/>
            <ac:inkMk id="353" creationId="{9CE17B05-26DA-4D4F-B8CE-4FD3DD00D247}"/>
          </ac:inkMkLst>
        </pc:inkChg>
        <pc:inkChg chg="add">
          <ac:chgData name="Dr.Sugata Gangopadhyay" userId="5fbd9f87-0a98-489d-9d45-82abac52020a" providerId="ADAL" clId="{C3806F70-F0F3-4FA4-A822-20A3C94AFC14}" dt="2025-02-28T03:20:06.042" v="938"/>
          <ac:inkMkLst>
            <pc:docMk/>
            <pc:sldMk cId="2844074674" sldId="390"/>
            <ac:inkMk id="354" creationId="{709A07CF-3A8B-4B20-B49B-4BA2688A5421}"/>
          </ac:inkMkLst>
        </pc:inkChg>
        <pc:inkChg chg="add">
          <ac:chgData name="Dr.Sugata Gangopadhyay" userId="5fbd9f87-0a98-489d-9d45-82abac52020a" providerId="ADAL" clId="{C3806F70-F0F3-4FA4-A822-20A3C94AFC14}" dt="2025-02-28T03:20:07.308" v="939"/>
          <ac:inkMkLst>
            <pc:docMk/>
            <pc:sldMk cId="2844074674" sldId="390"/>
            <ac:inkMk id="355" creationId="{1CCC4801-1D91-48B1-B705-52CB87C748AA}"/>
          </ac:inkMkLst>
        </pc:inkChg>
        <pc:inkChg chg="add">
          <ac:chgData name="Dr.Sugata Gangopadhyay" userId="5fbd9f87-0a98-489d-9d45-82abac52020a" providerId="ADAL" clId="{C3806F70-F0F3-4FA4-A822-20A3C94AFC14}" dt="2025-02-28T03:20:09.428" v="940"/>
          <ac:inkMkLst>
            <pc:docMk/>
            <pc:sldMk cId="2844074674" sldId="390"/>
            <ac:inkMk id="356" creationId="{042001EA-52CE-43AC-A362-D710A28B4172}"/>
          </ac:inkMkLst>
        </pc:inkChg>
        <pc:inkChg chg="add del">
          <ac:chgData name="Dr.Sugata Gangopadhyay" userId="5fbd9f87-0a98-489d-9d45-82abac52020a" providerId="ADAL" clId="{C3806F70-F0F3-4FA4-A822-20A3C94AFC14}" dt="2025-02-28T03:20:18.419" v="956"/>
          <ac:inkMkLst>
            <pc:docMk/>
            <pc:sldMk cId="2844074674" sldId="390"/>
            <ac:inkMk id="357" creationId="{73C6B805-77A4-4401-9750-6F8CAD0769C7}"/>
          </ac:inkMkLst>
        </pc:inkChg>
        <pc:inkChg chg="add del">
          <ac:chgData name="Dr.Sugata Gangopadhyay" userId="5fbd9f87-0a98-489d-9d45-82abac52020a" providerId="ADAL" clId="{C3806F70-F0F3-4FA4-A822-20A3C94AFC14}" dt="2025-02-28T03:20:18.419" v="956"/>
          <ac:inkMkLst>
            <pc:docMk/>
            <pc:sldMk cId="2844074674" sldId="390"/>
            <ac:inkMk id="358" creationId="{2807B252-74D3-465F-8FA7-D9AD3ECDD005}"/>
          </ac:inkMkLst>
        </pc:inkChg>
        <pc:inkChg chg="add del">
          <ac:chgData name="Dr.Sugata Gangopadhyay" userId="5fbd9f87-0a98-489d-9d45-82abac52020a" providerId="ADAL" clId="{C3806F70-F0F3-4FA4-A822-20A3C94AFC14}" dt="2025-02-28T03:20:18.419" v="956"/>
          <ac:inkMkLst>
            <pc:docMk/>
            <pc:sldMk cId="2844074674" sldId="390"/>
            <ac:inkMk id="359" creationId="{9E1797B5-B6E7-48DF-8718-A11036074CF8}"/>
          </ac:inkMkLst>
        </pc:inkChg>
        <pc:inkChg chg="add del">
          <ac:chgData name="Dr.Sugata Gangopadhyay" userId="5fbd9f87-0a98-489d-9d45-82abac52020a" providerId="ADAL" clId="{C3806F70-F0F3-4FA4-A822-20A3C94AFC14}" dt="2025-02-28T03:20:18.419" v="956"/>
          <ac:inkMkLst>
            <pc:docMk/>
            <pc:sldMk cId="2844074674" sldId="390"/>
            <ac:inkMk id="360" creationId="{69D26824-C0A0-4DCD-AF73-D03E6B1F6E3F}"/>
          </ac:inkMkLst>
        </pc:inkChg>
        <pc:inkChg chg="add del">
          <ac:chgData name="Dr.Sugata Gangopadhyay" userId="5fbd9f87-0a98-489d-9d45-82abac52020a" providerId="ADAL" clId="{C3806F70-F0F3-4FA4-A822-20A3C94AFC14}" dt="2025-02-28T03:20:18.419" v="956"/>
          <ac:inkMkLst>
            <pc:docMk/>
            <pc:sldMk cId="2844074674" sldId="390"/>
            <ac:inkMk id="361" creationId="{1BE75963-1053-4F5E-BA2B-CD2EC040E9EA}"/>
          </ac:inkMkLst>
        </pc:inkChg>
        <pc:inkChg chg="add del">
          <ac:chgData name="Dr.Sugata Gangopadhyay" userId="5fbd9f87-0a98-489d-9d45-82abac52020a" providerId="ADAL" clId="{C3806F70-F0F3-4FA4-A822-20A3C94AFC14}" dt="2025-02-28T03:20:18.419" v="956"/>
          <ac:inkMkLst>
            <pc:docMk/>
            <pc:sldMk cId="2844074674" sldId="390"/>
            <ac:inkMk id="362" creationId="{D6A0A151-B9EF-4F20-A272-F1F74F5A79CF}"/>
          </ac:inkMkLst>
        </pc:inkChg>
        <pc:inkChg chg="add del">
          <ac:chgData name="Dr.Sugata Gangopadhyay" userId="5fbd9f87-0a98-489d-9d45-82abac52020a" providerId="ADAL" clId="{C3806F70-F0F3-4FA4-A822-20A3C94AFC14}" dt="2025-02-28T03:20:18.419" v="956"/>
          <ac:inkMkLst>
            <pc:docMk/>
            <pc:sldMk cId="2844074674" sldId="390"/>
            <ac:inkMk id="363" creationId="{7CE4DE90-56CD-429F-A84E-5D87D9856ED6}"/>
          </ac:inkMkLst>
        </pc:inkChg>
        <pc:inkChg chg="add del">
          <ac:chgData name="Dr.Sugata Gangopadhyay" userId="5fbd9f87-0a98-489d-9d45-82abac52020a" providerId="ADAL" clId="{C3806F70-F0F3-4FA4-A822-20A3C94AFC14}" dt="2025-02-28T03:20:18.419" v="956"/>
          <ac:inkMkLst>
            <pc:docMk/>
            <pc:sldMk cId="2844074674" sldId="390"/>
            <ac:inkMk id="364" creationId="{C56ABF87-9CEB-41B4-84A2-BE8BF2EFCDA5}"/>
          </ac:inkMkLst>
        </pc:inkChg>
        <pc:inkChg chg="add del">
          <ac:chgData name="Dr.Sugata Gangopadhyay" userId="5fbd9f87-0a98-489d-9d45-82abac52020a" providerId="ADAL" clId="{C3806F70-F0F3-4FA4-A822-20A3C94AFC14}" dt="2025-02-28T03:20:18.419" v="956"/>
          <ac:inkMkLst>
            <pc:docMk/>
            <pc:sldMk cId="2844074674" sldId="390"/>
            <ac:inkMk id="365" creationId="{70709A3C-9FA5-450B-91A0-408DC591ED6C}"/>
          </ac:inkMkLst>
        </pc:inkChg>
        <pc:inkChg chg="add del">
          <ac:chgData name="Dr.Sugata Gangopadhyay" userId="5fbd9f87-0a98-489d-9d45-82abac52020a" providerId="ADAL" clId="{C3806F70-F0F3-4FA4-A822-20A3C94AFC14}" dt="2025-02-28T03:20:18.419" v="956"/>
          <ac:inkMkLst>
            <pc:docMk/>
            <pc:sldMk cId="2844074674" sldId="390"/>
            <ac:inkMk id="366" creationId="{9628B981-8B16-4782-A67D-A4DA3D499990}"/>
          </ac:inkMkLst>
        </pc:inkChg>
        <pc:inkChg chg="add">
          <ac:chgData name="Dr.Sugata Gangopadhyay" userId="5fbd9f87-0a98-489d-9d45-82abac52020a" providerId="ADAL" clId="{C3806F70-F0F3-4FA4-A822-20A3C94AFC14}" dt="2025-02-28T03:20:15.224" v="951"/>
          <ac:inkMkLst>
            <pc:docMk/>
            <pc:sldMk cId="2844074674" sldId="390"/>
            <ac:inkMk id="367" creationId="{AED89DC8-B136-4BD5-BC81-6329600F4F85}"/>
          </ac:inkMkLst>
        </pc:inkChg>
        <pc:inkChg chg="add">
          <ac:chgData name="Dr.Sugata Gangopadhyay" userId="5fbd9f87-0a98-489d-9d45-82abac52020a" providerId="ADAL" clId="{C3806F70-F0F3-4FA4-A822-20A3C94AFC14}" dt="2025-02-28T03:20:16.052" v="952"/>
          <ac:inkMkLst>
            <pc:docMk/>
            <pc:sldMk cId="2844074674" sldId="390"/>
            <ac:inkMk id="368" creationId="{FE541E99-1BC8-453C-85BD-C7591BBAAC79}"/>
          </ac:inkMkLst>
        </pc:inkChg>
        <pc:inkChg chg="add del">
          <ac:chgData name="Dr.Sugata Gangopadhyay" userId="5fbd9f87-0a98-489d-9d45-82abac52020a" providerId="ADAL" clId="{C3806F70-F0F3-4FA4-A822-20A3C94AFC14}" dt="2025-02-28T03:20:18.419" v="956"/>
          <ac:inkMkLst>
            <pc:docMk/>
            <pc:sldMk cId="2844074674" sldId="390"/>
            <ac:inkMk id="369" creationId="{A4DCF8C4-4F5E-44F1-A453-4B43A56F1358}"/>
          </ac:inkMkLst>
        </pc:inkChg>
        <pc:inkChg chg="add del">
          <ac:chgData name="Dr.Sugata Gangopadhyay" userId="5fbd9f87-0a98-489d-9d45-82abac52020a" providerId="ADAL" clId="{C3806F70-F0F3-4FA4-A822-20A3C94AFC14}" dt="2025-02-28T03:20:18.419" v="956"/>
          <ac:inkMkLst>
            <pc:docMk/>
            <pc:sldMk cId="2844074674" sldId="390"/>
            <ac:inkMk id="370" creationId="{A36B43CA-890F-46D3-8609-BB1109CB5B1A}"/>
          </ac:inkMkLst>
        </pc:inkChg>
        <pc:inkChg chg="add">
          <ac:chgData name="Dr.Sugata Gangopadhyay" userId="5fbd9f87-0a98-489d-9d45-82abac52020a" providerId="ADAL" clId="{C3806F70-F0F3-4FA4-A822-20A3C94AFC14}" dt="2025-02-28T03:20:17.573" v="955"/>
          <ac:inkMkLst>
            <pc:docMk/>
            <pc:sldMk cId="2844074674" sldId="390"/>
            <ac:inkMk id="371" creationId="{A4FCBF3D-6F5A-492B-90B4-3B84D03BCB93}"/>
          </ac:inkMkLst>
        </pc:inkChg>
        <pc:inkChg chg="add">
          <ac:chgData name="Dr.Sugata Gangopadhyay" userId="5fbd9f87-0a98-489d-9d45-82abac52020a" providerId="ADAL" clId="{C3806F70-F0F3-4FA4-A822-20A3C94AFC14}" dt="2025-02-28T03:20:18.419" v="956"/>
          <ac:inkMkLst>
            <pc:docMk/>
            <pc:sldMk cId="2844074674" sldId="390"/>
            <ac:inkMk id="372" creationId="{D075ED06-703A-4484-A31F-7CB40466AC8A}"/>
          </ac:inkMkLst>
        </pc:inkChg>
        <pc:inkChg chg="add">
          <ac:chgData name="Dr.Sugata Gangopadhyay" userId="5fbd9f87-0a98-489d-9d45-82abac52020a" providerId="ADAL" clId="{C3806F70-F0F3-4FA4-A822-20A3C94AFC14}" dt="2025-02-28T03:20:18.419" v="956"/>
          <ac:inkMkLst>
            <pc:docMk/>
            <pc:sldMk cId="2844074674" sldId="390"/>
            <ac:inkMk id="373" creationId="{C3FE5FA3-16FA-472D-B035-34321AAEAF03}"/>
          </ac:inkMkLst>
        </pc:inkChg>
        <pc:inkChg chg="add">
          <ac:chgData name="Dr.Sugata Gangopadhyay" userId="5fbd9f87-0a98-489d-9d45-82abac52020a" providerId="ADAL" clId="{C3806F70-F0F3-4FA4-A822-20A3C94AFC14}" dt="2025-02-28T03:20:18.419" v="956"/>
          <ac:inkMkLst>
            <pc:docMk/>
            <pc:sldMk cId="2844074674" sldId="390"/>
            <ac:inkMk id="374" creationId="{ECF2168B-B7C7-4332-97C2-8FF8F4E854E1}"/>
          </ac:inkMkLst>
        </pc:inkChg>
        <pc:inkChg chg="add">
          <ac:chgData name="Dr.Sugata Gangopadhyay" userId="5fbd9f87-0a98-489d-9d45-82abac52020a" providerId="ADAL" clId="{C3806F70-F0F3-4FA4-A822-20A3C94AFC14}" dt="2025-02-28T03:20:18.419" v="956"/>
          <ac:inkMkLst>
            <pc:docMk/>
            <pc:sldMk cId="2844074674" sldId="390"/>
            <ac:inkMk id="375" creationId="{95D5D435-D03C-4687-8B7C-4234DF40C41F}"/>
          </ac:inkMkLst>
        </pc:inkChg>
      </pc:sldChg>
      <pc:sldChg chg="addSp delSp add">
        <pc:chgData name="Dr.Sugata Gangopadhyay" userId="5fbd9f87-0a98-489d-9d45-82abac52020a" providerId="ADAL" clId="{C3806F70-F0F3-4FA4-A822-20A3C94AFC14}" dt="2025-02-28T03:21:35.802" v="1002"/>
        <pc:sldMkLst>
          <pc:docMk/>
          <pc:sldMk cId="1886216854" sldId="391"/>
        </pc:sldMkLst>
        <pc:inkChg chg="add">
          <ac:chgData name="Dr.Sugata Gangopadhyay" userId="5fbd9f87-0a98-489d-9d45-82abac52020a" providerId="ADAL" clId="{C3806F70-F0F3-4FA4-A822-20A3C94AFC14}" dt="2025-02-28T03:21:00.745" v="958"/>
          <ac:inkMkLst>
            <pc:docMk/>
            <pc:sldMk cId="1886216854" sldId="391"/>
            <ac:inkMk id="2" creationId="{2676DC17-B119-4D93-A42B-8AF0A652616F}"/>
          </ac:inkMkLst>
        </pc:inkChg>
        <pc:inkChg chg="add del">
          <ac:chgData name="Dr.Sugata Gangopadhyay" userId="5fbd9f87-0a98-489d-9d45-82abac52020a" providerId="ADAL" clId="{C3806F70-F0F3-4FA4-A822-20A3C94AFC14}" dt="2025-02-28T03:21:03.194" v="961"/>
          <ac:inkMkLst>
            <pc:docMk/>
            <pc:sldMk cId="1886216854" sldId="391"/>
            <ac:inkMk id="3" creationId="{615C5A84-5618-43D5-BD54-7D10380D27D4}"/>
          </ac:inkMkLst>
        </pc:inkChg>
        <pc:inkChg chg="add del">
          <ac:chgData name="Dr.Sugata Gangopadhyay" userId="5fbd9f87-0a98-489d-9d45-82abac52020a" providerId="ADAL" clId="{C3806F70-F0F3-4FA4-A822-20A3C94AFC14}" dt="2025-02-28T03:21:03.194" v="961"/>
          <ac:inkMkLst>
            <pc:docMk/>
            <pc:sldMk cId="1886216854" sldId="391"/>
            <ac:inkMk id="4" creationId="{2F0BDC49-E987-43E7-BF90-BD867CCF2B32}"/>
          </ac:inkMkLst>
        </pc:inkChg>
        <pc:inkChg chg="add">
          <ac:chgData name="Dr.Sugata Gangopadhyay" userId="5fbd9f87-0a98-489d-9d45-82abac52020a" providerId="ADAL" clId="{C3806F70-F0F3-4FA4-A822-20A3C94AFC14}" dt="2025-02-28T03:21:03.194" v="961"/>
          <ac:inkMkLst>
            <pc:docMk/>
            <pc:sldMk cId="1886216854" sldId="391"/>
            <ac:inkMk id="5" creationId="{24820BFE-FC1B-475E-BEA9-2AFFD5A82DE0}"/>
          </ac:inkMkLst>
        </pc:inkChg>
        <pc:inkChg chg="add del">
          <ac:chgData name="Dr.Sugata Gangopadhyay" userId="5fbd9f87-0a98-489d-9d45-82abac52020a" providerId="ADAL" clId="{C3806F70-F0F3-4FA4-A822-20A3C94AFC14}" dt="2025-02-28T03:21:05.578" v="964"/>
          <ac:inkMkLst>
            <pc:docMk/>
            <pc:sldMk cId="1886216854" sldId="391"/>
            <ac:inkMk id="6" creationId="{22027FA8-069B-41AB-BDBC-F1AA55E01621}"/>
          </ac:inkMkLst>
        </pc:inkChg>
        <pc:inkChg chg="add del">
          <ac:chgData name="Dr.Sugata Gangopadhyay" userId="5fbd9f87-0a98-489d-9d45-82abac52020a" providerId="ADAL" clId="{C3806F70-F0F3-4FA4-A822-20A3C94AFC14}" dt="2025-02-28T03:21:05.578" v="964"/>
          <ac:inkMkLst>
            <pc:docMk/>
            <pc:sldMk cId="1886216854" sldId="391"/>
            <ac:inkMk id="7" creationId="{F0906513-A806-40EF-AE21-0F3AD1A909FA}"/>
          </ac:inkMkLst>
        </pc:inkChg>
        <pc:inkChg chg="add del">
          <ac:chgData name="Dr.Sugata Gangopadhyay" userId="5fbd9f87-0a98-489d-9d45-82abac52020a" providerId="ADAL" clId="{C3806F70-F0F3-4FA4-A822-20A3C94AFC14}" dt="2025-02-28T03:21:09.164" v="968"/>
          <ac:inkMkLst>
            <pc:docMk/>
            <pc:sldMk cId="1886216854" sldId="391"/>
            <ac:inkMk id="8" creationId="{F32A1C06-3081-4020-916E-089A00A16D3C}"/>
          </ac:inkMkLst>
        </pc:inkChg>
        <pc:inkChg chg="add del">
          <ac:chgData name="Dr.Sugata Gangopadhyay" userId="5fbd9f87-0a98-489d-9d45-82abac52020a" providerId="ADAL" clId="{C3806F70-F0F3-4FA4-A822-20A3C94AFC14}" dt="2025-02-28T03:21:09.164" v="968"/>
          <ac:inkMkLst>
            <pc:docMk/>
            <pc:sldMk cId="1886216854" sldId="391"/>
            <ac:inkMk id="9" creationId="{9052C3E3-33EA-4659-9D7A-999DC0CA2C85}"/>
          </ac:inkMkLst>
        </pc:inkChg>
        <pc:inkChg chg="add del">
          <ac:chgData name="Dr.Sugata Gangopadhyay" userId="5fbd9f87-0a98-489d-9d45-82abac52020a" providerId="ADAL" clId="{C3806F70-F0F3-4FA4-A822-20A3C94AFC14}" dt="2025-02-28T03:21:09.164" v="968"/>
          <ac:inkMkLst>
            <pc:docMk/>
            <pc:sldMk cId="1886216854" sldId="391"/>
            <ac:inkMk id="10" creationId="{0D739D77-C1D7-47F7-B2C3-29F393540C1E}"/>
          </ac:inkMkLst>
        </pc:inkChg>
        <pc:inkChg chg="add del">
          <ac:chgData name="Dr.Sugata Gangopadhyay" userId="5fbd9f87-0a98-489d-9d45-82abac52020a" providerId="ADAL" clId="{C3806F70-F0F3-4FA4-A822-20A3C94AFC14}" dt="2025-02-28T03:21:09.164" v="968"/>
          <ac:inkMkLst>
            <pc:docMk/>
            <pc:sldMk cId="1886216854" sldId="391"/>
            <ac:inkMk id="11" creationId="{2323AE71-8E53-4B0F-A4BF-CEE668E3BD99}"/>
          </ac:inkMkLst>
        </pc:inkChg>
        <pc:inkChg chg="add del">
          <ac:chgData name="Dr.Sugata Gangopadhyay" userId="5fbd9f87-0a98-489d-9d45-82abac52020a" providerId="ADAL" clId="{C3806F70-F0F3-4FA4-A822-20A3C94AFC14}" dt="2025-02-28T03:21:14.783" v="977"/>
          <ac:inkMkLst>
            <pc:docMk/>
            <pc:sldMk cId="1886216854" sldId="391"/>
            <ac:inkMk id="12" creationId="{6AB45062-8DE3-4C0A-B3FC-986458267AE0}"/>
          </ac:inkMkLst>
        </pc:inkChg>
        <pc:inkChg chg="add del">
          <ac:chgData name="Dr.Sugata Gangopadhyay" userId="5fbd9f87-0a98-489d-9d45-82abac52020a" providerId="ADAL" clId="{C3806F70-F0F3-4FA4-A822-20A3C94AFC14}" dt="2025-02-28T03:21:14.783" v="977"/>
          <ac:inkMkLst>
            <pc:docMk/>
            <pc:sldMk cId="1886216854" sldId="391"/>
            <ac:inkMk id="13" creationId="{E6D3B04A-40BC-43C3-8150-5756252A881A}"/>
          </ac:inkMkLst>
        </pc:inkChg>
        <pc:inkChg chg="add del">
          <ac:chgData name="Dr.Sugata Gangopadhyay" userId="5fbd9f87-0a98-489d-9d45-82abac52020a" providerId="ADAL" clId="{C3806F70-F0F3-4FA4-A822-20A3C94AFC14}" dt="2025-02-28T03:21:14.783" v="977"/>
          <ac:inkMkLst>
            <pc:docMk/>
            <pc:sldMk cId="1886216854" sldId="391"/>
            <ac:inkMk id="14" creationId="{A3405349-0445-4A0D-AC23-2125FBBE6C17}"/>
          </ac:inkMkLst>
        </pc:inkChg>
        <pc:inkChg chg="add del">
          <ac:chgData name="Dr.Sugata Gangopadhyay" userId="5fbd9f87-0a98-489d-9d45-82abac52020a" providerId="ADAL" clId="{C3806F70-F0F3-4FA4-A822-20A3C94AFC14}" dt="2025-02-28T03:21:14.783" v="977"/>
          <ac:inkMkLst>
            <pc:docMk/>
            <pc:sldMk cId="1886216854" sldId="391"/>
            <ac:inkMk id="15" creationId="{A681C3A2-C183-4844-B19A-7AEB9C3DB3D1}"/>
          </ac:inkMkLst>
        </pc:inkChg>
        <pc:inkChg chg="add del">
          <ac:chgData name="Dr.Sugata Gangopadhyay" userId="5fbd9f87-0a98-489d-9d45-82abac52020a" providerId="ADAL" clId="{C3806F70-F0F3-4FA4-A822-20A3C94AFC14}" dt="2025-02-28T03:21:14.783" v="977"/>
          <ac:inkMkLst>
            <pc:docMk/>
            <pc:sldMk cId="1886216854" sldId="391"/>
            <ac:inkMk id="16" creationId="{EF54AD86-2E22-42D9-B53F-15F105DBB129}"/>
          </ac:inkMkLst>
        </pc:inkChg>
        <pc:inkChg chg="add">
          <ac:chgData name="Dr.Sugata Gangopadhyay" userId="5fbd9f87-0a98-489d-9d45-82abac52020a" providerId="ADAL" clId="{C3806F70-F0F3-4FA4-A822-20A3C94AFC14}" dt="2025-02-28T03:21:12.799" v="973"/>
          <ac:inkMkLst>
            <pc:docMk/>
            <pc:sldMk cId="1886216854" sldId="391"/>
            <ac:inkMk id="17" creationId="{CF98148F-3695-4C06-B569-64D3454B72E8}"/>
          </ac:inkMkLst>
        </pc:inkChg>
        <pc:inkChg chg="add">
          <ac:chgData name="Dr.Sugata Gangopadhyay" userId="5fbd9f87-0a98-489d-9d45-82abac52020a" providerId="ADAL" clId="{C3806F70-F0F3-4FA4-A822-20A3C94AFC14}" dt="2025-02-28T03:21:13.060" v="974"/>
          <ac:inkMkLst>
            <pc:docMk/>
            <pc:sldMk cId="1886216854" sldId="391"/>
            <ac:inkMk id="18" creationId="{6F576744-12FF-4B03-A2F0-C36B0060A68C}"/>
          </ac:inkMkLst>
        </pc:inkChg>
        <pc:inkChg chg="add del">
          <ac:chgData name="Dr.Sugata Gangopadhyay" userId="5fbd9f87-0a98-489d-9d45-82abac52020a" providerId="ADAL" clId="{C3806F70-F0F3-4FA4-A822-20A3C94AFC14}" dt="2025-02-28T03:21:14.783" v="977"/>
          <ac:inkMkLst>
            <pc:docMk/>
            <pc:sldMk cId="1886216854" sldId="391"/>
            <ac:inkMk id="19" creationId="{CF1D58EB-305F-4AD6-9A24-C60444FF7925}"/>
          </ac:inkMkLst>
        </pc:inkChg>
        <pc:inkChg chg="add del">
          <ac:chgData name="Dr.Sugata Gangopadhyay" userId="5fbd9f87-0a98-489d-9d45-82abac52020a" providerId="ADAL" clId="{C3806F70-F0F3-4FA4-A822-20A3C94AFC14}" dt="2025-02-28T03:21:14.783" v="977"/>
          <ac:inkMkLst>
            <pc:docMk/>
            <pc:sldMk cId="1886216854" sldId="391"/>
            <ac:inkMk id="20" creationId="{1527D423-6086-49EB-958F-AB75207D68F6}"/>
          </ac:inkMkLst>
        </pc:inkChg>
        <pc:inkChg chg="add">
          <ac:chgData name="Dr.Sugata Gangopadhyay" userId="5fbd9f87-0a98-489d-9d45-82abac52020a" providerId="ADAL" clId="{C3806F70-F0F3-4FA4-A822-20A3C94AFC14}" dt="2025-02-28T03:21:14.783" v="977"/>
          <ac:inkMkLst>
            <pc:docMk/>
            <pc:sldMk cId="1886216854" sldId="391"/>
            <ac:inkMk id="21" creationId="{4DBA9015-3154-4175-9492-B281510C2D86}"/>
          </ac:inkMkLst>
        </pc:inkChg>
        <pc:inkChg chg="add">
          <ac:chgData name="Dr.Sugata Gangopadhyay" userId="5fbd9f87-0a98-489d-9d45-82abac52020a" providerId="ADAL" clId="{C3806F70-F0F3-4FA4-A822-20A3C94AFC14}" dt="2025-02-28T03:21:14.783" v="977"/>
          <ac:inkMkLst>
            <pc:docMk/>
            <pc:sldMk cId="1886216854" sldId="391"/>
            <ac:inkMk id="22" creationId="{D53B56B3-7EF4-4BAC-9EE2-ABF6EDD3CD87}"/>
          </ac:inkMkLst>
        </pc:inkChg>
        <pc:inkChg chg="add del">
          <ac:chgData name="Dr.Sugata Gangopadhyay" userId="5fbd9f87-0a98-489d-9d45-82abac52020a" providerId="ADAL" clId="{C3806F70-F0F3-4FA4-A822-20A3C94AFC14}" dt="2025-02-28T03:21:20.461" v="986"/>
          <ac:inkMkLst>
            <pc:docMk/>
            <pc:sldMk cId="1886216854" sldId="391"/>
            <ac:inkMk id="23" creationId="{A2EA2E42-0386-4042-B2B5-3F37F68BBC23}"/>
          </ac:inkMkLst>
        </pc:inkChg>
        <pc:inkChg chg="add del">
          <ac:chgData name="Dr.Sugata Gangopadhyay" userId="5fbd9f87-0a98-489d-9d45-82abac52020a" providerId="ADAL" clId="{C3806F70-F0F3-4FA4-A822-20A3C94AFC14}" dt="2025-02-28T03:21:20.461" v="986"/>
          <ac:inkMkLst>
            <pc:docMk/>
            <pc:sldMk cId="1886216854" sldId="391"/>
            <ac:inkMk id="24" creationId="{3CA8B2C6-02B5-4EF5-9041-D9262EC6444F}"/>
          </ac:inkMkLst>
        </pc:inkChg>
        <pc:inkChg chg="add">
          <ac:chgData name="Dr.Sugata Gangopadhyay" userId="5fbd9f87-0a98-489d-9d45-82abac52020a" providerId="ADAL" clId="{C3806F70-F0F3-4FA4-A822-20A3C94AFC14}" dt="2025-02-28T03:21:17.820" v="980"/>
          <ac:inkMkLst>
            <pc:docMk/>
            <pc:sldMk cId="1886216854" sldId="391"/>
            <ac:inkMk id="25" creationId="{7CA9F428-679E-4AAD-8684-E58C208E7C82}"/>
          </ac:inkMkLst>
        </pc:inkChg>
        <pc:inkChg chg="add">
          <ac:chgData name="Dr.Sugata Gangopadhyay" userId="5fbd9f87-0a98-489d-9d45-82abac52020a" providerId="ADAL" clId="{C3806F70-F0F3-4FA4-A822-20A3C94AFC14}" dt="2025-02-28T03:21:18.332" v="981"/>
          <ac:inkMkLst>
            <pc:docMk/>
            <pc:sldMk cId="1886216854" sldId="391"/>
            <ac:inkMk id="26" creationId="{93A9BB20-9E71-4108-9696-59D396C5599F}"/>
          </ac:inkMkLst>
        </pc:inkChg>
        <pc:inkChg chg="add del">
          <ac:chgData name="Dr.Sugata Gangopadhyay" userId="5fbd9f87-0a98-489d-9d45-82abac52020a" providerId="ADAL" clId="{C3806F70-F0F3-4FA4-A822-20A3C94AFC14}" dt="2025-02-28T03:21:20.461" v="986"/>
          <ac:inkMkLst>
            <pc:docMk/>
            <pc:sldMk cId="1886216854" sldId="391"/>
            <ac:inkMk id="27" creationId="{7CB80D09-7A86-45D5-9877-FEB6C7502747}"/>
          </ac:inkMkLst>
        </pc:inkChg>
        <pc:inkChg chg="add del">
          <ac:chgData name="Dr.Sugata Gangopadhyay" userId="5fbd9f87-0a98-489d-9d45-82abac52020a" providerId="ADAL" clId="{C3806F70-F0F3-4FA4-A822-20A3C94AFC14}" dt="2025-02-28T03:21:20.461" v="986"/>
          <ac:inkMkLst>
            <pc:docMk/>
            <pc:sldMk cId="1886216854" sldId="391"/>
            <ac:inkMk id="28" creationId="{D1191F6A-0E3A-4E3F-83B9-A46FF2D4DD94}"/>
          </ac:inkMkLst>
        </pc:inkChg>
        <pc:inkChg chg="add del">
          <ac:chgData name="Dr.Sugata Gangopadhyay" userId="5fbd9f87-0a98-489d-9d45-82abac52020a" providerId="ADAL" clId="{C3806F70-F0F3-4FA4-A822-20A3C94AFC14}" dt="2025-02-28T03:21:20.461" v="986"/>
          <ac:inkMkLst>
            <pc:docMk/>
            <pc:sldMk cId="1886216854" sldId="391"/>
            <ac:inkMk id="29" creationId="{3F6093E6-7650-4007-A6A4-D1323BD740CB}"/>
          </ac:inkMkLst>
        </pc:inkChg>
        <pc:inkChg chg="add del">
          <ac:chgData name="Dr.Sugata Gangopadhyay" userId="5fbd9f87-0a98-489d-9d45-82abac52020a" providerId="ADAL" clId="{C3806F70-F0F3-4FA4-A822-20A3C94AFC14}" dt="2025-02-28T03:21:20.461" v="986"/>
          <ac:inkMkLst>
            <pc:docMk/>
            <pc:sldMk cId="1886216854" sldId="391"/>
            <ac:inkMk id="30" creationId="{1C360C4E-884E-4A7C-8182-7B9A9C2EFB97}"/>
          </ac:inkMkLst>
        </pc:inkChg>
        <pc:inkChg chg="add">
          <ac:chgData name="Dr.Sugata Gangopadhyay" userId="5fbd9f87-0a98-489d-9d45-82abac52020a" providerId="ADAL" clId="{C3806F70-F0F3-4FA4-A822-20A3C94AFC14}" dt="2025-02-28T03:21:20.461" v="986"/>
          <ac:inkMkLst>
            <pc:docMk/>
            <pc:sldMk cId="1886216854" sldId="391"/>
            <ac:inkMk id="31" creationId="{A5A8E2DB-E27A-4E8D-9E27-DCBCE047BC90}"/>
          </ac:inkMkLst>
        </pc:inkChg>
        <pc:inkChg chg="add">
          <ac:chgData name="Dr.Sugata Gangopadhyay" userId="5fbd9f87-0a98-489d-9d45-82abac52020a" providerId="ADAL" clId="{C3806F70-F0F3-4FA4-A822-20A3C94AFC14}" dt="2025-02-28T03:21:20.461" v="986"/>
          <ac:inkMkLst>
            <pc:docMk/>
            <pc:sldMk cId="1886216854" sldId="391"/>
            <ac:inkMk id="32" creationId="{C713A063-51CA-4554-BA84-23251FB24489}"/>
          </ac:inkMkLst>
        </pc:inkChg>
        <pc:inkChg chg="add">
          <ac:chgData name="Dr.Sugata Gangopadhyay" userId="5fbd9f87-0a98-489d-9d45-82abac52020a" providerId="ADAL" clId="{C3806F70-F0F3-4FA4-A822-20A3C94AFC14}" dt="2025-02-28T03:21:20.461" v="986"/>
          <ac:inkMkLst>
            <pc:docMk/>
            <pc:sldMk cId="1886216854" sldId="391"/>
            <ac:inkMk id="33" creationId="{317B58D3-562E-4E31-B51A-84A7622B5EB3}"/>
          </ac:inkMkLst>
        </pc:inkChg>
        <pc:inkChg chg="add">
          <ac:chgData name="Dr.Sugata Gangopadhyay" userId="5fbd9f87-0a98-489d-9d45-82abac52020a" providerId="ADAL" clId="{C3806F70-F0F3-4FA4-A822-20A3C94AFC14}" dt="2025-02-28T03:21:27.197" v="987"/>
          <ac:inkMkLst>
            <pc:docMk/>
            <pc:sldMk cId="1886216854" sldId="391"/>
            <ac:inkMk id="34" creationId="{8E355D0B-BE05-427B-88B1-A33F59FDE996}"/>
          </ac:inkMkLst>
        </pc:inkChg>
        <pc:inkChg chg="add del">
          <ac:chgData name="Dr.Sugata Gangopadhyay" userId="5fbd9f87-0a98-489d-9d45-82abac52020a" providerId="ADAL" clId="{C3806F70-F0F3-4FA4-A822-20A3C94AFC14}" dt="2025-02-28T03:21:30.652" v="995"/>
          <ac:inkMkLst>
            <pc:docMk/>
            <pc:sldMk cId="1886216854" sldId="391"/>
            <ac:inkMk id="35" creationId="{8A6330A8-DF1C-48BB-8510-1A19C507E5BF}"/>
          </ac:inkMkLst>
        </pc:inkChg>
        <pc:inkChg chg="add del">
          <ac:chgData name="Dr.Sugata Gangopadhyay" userId="5fbd9f87-0a98-489d-9d45-82abac52020a" providerId="ADAL" clId="{C3806F70-F0F3-4FA4-A822-20A3C94AFC14}" dt="2025-02-28T03:21:30.652" v="995"/>
          <ac:inkMkLst>
            <pc:docMk/>
            <pc:sldMk cId="1886216854" sldId="391"/>
            <ac:inkMk id="36" creationId="{10F3B85D-9E5D-456A-95FE-E54F315A8C7C}"/>
          </ac:inkMkLst>
        </pc:inkChg>
        <pc:inkChg chg="add">
          <ac:chgData name="Dr.Sugata Gangopadhyay" userId="5fbd9f87-0a98-489d-9d45-82abac52020a" providerId="ADAL" clId="{C3806F70-F0F3-4FA4-A822-20A3C94AFC14}" dt="2025-02-28T03:21:28.047" v="990"/>
          <ac:inkMkLst>
            <pc:docMk/>
            <pc:sldMk cId="1886216854" sldId="391"/>
            <ac:inkMk id="37" creationId="{1DA6881A-51B1-438B-8CDA-543C837BFCE2}"/>
          </ac:inkMkLst>
        </pc:inkChg>
        <pc:inkChg chg="add del">
          <ac:chgData name="Dr.Sugata Gangopadhyay" userId="5fbd9f87-0a98-489d-9d45-82abac52020a" providerId="ADAL" clId="{C3806F70-F0F3-4FA4-A822-20A3C94AFC14}" dt="2025-02-28T03:21:30.652" v="995"/>
          <ac:inkMkLst>
            <pc:docMk/>
            <pc:sldMk cId="1886216854" sldId="391"/>
            <ac:inkMk id="38" creationId="{0E81AFA9-987D-4920-9187-EC4CF2A05440}"/>
          </ac:inkMkLst>
        </pc:inkChg>
        <pc:inkChg chg="add del">
          <ac:chgData name="Dr.Sugata Gangopadhyay" userId="5fbd9f87-0a98-489d-9d45-82abac52020a" providerId="ADAL" clId="{C3806F70-F0F3-4FA4-A822-20A3C94AFC14}" dt="2025-02-28T03:21:30.652" v="995"/>
          <ac:inkMkLst>
            <pc:docMk/>
            <pc:sldMk cId="1886216854" sldId="391"/>
            <ac:inkMk id="39" creationId="{D0F1CC0C-26CC-4E9E-9AD2-0ED5F6FFE7ED}"/>
          </ac:inkMkLst>
        </pc:inkChg>
        <pc:inkChg chg="add del">
          <ac:chgData name="Dr.Sugata Gangopadhyay" userId="5fbd9f87-0a98-489d-9d45-82abac52020a" providerId="ADAL" clId="{C3806F70-F0F3-4FA4-A822-20A3C94AFC14}" dt="2025-02-28T03:21:30.652" v="995"/>
          <ac:inkMkLst>
            <pc:docMk/>
            <pc:sldMk cId="1886216854" sldId="391"/>
            <ac:inkMk id="40" creationId="{B39231A1-550E-4AF2-9762-51056CE30C18}"/>
          </ac:inkMkLst>
        </pc:inkChg>
        <pc:inkChg chg="add del">
          <ac:chgData name="Dr.Sugata Gangopadhyay" userId="5fbd9f87-0a98-489d-9d45-82abac52020a" providerId="ADAL" clId="{C3806F70-F0F3-4FA4-A822-20A3C94AFC14}" dt="2025-02-28T03:21:30.652" v="995"/>
          <ac:inkMkLst>
            <pc:docMk/>
            <pc:sldMk cId="1886216854" sldId="391"/>
            <ac:inkMk id="41" creationId="{E17AC9F6-A025-4F83-BD75-BE71FE5110A7}"/>
          </ac:inkMkLst>
        </pc:inkChg>
        <pc:inkChg chg="add del">
          <ac:chgData name="Dr.Sugata Gangopadhyay" userId="5fbd9f87-0a98-489d-9d45-82abac52020a" providerId="ADAL" clId="{C3806F70-F0F3-4FA4-A822-20A3C94AFC14}" dt="2025-02-28T03:21:32.541" v="997"/>
          <ac:inkMkLst>
            <pc:docMk/>
            <pc:sldMk cId="1886216854" sldId="391"/>
            <ac:inkMk id="42" creationId="{90EBEF35-8CBD-45F1-8A0F-F6DD37B62F3C}"/>
          </ac:inkMkLst>
        </pc:inkChg>
        <pc:inkChg chg="add">
          <ac:chgData name="Dr.Sugata Gangopadhyay" userId="5fbd9f87-0a98-489d-9d45-82abac52020a" providerId="ADAL" clId="{C3806F70-F0F3-4FA4-A822-20A3C94AFC14}" dt="2025-02-28T03:21:30.652" v="995"/>
          <ac:inkMkLst>
            <pc:docMk/>
            <pc:sldMk cId="1886216854" sldId="391"/>
            <ac:inkMk id="43" creationId="{7DFE5738-809B-447D-83E1-05F616B44F78}"/>
          </ac:inkMkLst>
        </pc:inkChg>
        <pc:inkChg chg="add del">
          <ac:chgData name="Dr.Sugata Gangopadhyay" userId="5fbd9f87-0a98-489d-9d45-82abac52020a" providerId="ADAL" clId="{C3806F70-F0F3-4FA4-A822-20A3C94AFC14}" dt="2025-02-28T03:21:32.541" v="997"/>
          <ac:inkMkLst>
            <pc:docMk/>
            <pc:sldMk cId="1886216854" sldId="391"/>
            <ac:inkMk id="44" creationId="{51CB56E0-C17A-4F4A-8478-08D026E472C5}"/>
          </ac:inkMkLst>
        </pc:inkChg>
        <pc:inkChg chg="add del">
          <ac:chgData name="Dr.Sugata Gangopadhyay" userId="5fbd9f87-0a98-489d-9d45-82abac52020a" providerId="ADAL" clId="{C3806F70-F0F3-4FA4-A822-20A3C94AFC14}" dt="2025-02-28T03:21:35.802" v="1002"/>
          <ac:inkMkLst>
            <pc:docMk/>
            <pc:sldMk cId="1886216854" sldId="391"/>
            <ac:inkMk id="45" creationId="{78C22FA3-8863-4355-A6DF-E30ABF025831}"/>
          </ac:inkMkLst>
        </pc:inkChg>
        <pc:inkChg chg="add del">
          <ac:chgData name="Dr.Sugata Gangopadhyay" userId="5fbd9f87-0a98-489d-9d45-82abac52020a" providerId="ADAL" clId="{C3806F70-F0F3-4FA4-A822-20A3C94AFC14}" dt="2025-02-28T03:21:35.802" v="1002"/>
          <ac:inkMkLst>
            <pc:docMk/>
            <pc:sldMk cId="1886216854" sldId="391"/>
            <ac:inkMk id="46" creationId="{3D7FFD98-27DE-42BC-8A5F-502E7EEFF1EF}"/>
          </ac:inkMkLst>
        </pc:inkChg>
        <pc:inkChg chg="add del">
          <ac:chgData name="Dr.Sugata Gangopadhyay" userId="5fbd9f87-0a98-489d-9d45-82abac52020a" providerId="ADAL" clId="{C3806F70-F0F3-4FA4-A822-20A3C94AFC14}" dt="2025-02-28T03:21:35.802" v="1002"/>
          <ac:inkMkLst>
            <pc:docMk/>
            <pc:sldMk cId="1886216854" sldId="391"/>
            <ac:inkMk id="47" creationId="{25A5115D-60E8-4E46-BEBB-6AAD9212905E}"/>
          </ac:inkMkLst>
        </pc:inkChg>
        <pc:inkChg chg="add del">
          <ac:chgData name="Dr.Sugata Gangopadhyay" userId="5fbd9f87-0a98-489d-9d45-82abac52020a" providerId="ADAL" clId="{C3806F70-F0F3-4FA4-A822-20A3C94AFC14}" dt="2025-02-28T03:21:35.802" v="1002"/>
          <ac:inkMkLst>
            <pc:docMk/>
            <pc:sldMk cId="1886216854" sldId="391"/>
            <ac:inkMk id="48" creationId="{BD5FE8A2-AB11-4A05-8EF4-CC83B7051517}"/>
          </ac:inkMkLst>
        </pc:inkChg>
        <pc:inkChg chg="add del">
          <ac:chgData name="Dr.Sugata Gangopadhyay" userId="5fbd9f87-0a98-489d-9d45-82abac52020a" providerId="ADAL" clId="{C3806F70-F0F3-4FA4-A822-20A3C94AFC14}" dt="2025-02-28T03:21:35.802" v="1002"/>
          <ac:inkMkLst>
            <pc:docMk/>
            <pc:sldMk cId="1886216854" sldId="391"/>
            <ac:inkMk id="49" creationId="{8080D9DE-4F6B-4082-A7FD-BA3BB1809D6C}"/>
          </ac:inkMkLst>
        </pc:inkChg>
        <pc:inkChg chg="add">
          <ac:chgData name="Dr.Sugata Gangopadhyay" userId="5fbd9f87-0a98-489d-9d45-82abac52020a" providerId="ADAL" clId="{C3806F70-F0F3-4FA4-A822-20A3C94AFC14}" dt="2025-02-28T03:21:35.802" v="1002"/>
          <ac:inkMkLst>
            <pc:docMk/>
            <pc:sldMk cId="1886216854" sldId="391"/>
            <ac:inkMk id="50" creationId="{FCD81C41-46C9-4D57-B96D-86C27102333B}"/>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15T03:03:21.101"/>
    </inkml:context>
    <inkml:brush xml:id="br0">
      <inkml:brushProperty name="width" value="0.1" units="cm"/>
      <inkml:brushProperty name="height" value="0.1" units="cm"/>
      <inkml:brushProperty name="color" value="#E71224"/>
    </inkml:brush>
  </inkml:definitions>
  <inkml:trace contextRef="#ctx0" brushRef="#br0">1 1 6825,'3'0'1817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1T01:20:55.887"/>
    </inkml:context>
    <inkml:brush xml:id="br0">
      <inkml:brushProperty name="width" value="0.1" units="cm"/>
      <inkml:brushProperty name="height" value="0.1" units="cm"/>
      <inkml:brushProperty name="color" value="#E71224"/>
    </inkml:brush>
  </inkml:definitions>
  <inkml:trace contextRef="#ctx0" brushRef="#br0">1236 91 3217,'-1'-9'3627,"-5"13"-4489,-5 22-668,-118 262 1812,63-75 405,63-205-137,2-9 4675,6-10-890,3 1-5367,145-147 1329,-61 53-179,-112 129-1869,-51 67 1765,65-87 214,5-4-258,0-1 0,0 1 0,0 0 0,0-1 0,0 1 0,0 0-1,0 0 1,1-1 0,-1 1 0,0 0 0,0 0 0,1 0 0,-1 0 0,1 0 0,-1 0-1,1 0 1,-1 0 0,1 0 0,0 0 0,-1 0 0,1 0 0,0 1 0,0-1 0,0 0-1,0 0 1,0 0 0,0 0 0,0 0 0,0 1 0,0-1 0,1 0 0,-1 0 0,0 0-1,1 0 1,-1 0 0,1 0 0,-1 0 0,1 0 0,-1 0 0,1 0 0,0 0 0,0 0-1,-1-1 1,1 1 0,0 0 0,0 0 0,0-1 0,1 2 30,81 64-112,0-43 505,-82-23-79,-2 0-1595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2-22T03:04:15.955"/>
    </inkml:context>
    <inkml:brush xml:id="br0">
      <inkml:brushProperty name="width" value="0.1" units="cm"/>
      <inkml:brushProperty name="height" value="0.1" units="cm"/>
      <inkml:brushProperty name="color" value="#E71224"/>
    </inkml:brush>
  </inkml:definitions>
  <inkml:trace contextRef="#ctx0" brushRef="#br0">1 0 8906,'3'0'2408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2T03:10:26.023"/>
    </inkml:context>
    <inkml:brush xml:id="br0">
      <inkml:brushProperty name="width" value="0.1" units="cm"/>
      <inkml:brushProperty name="height" value="0.1" units="cm"/>
      <inkml:brushProperty name="color" value="#E71224"/>
    </inkml:brush>
  </inkml:definitions>
  <inkml:trace contextRef="#ctx0" brushRef="#br0">3 31 1200,'2'-3'696,"-5"-7"-87,1 6-233,2 0-56,0-2-112,0 5-56,0 0-120,0-1-48,0 2-832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22T03:16:15.239"/>
    </inkml:context>
    <inkml:brush xml:id="br0">
      <inkml:brushProperty name="width" value="0.1" units="cm"/>
      <inkml:brushProperty name="height" value="0.1" units="cm"/>
      <inkml:brushProperty name="color" value="#E71224"/>
    </inkml:brush>
  </inkml:definitions>
  <inkml:trace contextRef="#ctx0" brushRef="#br0">1 158 1680,'0'-14'7384,"2"0"-4303,6-21-4062,-7 30 1773,6-32-712,-7-16-312,0 53 240,0 0 9,0 0 14,0 0 12,0 0 15,0 0 1,0 0 4,0 0-3,0 0-38,0 0-199,0 0-577,0 0-558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F3DC6A-5631-4A95-B524-26FF9A2DD849}" type="datetimeFigureOut">
              <a:rPr lang="en-US" smtClean="0"/>
              <a:t>1/30/26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BDA59F-283E-481B-8DE3-E8847C5370C8}" type="slidenum">
              <a:rPr lang="en-US" smtClean="0"/>
              <a:t>‹#›</a:t>
            </a:fld>
            <a:endParaRPr lang="en-US"/>
          </a:p>
        </p:txBody>
      </p:sp>
    </p:spTree>
    <p:extLst>
      <p:ext uri="{BB962C8B-B14F-4D97-AF65-F5344CB8AC3E}">
        <p14:creationId xmlns:p14="http://schemas.microsoft.com/office/powerpoint/2010/main" val="3173324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5BDA59F-283E-481B-8DE3-E8847C5370C8}" type="slidenum">
              <a:rPr lang="en-US" smtClean="0"/>
              <a:t>44</a:t>
            </a:fld>
            <a:endParaRPr lang="en-US"/>
          </a:p>
        </p:txBody>
      </p:sp>
    </p:spTree>
    <p:extLst>
      <p:ext uri="{BB962C8B-B14F-4D97-AF65-F5344CB8AC3E}">
        <p14:creationId xmlns:p14="http://schemas.microsoft.com/office/powerpoint/2010/main" val="259232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B24C1-47FE-4146-802C-1A250DC6A3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7353CA-3A6E-43A7-B216-4C1B0763AC1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B14A1E-BCBC-4827-BF86-B28854EE1004}"/>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0ADA0F3F-56FF-478E-A3FE-E97CC900A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9676DD-ADCC-4B9B-BF12-51B506A8D8DB}"/>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237118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A5739-2191-4F71-95EE-8475F5C830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F7920B-E52D-4626-8965-8E394EDBE88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BEA2B6-4CEE-4402-986D-AC4E2C7F6B96}"/>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3D967BCC-0DBF-4E4B-B682-E72564BBAB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EFFE1-C4B7-44A8-8A2B-9B3BF64399ED}"/>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963050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C39CA-C9FC-4F48-B7C7-66008B9B2D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9D0173-8D68-4535-BA05-5A9372E431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9804213-78F3-4115-ABD1-57C8566CCF55}"/>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38EDB15C-45CB-43B0-A064-CFF861EF77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F7F7F6-A5ED-482E-BC05-B2D3E2699242}"/>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461093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3DFF8-0B0C-41FE-A81E-B5E8822C25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74E509-64B8-4889-96E0-EBBCBB13035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F95F29-FB6D-4761-99C8-DA429AD20C1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A7D08-2ADA-409F-A1CB-97F706E3EF17}"/>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6" name="Footer Placeholder 5">
            <a:extLst>
              <a:ext uri="{FF2B5EF4-FFF2-40B4-BE49-F238E27FC236}">
                <a16:creationId xmlns:a16="http://schemas.microsoft.com/office/drawing/2014/main" id="{0B2F1B3D-E61F-4D53-BDFB-E3437CDC4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73373-8838-412E-9568-B6F3028227D9}"/>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979296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FF64-89EB-44E6-86B5-7B27C6717D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F429DB-0D51-4399-83D0-4FFAB711E1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F3D0391-A610-4A0D-A8CB-3491ED3D889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8122E4-AB58-4098-BD9F-213A67117D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DEC52BA-D672-426B-B483-894D3ED2497E}"/>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E527F7-4B74-4554-884A-FB231132C337}"/>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8" name="Footer Placeholder 7">
            <a:extLst>
              <a:ext uri="{FF2B5EF4-FFF2-40B4-BE49-F238E27FC236}">
                <a16:creationId xmlns:a16="http://schemas.microsoft.com/office/drawing/2014/main" id="{530E72D9-1445-4943-9B25-6832F48632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EB291C-C1F1-42F3-965A-0C995AB7D983}"/>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130325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07E82-32B4-47A1-B6CA-785161EEED6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08BDEEA-95DD-419F-BF88-19AB46AE126E}"/>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4" name="Footer Placeholder 3">
            <a:extLst>
              <a:ext uri="{FF2B5EF4-FFF2-40B4-BE49-F238E27FC236}">
                <a16:creationId xmlns:a16="http://schemas.microsoft.com/office/drawing/2014/main" id="{9E145185-8431-4912-B5FD-AE77D284AA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1D84BB-F313-44C3-AB54-0EDFCB8F2661}"/>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6507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227EDC-EF56-4676-8F39-2A3EF3F9ED6A}"/>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3" name="Footer Placeholder 2">
            <a:extLst>
              <a:ext uri="{FF2B5EF4-FFF2-40B4-BE49-F238E27FC236}">
                <a16:creationId xmlns:a16="http://schemas.microsoft.com/office/drawing/2014/main" id="{59CF321A-B98E-47D6-AD64-6B412EA50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E9998B-28EA-4475-9B6B-FD935192589A}"/>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3069413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D57B-372C-4DBF-9BB4-0B48EA395E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1B072D9-0C0A-4F66-96F9-24C903D013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44ECF4-85E3-4E0B-B490-3344908A5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DECFF65-8EB0-494C-936D-C95B065CFF83}"/>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6" name="Footer Placeholder 5">
            <a:extLst>
              <a:ext uri="{FF2B5EF4-FFF2-40B4-BE49-F238E27FC236}">
                <a16:creationId xmlns:a16="http://schemas.microsoft.com/office/drawing/2014/main" id="{FC50F502-E9ED-453C-9B61-8124DFEF5A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33A9A0-C61D-41F2-B679-CD7F04936AC6}"/>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0542397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D07E9-D3F0-452E-80D4-597A353514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41C43B-D675-4917-A9EF-E528664F68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8E06E3-D305-40AB-9571-074742C96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DFAEA7E-F9A7-49A3-8738-1039AB5C341A}"/>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6" name="Footer Placeholder 5">
            <a:extLst>
              <a:ext uri="{FF2B5EF4-FFF2-40B4-BE49-F238E27FC236}">
                <a16:creationId xmlns:a16="http://schemas.microsoft.com/office/drawing/2014/main" id="{9905AED5-C5D0-4810-BA7C-03FC69E7C1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7FE42F-56B0-4A79-840C-6E8176347447}"/>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1167202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2F2DE-CCA7-4AF0-B168-9549D3474D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3E13A90-466F-43FE-8848-69EE72644AE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F5C92A-49EB-4724-9C3E-4A92B634E218}"/>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12422649-DA64-4197-B4C8-EB9192A609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90C18-6FFD-4B93-BC29-90E801779EE5}"/>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1943900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401469-AA05-4B42-98DC-0F7DDAC0D7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0FDF109-0F2C-410E-A8F0-611AF558BA9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3E397-A710-484C-920A-FE616831C8D1}"/>
              </a:ext>
            </a:extLst>
          </p:cNvPr>
          <p:cNvSpPr>
            <a:spLocks noGrp="1"/>
          </p:cNvSpPr>
          <p:nvPr>
            <p:ph type="dt" sz="half" idx="10"/>
          </p:nvPr>
        </p:nvSpPr>
        <p:spPr/>
        <p:txBody>
          <a:body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AA41BB1E-706D-42ED-9253-3747257793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D1F13-B284-42D2-A1B4-3BCB571293CF}"/>
              </a:ext>
            </a:extLst>
          </p:cNvPr>
          <p:cNvSpPr>
            <a:spLocks noGrp="1"/>
          </p:cNvSpPr>
          <p:nvPr>
            <p:ph type="sldNum" sz="quarter" idx="12"/>
          </p:nvPr>
        </p:nvSpPr>
        <p:spPr/>
        <p:txBody>
          <a:bodyPr/>
          <a:lstStyle/>
          <a:p>
            <a:fld id="{17004131-7426-42F3-A5A3-E69B7FEC648B}" type="slidenum">
              <a:rPr lang="en-US" smtClean="0"/>
              <a:t>‹#›</a:t>
            </a:fld>
            <a:endParaRPr lang="en-US"/>
          </a:p>
        </p:txBody>
      </p:sp>
    </p:spTree>
    <p:extLst>
      <p:ext uri="{BB962C8B-B14F-4D97-AF65-F5344CB8AC3E}">
        <p14:creationId xmlns:p14="http://schemas.microsoft.com/office/powerpoint/2010/main" val="293739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65684D-D4B3-480D-ABD4-D6BDD292DB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C015F87-4ADC-4EDD-99BC-AC03B6A55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9D0921-D5F7-4B9E-ABCE-CC7FF9F106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ACC6EE-416E-410F-B2A7-A32E518622CD}" type="datetimeFigureOut">
              <a:rPr lang="en-US" smtClean="0"/>
              <a:t>1/30/26</a:t>
            </a:fld>
            <a:endParaRPr lang="en-US"/>
          </a:p>
        </p:txBody>
      </p:sp>
      <p:sp>
        <p:nvSpPr>
          <p:cNvPr id="5" name="Footer Placeholder 4">
            <a:extLst>
              <a:ext uri="{FF2B5EF4-FFF2-40B4-BE49-F238E27FC236}">
                <a16:creationId xmlns:a16="http://schemas.microsoft.com/office/drawing/2014/main" id="{967F4925-9B04-44C7-BAAE-B246480764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7829EF7-5998-472C-9D9D-D761D0FC78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004131-7426-42F3-A5A3-E69B7FEC648B}" type="slidenum">
              <a:rPr lang="en-US" smtClean="0"/>
              <a:t>‹#›</a:t>
            </a:fld>
            <a:endParaRPr lang="en-US"/>
          </a:p>
        </p:txBody>
      </p:sp>
    </p:spTree>
    <p:extLst>
      <p:ext uri="{BB962C8B-B14F-4D97-AF65-F5344CB8AC3E}">
        <p14:creationId xmlns:p14="http://schemas.microsoft.com/office/powerpoint/2010/main" val="25592009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oogle.com/about/datacenters/efficiency/" TargetMode="Externa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google.com/about/datacenters/efficiency/"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670.png"/><Relationship Id="rId70" Type="http://schemas.openxmlformats.org/officeDocument/2006/relationships/image" Target="../media/image156.png"/><Relationship Id="rId1" Type="http://schemas.openxmlformats.org/officeDocument/2006/relationships/slideLayout" Target="../slideLayouts/slideLayout2.xml"/><Relationship Id="rId5" Type="http://schemas.openxmlformats.org/officeDocument/2006/relationships/customXml" Target="../ink/ink3.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68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ustomXml" Target="../ink/ink4.xml"/><Relationship Id="rId46" Type="http://schemas.openxmlformats.org/officeDocument/2006/relationships/image" Target="../media/image30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39.png"/><Relationship Id="rId4" Type="http://schemas.openxmlformats.org/officeDocument/2006/relationships/customXml" Target="../ink/ink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50D7C-6A77-4E12-8179-E15BB378D8F4}"/>
              </a:ext>
            </a:extLst>
          </p:cNvPr>
          <p:cNvSpPr>
            <a:spLocks noGrp="1"/>
          </p:cNvSpPr>
          <p:nvPr>
            <p:ph type="ctrTitle"/>
          </p:nvPr>
        </p:nvSpPr>
        <p:spPr/>
        <p:txBody>
          <a:bodyPr/>
          <a:lstStyle/>
          <a:p>
            <a:r>
              <a:rPr lang="en-US" dirty="0"/>
              <a:t>Green Computing</a:t>
            </a:r>
          </a:p>
        </p:txBody>
      </p:sp>
      <p:sp>
        <p:nvSpPr>
          <p:cNvPr id="3" name="Subtitle 2">
            <a:extLst>
              <a:ext uri="{FF2B5EF4-FFF2-40B4-BE49-F238E27FC236}">
                <a16:creationId xmlns:a16="http://schemas.microsoft.com/office/drawing/2014/main" id="{D6972774-2872-469E-9DCB-34B27F4052AC}"/>
              </a:ext>
            </a:extLst>
          </p:cNvPr>
          <p:cNvSpPr>
            <a:spLocks noGrp="1"/>
          </p:cNvSpPr>
          <p:nvPr>
            <p:ph type="subTitle" idx="1"/>
          </p:nvPr>
        </p:nvSpPr>
        <p:spPr/>
        <p:txBody>
          <a:bodyPr/>
          <a:lstStyle/>
          <a:p>
            <a:r>
              <a:rPr lang="en-US" dirty="0"/>
              <a:t>Sugata Gangopadhyay</a:t>
            </a:r>
          </a:p>
        </p:txBody>
      </p:sp>
    </p:spTree>
    <p:extLst>
      <p:ext uri="{BB962C8B-B14F-4D97-AF65-F5344CB8AC3E}">
        <p14:creationId xmlns:p14="http://schemas.microsoft.com/office/powerpoint/2010/main" val="4233724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8F78-3EE5-4AFA-8802-99F3FD4B5DC9}"/>
              </a:ext>
            </a:extLst>
          </p:cNvPr>
          <p:cNvSpPr>
            <a:spLocks noGrp="1"/>
          </p:cNvSpPr>
          <p:nvPr>
            <p:ph type="title"/>
          </p:nvPr>
        </p:nvSpPr>
        <p:spPr/>
        <p:txBody>
          <a:bodyPr/>
          <a:lstStyle/>
          <a:p>
            <a:r>
              <a:rPr lang="en-US" b="1" dirty="0"/>
              <a:t>Green Computing Overview (1/2)</a:t>
            </a:r>
            <a:endParaRPr lang="en-US" dirty="0"/>
          </a:p>
        </p:txBody>
      </p:sp>
      <p:sp>
        <p:nvSpPr>
          <p:cNvPr id="3" name="Content Placeholder 2">
            <a:extLst>
              <a:ext uri="{FF2B5EF4-FFF2-40B4-BE49-F238E27FC236}">
                <a16:creationId xmlns:a16="http://schemas.microsoft.com/office/drawing/2014/main" id="{6B851FB7-160E-44CC-A053-EFFA5331C5A2}"/>
              </a:ext>
            </a:extLst>
          </p:cNvPr>
          <p:cNvSpPr>
            <a:spLocks noGrp="1"/>
          </p:cNvSpPr>
          <p:nvPr>
            <p:ph idx="1"/>
          </p:nvPr>
        </p:nvSpPr>
        <p:spPr/>
        <p:txBody>
          <a:bodyPr/>
          <a:lstStyle/>
          <a:p>
            <a:r>
              <a:rPr lang="en-US" b="1" dirty="0"/>
              <a:t>Definition</a:t>
            </a:r>
            <a:r>
              <a:rPr lang="en-US" dirty="0"/>
              <a:t>: Green computing involves the design, development, and implementation of computing technologies and practices to minimize environmental impact.</a:t>
            </a:r>
          </a:p>
          <a:p>
            <a:pPr marL="0" indent="0">
              <a:buNone/>
            </a:pPr>
            <a:endParaRPr lang="en-US" dirty="0"/>
          </a:p>
          <a:p>
            <a:r>
              <a:rPr lang="en-US" b="1" dirty="0"/>
              <a:t>Goals</a:t>
            </a:r>
            <a:r>
              <a:rPr lang="en-US" dirty="0"/>
              <a:t>:</a:t>
            </a:r>
          </a:p>
          <a:p>
            <a:pPr lvl="1"/>
            <a:r>
              <a:rPr lang="en-US" dirty="0"/>
              <a:t>Reduce energy consumption.</a:t>
            </a:r>
          </a:p>
          <a:p>
            <a:pPr lvl="1"/>
            <a:r>
              <a:rPr lang="en-US" dirty="0"/>
              <a:t>Decrease electronic waste.</a:t>
            </a:r>
          </a:p>
          <a:p>
            <a:pPr lvl="1"/>
            <a:r>
              <a:rPr lang="en-US" dirty="0"/>
              <a:t>Promote sustainability in technology use and manufacturing.</a:t>
            </a:r>
          </a:p>
          <a:p>
            <a:pPr marL="0" indent="0">
              <a:buNone/>
            </a:pPr>
            <a:br>
              <a:rPr lang="en-US" dirty="0"/>
            </a:br>
            <a:endParaRPr lang="en-US" dirty="0"/>
          </a:p>
        </p:txBody>
      </p:sp>
    </p:spTree>
    <p:extLst>
      <p:ext uri="{BB962C8B-B14F-4D97-AF65-F5344CB8AC3E}">
        <p14:creationId xmlns:p14="http://schemas.microsoft.com/office/powerpoint/2010/main" val="3607713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A0094-3364-4BC9-9F36-67CFA755ED7C}"/>
              </a:ext>
            </a:extLst>
          </p:cNvPr>
          <p:cNvSpPr>
            <a:spLocks noGrp="1"/>
          </p:cNvSpPr>
          <p:nvPr>
            <p:ph type="title"/>
          </p:nvPr>
        </p:nvSpPr>
        <p:spPr/>
        <p:txBody>
          <a:bodyPr/>
          <a:lstStyle/>
          <a:p>
            <a:r>
              <a:rPr lang="en-US" b="1" dirty="0"/>
              <a:t>Green Computing Overview (2/2)</a:t>
            </a:r>
            <a:endParaRPr lang="en-US" dirty="0"/>
          </a:p>
        </p:txBody>
      </p:sp>
      <p:sp>
        <p:nvSpPr>
          <p:cNvPr id="3" name="Content Placeholder 2">
            <a:extLst>
              <a:ext uri="{FF2B5EF4-FFF2-40B4-BE49-F238E27FC236}">
                <a16:creationId xmlns:a16="http://schemas.microsoft.com/office/drawing/2014/main" id="{7A1F1667-7BCC-431E-B4BA-6C5C61EDCF1F}"/>
              </a:ext>
            </a:extLst>
          </p:cNvPr>
          <p:cNvSpPr>
            <a:spLocks noGrp="1"/>
          </p:cNvSpPr>
          <p:nvPr>
            <p:ph idx="1"/>
          </p:nvPr>
        </p:nvSpPr>
        <p:spPr/>
        <p:txBody>
          <a:bodyPr/>
          <a:lstStyle/>
          <a:p>
            <a:r>
              <a:rPr lang="en-US" b="1" dirty="0"/>
              <a:t>Examples</a:t>
            </a:r>
            <a:r>
              <a:rPr lang="en-US" dirty="0"/>
              <a:t>:</a:t>
            </a:r>
          </a:p>
          <a:p>
            <a:pPr lvl="1"/>
            <a:r>
              <a:rPr lang="en-US" dirty="0"/>
              <a:t>Cloud computing to optimize resources.</a:t>
            </a:r>
          </a:p>
          <a:p>
            <a:pPr lvl="1"/>
            <a:r>
              <a:rPr lang="en-US" dirty="0"/>
              <a:t>Energy-efficient processors and hardware.</a:t>
            </a:r>
          </a:p>
          <a:p>
            <a:pPr lvl="1"/>
            <a:r>
              <a:rPr lang="en-US" dirty="0"/>
              <a:t>Virtualization for reducing physical server needs.</a:t>
            </a:r>
          </a:p>
          <a:p>
            <a:endParaRPr lang="en-US" dirty="0"/>
          </a:p>
        </p:txBody>
      </p:sp>
    </p:spTree>
    <p:extLst>
      <p:ext uri="{BB962C8B-B14F-4D97-AF65-F5344CB8AC3E}">
        <p14:creationId xmlns:p14="http://schemas.microsoft.com/office/powerpoint/2010/main" val="3989857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41554-2FBF-452C-BF32-E1935903DA4C}"/>
              </a:ext>
            </a:extLst>
          </p:cNvPr>
          <p:cNvSpPr>
            <a:spLocks noGrp="1"/>
          </p:cNvSpPr>
          <p:nvPr>
            <p:ph type="title"/>
          </p:nvPr>
        </p:nvSpPr>
        <p:spPr/>
        <p:txBody>
          <a:bodyPr/>
          <a:lstStyle/>
          <a:p>
            <a:r>
              <a:rPr lang="en-US" b="1" dirty="0"/>
              <a:t>Moore's Law</a:t>
            </a:r>
            <a:endParaRPr lang="en-US" dirty="0"/>
          </a:p>
        </p:txBody>
      </p:sp>
      <p:sp>
        <p:nvSpPr>
          <p:cNvPr id="3" name="Content Placeholder 2">
            <a:extLst>
              <a:ext uri="{FF2B5EF4-FFF2-40B4-BE49-F238E27FC236}">
                <a16:creationId xmlns:a16="http://schemas.microsoft.com/office/drawing/2014/main" id="{97BE2182-FDD0-4CA6-9509-2BAC929AD5C2}"/>
              </a:ext>
            </a:extLst>
          </p:cNvPr>
          <p:cNvSpPr>
            <a:spLocks noGrp="1"/>
          </p:cNvSpPr>
          <p:nvPr>
            <p:ph idx="1"/>
          </p:nvPr>
        </p:nvSpPr>
        <p:spPr/>
        <p:txBody>
          <a:bodyPr/>
          <a:lstStyle/>
          <a:p>
            <a:r>
              <a:rPr lang="en-US" dirty="0"/>
              <a:t>Moore's Law is named after Gordon E. Moore, a co-founder of Intel Corporation, who observed in a 1965 paper that the number of transistors on an integrated circuit (IC) doubles approximately every two years while the cost per transistor decreases. This observation has since become a guiding principle for the semiconductor industry and is often extended to imply the exponential growth of computational power over time.</a:t>
            </a:r>
          </a:p>
        </p:txBody>
      </p:sp>
    </p:spTree>
    <p:extLst>
      <p:ext uri="{BB962C8B-B14F-4D97-AF65-F5344CB8AC3E}">
        <p14:creationId xmlns:p14="http://schemas.microsoft.com/office/powerpoint/2010/main" val="1023415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(1/3)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Miniaturization and Energy Efficiency</a:t>
            </a:r>
            <a:r>
              <a:rPr lang="en-US" dirty="0"/>
              <a:t>: As transistors become smaller, they consume less power while providing higher performance. This reduction in size and energy usage has enabled more energy-efficient devices and systems.</a:t>
            </a:r>
          </a:p>
          <a:p>
            <a:pPr marL="0" indent="0">
              <a:buNone/>
            </a:pPr>
            <a:endParaRPr lang="en-US" dirty="0"/>
          </a:p>
          <a:p>
            <a:r>
              <a:rPr lang="en-US" b="1" dirty="0"/>
              <a:t>Power-Performance Trade-Off: </a:t>
            </a:r>
            <a:r>
              <a:rPr lang="en-US" dirty="0"/>
              <a:t>Moore's Law has supported the development of processors that perform more computations per watt of energy, which is critical for applications where energy is constrained, such as mobile devices and embedded systems.</a:t>
            </a:r>
          </a:p>
        </p:txBody>
      </p:sp>
    </p:spTree>
    <p:extLst>
      <p:ext uri="{BB962C8B-B14F-4D97-AF65-F5344CB8AC3E}">
        <p14:creationId xmlns:p14="http://schemas.microsoft.com/office/powerpoint/2010/main" val="2502423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(2/3)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Thermal Management</a:t>
            </a:r>
            <a:r>
              <a:rPr lang="en-US" dirty="0"/>
              <a:t>: Smaller, more efficient transistors generate less heat, enabling the design of compact, high-performance devices without excessive cooling requirements.</a:t>
            </a:r>
          </a:p>
          <a:p>
            <a:endParaRPr lang="en-US" dirty="0"/>
          </a:p>
          <a:p>
            <a:r>
              <a:rPr lang="en-US" b="1" dirty="0"/>
              <a:t>Advancements in Battery-Powered </a:t>
            </a:r>
            <a:r>
              <a:rPr lang="en-US" b="1" dirty="0" err="1"/>
              <a:t>Devices</a:t>
            </a:r>
            <a:r>
              <a:rPr lang="en-US" dirty="0" err="1"/>
              <a:t>:Energy-efficient</a:t>
            </a:r>
            <a:r>
              <a:rPr lang="en-US" dirty="0"/>
              <a:t> computing has allowed for longer battery life in portable devices like smartphones, laptops, and IoT devices, supporting the growth of mobile and edge computing.</a:t>
            </a:r>
          </a:p>
        </p:txBody>
      </p:sp>
    </p:spTree>
    <p:extLst>
      <p:ext uri="{BB962C8B-B14F-4D97-AF65-F5344CB8AC3E}">
        <p14:creationId xmlns:p14="http://schemas.microsoft.com/office/powerpoint/2010/main" val="1971041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7291-8B75-424B-8516-6D149C1D9510}"/>
              </a:ext>
            </a:extLst>
          </p:cNvPr>
          <p:cNvSpPr>
            <a:spLocks noGrp="1"/>
          </p:cNvSpPr>
          <p:nvPr>
            <p:ph type="title"/>
          </p:nvPr>
        </p:nvSpPr>
        <p:spPr/>
        <p:txBody>
          <a:bodyPr/>
          <a:lstStyle/>
          <a:p>
            <a:r>
              <a:rPr lang="en-US" dirty="0"/>
              <a:t>Significance of Moore's Law in Energy-Efficient Computing (3/3)</a:t>
            </a:r>
          </a:p>
        </p:txBody>
      </p:sp>
      <p:sp>
        <p:nvSpPr>
          <p:cNvPr id="3" name="Content Placeholder 2">
            <a:extLst>
              <a:ext uri="{FF2B5EF4-FFF2-40B4-BE49-F238E27FC236}">
                <a16:creationId xmlns:a16="http://schemas.microsoft.com/office/drawing/2014/main" id="{0DB8B101-60E8-4EF4-809F-82FB36D99A77}"/>
              </a:ext>
            </a:extLst>
          </p:cNvPr>
          <p:cNvSpPr>
            <a:spLocks noGrp="1"/>
          </p:cNvSpPr>
          <p:nvPr>
            <p:ph idx="1"/>
          </p:nvPr>
        </p:nvSpPr>
        <p:spPr/>
        <p:txBody>
          <a:bodyPr/>
          <a:lstStyle/>
          <a:p>
            <a:r>
              <a:rPr lang="en-US" b="1" dirty="0"/>
              <a:t>Sustainability and Green Computing</a:t>
            </a:r>
            <a:r>
              <a:rPr lang="en-US" dirty="0"/>
              <a:t>: By driving innovations in energy-efficient chips, Moore's Law has contributed to reducing the carbon footprint of computing infrastructure, which is important for data centers and large-scale computing environments.</a:t>
            </a:r>
          </a:p>
          <a:p>
            <a:pPr marL="0" indent="0">
              <a:buNone/>
            </a:pPr>
            <a:endParaRPr lang="en-US" dirty="0"/>
          </a:p>
          <a:p>
            <a:r>
              <a:rPr lang="en-US" b="1" dirty="0"/>
              <a:t>Enabling New Technologies</a:t>
            </a:r>
            <a:r>
              <a:rPr lang="en-US" dirty="0"/>
              <a:t>: The energy efficiency enabled by Moore's Law has been pivotal for emerging technologies such as artificial intelligence (AI), quantum computing, and wearable tech, which rely on powerful yet efficient computation. </a:t>
            </a:r>
          </a:p>
        </p:txBody>
      </p:sp>
    </p:spTree>
    <p:extLst>
      <p:ext uri="{BB962C8B-B14F-4D97-AF65-F5344CB8AC3E}">
        <p14:creationId xmlns:p14="http://schemas.microsoft.com/office/powerpoint/2010/main" val="707856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C1B21-DB8A-4576-8997-6FFE0D76DEC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6CAFFA33-D2B4-4556-9FB3-324AFAD0600D}"/>
              </a:ext>
            </a:extLst>
          </p:cNvPr>
          <p:cNvSpPr>
            <a:spLocks noGrp="1"/>
          </p:cNvSpPr>
          <p:nvPr>
            <p:ph idx="1"/>
          </p:nvPr>
        </p:nvSpPr>
        <p:spPr/>
        <p:txBody>
          <a:bodyPr/>
          <a:lstStyle/>
          <a:p>
            <a:r>
              <a:rPr lang="en-US" dirty="0"/>
              <a:t>While Moore's Law has faced challenges due to physical and economic limitations in recent years, its principles have inspired alternative approaches, such as 3D chip architectures, specialized processors (e.g., GPUs and TPUs), and advanced materials, to continue improving energy-efficient computing.</a:t>
            </a:r>
          </a:p>
        </p:txBody>
      </p:sp>
    </p:spTree>
    <p:extLst>
      <p:ext uri="{BB962C8B-B14F-4D97-AF65-F5344CB8AC3E}">
        <p14:creationId xmlns:p14="http://schemas.microsoft.com/office/powerpoint/2010/main" val="527888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EA56-8F33-46F2-BA22-CE90D84A60E9}"/>
              </a:ext>
            </a:extLst>
          </p:cNvPr>
          <p:cNvSpPr>
            <a:spLocks noGrp="1"/>
          </p:cNvSpPr>
          <p:nvPr>
            <p:ph type="title"/>
          </p:nvPr>
        </p:nvSpPr>
        <p:spPr/>
        <p:txBody>
          <a:bodyPr/>
          <a:lstStyle/>
          <a:p>
            <a:r>
              <a:rPr lang="en-US" dirty="0"/>
              <a:t>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51F1B-5CB4-4C31-9FDA-73721CD57042}"/>
                  </a:ext>
                </a:extLst>
              </p:cNvPr>
              <p:cNvSpPr>
                <a:spLocks noGrp="1"/>
              </p:cNvSpPr>
              <p:nvPr>
                <p:ph idx="1"/>
              </p:nvPr>
            </p:nvSpPr>
            <p:spPr/>
            <p:txBody>
              <a:bodyPr>
                <a:normAutofit fontScale="85000" lnSpcReduction="20000"/>
              </a:bodyPr>
              <a:lstStyle/>
              <a:p>
                <a:r>
                  <a:rPr lang="en-US" b="1" dirty="0"/>
                  <a:t>Amdahl's Law</a:t>
                </a:r>
                <a:r>
                  <a:rPr lang="en-US" dirty="0"/>
                  <a:t> is named after </a:t>
                </a:r>
                <a:r>
                  <a:rPr lang="en-US" b="1" dirty="0"/>
                  <a:t>Gene Amdahl</a:t>
                </a:r>
                <a:r>
                  <a:rPr lang="en-US" dirty="0"/>
                  <a:t>, a computer scientist who introduced it in 1967. Amdahl's Law is a formula that predicts the theoretical speedup of a computational task when only part of the task can be parallelized. It is expressed as: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dirty="0"/>
                </a:br>
                <a:r>
                  <a:rPr lang="en-US" dirty="0"/>
                  <a:t>where </a:t>
                </a:r>
                <a:endParaRPr lang="en-US" b="0" i="1"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𝑆</m:t>
                    </m:r>
                  </m:oMath>
                </a14:m>
                <a:r>
                  <a:rPr lang="en-US" dirty="0"/>
                  <a:t> is the speedup</a:t>
                </a:r>
              </a:p>
              <a:p>
                <a:pPr lvl="1"/>
                <a14:m>
                  <m:oMath xmlns:m="http://schemas.openxmlformats.org/officeDocument/2006/math">
                    <m:r>
                      <a:rPr lang="en-US" b="0" i="1" smtClean="0">
                        <a:latin typeface="Cambria Math" panose="02040503050406030204" pitchFamily="18" charset="0"/>
                      </a:rPr>
                      <m:t>𝑃</m:t>
                    </m:r>
                  </m:oMath>
                </a14:m>
                <a:r>
                  <a:rPr lang="en-US" dirty="0"/>
                  <a:t> is the proportion of the program that can be parallelized</a:t>
                </a:r>
              </a:p>
              <a:p>
                <a:pPr lvl="1"/>
                <a14:m>
                  <m:oMath xmlns:m="http://schemas.openxmlformats.org/officeDocument/2006/math">
                    <m:r>
                      <a:rPr lang="en-US" b="0" i="1" smtClean="0">
                        <a:latin typeface="Cambria Math" panose="02040503050406030204" pitchFamily="18" charset="0"/>
                      </a:rPr>
                      <m:t>𝑁</m:t>
                    </m:r>
                  </m:oMath>
                </a14:m>
                <a:r>
                  <a:rPr lang="en-US" dirty="0"/>
                  <a:t> is the number of processing units (e.g., cores)</a:t>
                </a:r>
              </a:p>
              <a:p>
                <a:r>
                  <a:rPr lang="en-US" dirty="0"/>
                  <a:t>Amdahl's Law highlights the diminishing returns in performance improvement as more processors are added, given that certain parts of a program are inherently sequential.</a:t>
                </a:r>
                <a:br>
                  <a:rPr lang="en-US" dirty="0"/>
                </a:br>
                <a:endParaRPr lang="en-US" dirty="0"/>
              </a:p>
            </p:txBody>
          </p:sp>
        </mc:Choice>
        <mc:Fallback xmlns="">
          <p:sp>
            <p:nvSpPr>
              <p:cNvPr id="3" name="Content Placeholder 2">
                <a:extLst>
                  <a:ext uri="{FF2B5EF4-FFF2-40B4-BE49-F238E27FC236}">
                    <a16:creationId xmlns:a16="http://schemas.microsoft.com/office/drawing/2014/main" id="{9F951F1B-5CB4-4C31-9FDA-73721CD57042}"/>
                  </a:ext>
                </a:extLst>
              </p:cNvPr>
              <p:cNvSpPr>
                <a:spLocks noGrp="1" noRot="1" noChangeAspect="1" noMove="1" noResize="1" noEditPoints="1" noAdjustHandles="1" noChangeArrowheads="1" noChangeShapeType="1" noTextEdit="1"/>
              </p:cNvSpPr>
              <p:nvPr>
                <p:ph idx="1"/>
              </p:nvPr>
            </p:nvSpPr>
            <p:spPr>
              <a:blipFill>
                <a:blip r:embed="rId2"/>
                <a:stretch>
                  <a:fillRect l="-812" t="-3221" r="-115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7389955-3818-4E47-89C8-68CA36ED335D}"/>
                  </a:ext>
                </a:extLst>
              </p14:cNvPr>
              <p14:cNvContentPartPr/>
              <p14:nvPr/>
            </p14:nvContentPartPr>
            <p14:xfrm>
              <a:off x="518867" y="1985507"/>
              <a:ext cx="1440" cy="360"/>
            </p14:xfrm>
          </p:contentPart>
        </mc:Choice>
        <mc:Fallback xmlns="">
          <p:pic>
            <p:nvPicPr>
              <p:cNvPr id="4" name="Ink 3">
                <a:extLst>
                  <a:ext uri="{FF2B5EF4-FFF2-40B4-BE49-F238E27FC236}">
                    <a16:creationId xmlns:a16="http://schemas.microsoft.com/office/drawing/2014/main" id="{97389955-3818-4E47-89C8-68CA36ED335D}"/>
                  </a:ext>
                </a:extLst>
              </p:cNvPr>
              <p:cNvPicPr/>
              <p:nvPr/>
            </p:nvPicPr>
            <p:blipFill>
              <a:blip r:embed="rId4"/>
              <a:stretch>
                <a:fillRect/>
              </a:stretch>
            </p:blipFill>
            <p:spPr>
              <a:xfrm>
                <a:off x="501227" y="1967867"/>
                <a:ext cx="37080" cy="36000"/>
              </a:xfrm>
              <a:prstGeom prst="rect">
                <a:avLst/>
              </a:prstGeom>
            </p:spPr>
          </p:pic>
        </mc:Fallback>
      </mc:AlternateContent>
    </p:spTree>
    <p:extLst>
      <p:ext uri="{BB962C8B-B14F-4D97-AF65-F5344CB8AC3E}">
        <p14:creationId xmlns:p14="http://schemas.microsoft.com/office/powerpoint/2010/main" val="3494567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b="1" dirty="0"/>
              <a:t>Optimal Resource Utilization</a:t>
            </a:r>
            <a:r>
              <a:rPr lang="en-US" dirty="0"/>
              <a:t>: Amdahl's Law helps identify the diminishing returns of adding more processors or computational resources. By avoiding overprovisioning, it aids in designing energy-efficient systems that do not waste power on redundant parallelism.</a:t>
            </a:r>
          </a:p>
          <a:p>
            <a:r>
              <a:rPr lang="en-US" b="1" dirty="0"/>
              <a:t>Workload Analysis</a:t>
            </a:r>
            <a:r>
              <a:rPr lang="en-US" dirty="0"/>
              <a:t>: By understanding the balance between sequential and parallelizable tasks, developers can focus on optimizing energy usage for the most critical parts of the computation. </a:t>
            </a:r>
          </a:p>
        </p:txBody>
      </p:sp>
    </p:spTree>
    <p:extLst>
      <p:ext uri="{BB962C8B-B14F-4D97-AF65-F5344CB8AC3E}">
        <p14:creationId xmlns:p14="http://schemas.microsoft.com/office/powerpoint/2010/main" val="143518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b="1" dirty="0"/>
              <a:t>Energy-Performance Trade-Offs</a:t>
            </a:r>
            <a:r>
              <a:rPr lang="en-US" dirty="0"/>
              <a:t>: Increasing the number of processors increases energy consumption, but Amdahl's Law reveals the point where adding more processors has minimal impact on performance. This understanding leads to better energy-efficient designs.</a:t>
            </a:r>
          </a:p>
          <a:p>
            <a:r>
              <a:rPr lang="en-US" b="1" dirty="0"/>
              <a:t>System </a:t>
            </a:r>
            <a:r>
              <a:rPr lang="en-US" b="1" dirty="0" err="1"/>
              <a:t>Scalability</a:t>
            </a:r>
            <a:r>
              <a:rPr lang="en-US" dirty="0" err="1"/>
              <a:t>:It</a:t>
            </a:r>
            <a:r>
              <a:rPr lang="en-US" dirty="0"/>
              <a:t> guides the development of scalable systems where performance gains are proportionate to energy costs, especially for large-scale parallel systems such as supercomputers and data centers. </a:t>
            </a:r>
          </a:p>
        </p:txBody>
      </p:sp>
    </p:spTree>
    <p:extLst>
      <p:ext uri="{BB962C8B-B14F-4D97-AF65-F5344CB8AC3E}">
        <p14:creationId xmlns:p14="http://schemas.microsoft.com/office/powerpoint/2010/main" val="1189520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normAutofit lnSpcReduction="10000"/>
          </a:bodyPr>
          <a:lstStyle/>
          <a:p>
            <a:r>
              <a:rPr lang="en-US" b="1" dirty="0"/>
              <a:t>Design of Specialized Hardware</a:t>
            </a:r>
            <a:r>
              <a:rPr lang="en-US" dirty="0"/>
              <a:t>: Amdahl's Law informs decisions about integrating specialized accelerators, such as GPUs or TPUs, to optimize parallel portions of workloads while ensuring energy efficiency.</a:t>
            </a:r>
          </a:p>
          <a:p>
            <a:r>
              <a:rPr lang="en-US" b="1" dirty="0"/>
              <a:t>Focus on Sequential Optimization</a:t>
            </a:r>
            <a:r>
              <a:rPr lang="en-US" dirty="0"/>
              <a:t>: Since the sequential portion of tasks imposes a hard limit on speedup, optimizing these bottlenecks often yields significant energy efficiency gains.</a:t>
            </a:r>
          </a:p>
          <a:p>
            <a:r>
              <a:rPr lang="en-US" b="1" dirty="0"/>
              <a:t>Energy-Aware Parallelism</a:t>
            </a:r>
            <a:r>
              <a:rPr lang="en-US" dirty="0"/>
              <a:t>: Amdahl’s insights encourage careful balancing of the degree of parallelism against energy overheads, particularly in systems with constrained power budgets, such as mobile and edge computing devices.</a:t>
            </a:r>
          </a:p>
        </p:txBody>
      </p:sp>
    </p:spTree>
    <p:extLst>
      <p:ext uri="{BB962C8B-B14F-4D97-AF65-F5344CB8AC3E}">
        <p14:creationId xmlns:p14="http://schemas.microsoft.com/office/powerpoint/2010/main" val="2308686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Significance of Amdahl's Law in Energy-Efficient Computing</a:t>
            </a:r>
          </a:p>
        </p:txBody>
      </p:sp>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lstStyle/>
          <a:p>
            <a:r>
              <a:rPr lang="en-US" dirty="0"/>
              <a:t>Amdahl's Law complements energy-efficient computing by providing a framework for assessing the trade-offs between performance improvements and energy costs in parallel and hybrid computational systems. It emphasizes that smarter design, rather than merely adding resources, is crucial for achieving sustainable computing.</a:t>
            </a:r>
          </a:p>
        </p:txBody>
      </p:sp>
    </p:spTree>
    <p:extLst>
      <p:ext uri="{BB962C8B-B14F-4D97-AF65-F5344CB8AC3E}">
        <p14:creationId xmlns:p14="http://schemas.microsoft.com/office/powerpoint/2010/main" val="430422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1D28D-2BC3-4F99-A18A-1011740C214D}"/>
              </a:ext>
            </a:extLst>
          </p:cNvPr>
          <p:cNvSpPr>
            <a:spLocks noGrp="1"/>
          </p:cNvSpPr>
          <p:nvPr>
            <p:ph type="title"/>
          </p:nvPr>
        </p:nvSpPr>
        <p:spPr/>
        <p:txBody>
          <a:bodyPr/>
          <a:lstStyle/>
          <a:p>
            <a:r>
              <a:rPr lang="en-US" dirty="0"/>
              <a:t>Problem 1 (Application of Moore’s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1F54D9-7DA6-48AE-84A8-0B429F1C65CD}"/>
                  </a:ext>
                </a:extLst>
              </p:cNvPr>
              <p:cNvSpPr>
                <a:spLocks noGrp="1"/>
              </p:cNvSpPr>
              <p:nvPr>
                <p:ph idx="1"/>
              </p:nvPr>
            </p:nvSpPr>
            <p:spPr/>
            <p:txBody>
              <a:bodyPr>
                <a:normAutofit/>
              </a:bodyPr>
              <a:lstStyle/>
              <a:p>
                <a:r>
                  <a:rPr lang="en-US" dirty="0"/>
                  <a:t>A processor has 1 billion transistors in 2020. According to Moore's Law, the number of transistors doubles every two years.</a:t>
                </a:r>
              </a:p>
              <a:p>
                <a:pPr lvl="1"/>
                <a:r>
                  <a:rPr lang="en-US" dirty="0"/>
                  <a:t>How many transistors will the processor have in 2024?</a:t>
                </a:r>
              </a:p>
              <a:p>
                <a:pPr lvl="1"/>
                <a:r>
                  <a:rPr lang="en-US" dirty="0"/>
                  <a:t>If the power consumption per transistor is reduced by 50% in the same period, what is the total power consumption in 2024 compared to 2020?</a:t>
                </a:r>
              </a:p>
              <a:p>
                <a:r>
                  <a:rPr lang="en-US" b="1" dirty="0"/>
                  <a:t>Solution</a:t>
                </a:r>
                <a:r>
                  <a:rPr lang="en-US" dirty="0"/>
                  <a:t>:</a:t>
                </a:r>
              </a:p>
              <a:p>
                <a:pPr lvl="1"/>
                <a:r>
                  <a:rPr lang="en-US" b="1" dirty="0"/>
                  <a:t>Number of transistors</a:t>
                </a:r>
                <a:r>
                  <a:rPr lang="en-US" dirty="0"/>
                  <a:t>:</a:t>
                </a:r>
              </a:p>
              <a:p>
                <a:pPr lvl="2"/>
                <a:r>
                  <a:rPr lang="en-US" dirty="0"/>
                  <a:t>2020: </a:t>
                </a:r>
                <a14:m>
                  <m:oMath xmlns:m="http://schemas.openxmlformats.org/officeDocument/2006/math">
                    <m:r>
                      <a:rPr lang="en-US" i="1" dirty="0" smtClean="0">
                        <a:latin typeface="Cambria Math" panose="02040503050406030204" pitchFamily="18" charset="0"/>
                      </a:rPr>
                      <m:t>1×</m:t>
                    </m:r>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smtClean="0">
                            <a:latin typeface="Cambria Math" panose="02040503050406030204" pitchFamily="18" charset="0"/>
                          </a:rPr>
                          <m:t>9</m:t>
                        </m:r>
                      </m:sup>
                    </m:sSup>
                    <m:r>
                      <a:rPr lang="en-US" b="0" i="1" dirty="0" smtClean="0">
                        <a:latin typeface="Cambria Math" panose="02040503050406030204" pitchFamily="18" charset="0"/>
                      </a:rPr>
                      <m:t> </m:t>
                    </m:r>
                  </m:oMath>
                </a14:m>
                <a:r>
                  <a:rPr lang="en-US" dirty="0"/>
                  <a:t>(1 billion)</a:t>
                </a:r>
              </a:p>
              <a:p>
                <a:pPr lvl="2"/>
                <a:r>
                  <a:rPr lang="en-US" dirty="0"/>
                  <a:t>2022: </a:t>
                </a:r>
                <a14:m>
                  <m:oMath xmlns:m="http://schemas.openxmlformats.org/officeDocument/2006/math">
                    <m:r>
                      <a:rPr lang="en-US" i="1" dirty="0" smtClean="0">
                        <a:latin typeface="Cambria Math" panose="02040503050406030204" pitchFamily="18" charset="0"/>
                      </a:rPr>
                      <m:t>2× </m:t>
                    </m:r>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10</m:t>
                        </m:r>
                      </m:e>
                      <m:sup>
                        <m:r>
                          <a:rPr lang="en-US" i="1" dirty="0" smtClean="0">
                            <a:latin typeface="Cambria Math" panose="02040503050406030204" pitchFamily="18" charset="0"/>
                          </a:rPr>
                          <m:t>9</m:t>
                        </m:r>
                      </m:sup>
                    </m:sSup>
                  </m:oMath>
                </a14:m>
                <a:r>
                  <a:rPr lang="en-US" dirty="0"/>
                  <a:t>(doubled)</a:t>
                </a:r>
              </a:p>
              <a:p>
                <a:pPr lvl="2"/>
                <a:r>
                  <a:rPr lang="en-US" dirty="0"/>
                  <a:t>2024: </a:t>
                </a:r>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 </m:t>
                    </m:r>
                  </m:oMath>
                </a14:m>
                <a:r>
                  <a:rPr lang="en-US" dirty="0"/>
                  <a:t>(doubled again)</a:t>
                </a:r>
              </a:p>
              <a:p>
                <a:pPr lvl="1"/>
                <a:r>
                  <a:rPr lang="en-US" dirty="0"/>
                  <a:t>So, the processor will have </a:t>
                </a:r>
                <a14:m>
                  <m:oMath xmlns:m="http://schemas.openxmlformats.org/officeDocument/2006/math">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 </m:t>
                    </m:r>
                  </m:oMath>
                </a14:m>
                <a:r>
                  <a:rPr lang="en-US" dirty="0"/>
                  <a:t>transistors in 2024.</a:t>
                </a:r>
              </a:p>
              <a:p>
                <a:pPr lvl="1"/>
                <a:endParaRPr lang="en-US" dirty="0"/>
              </a:p>
            </p:txBody>
          </p:sp>
        </mc:Choice>
        <mc:Fallback xmlns="">
          <p:sp>
            <p:nvSpPr>
              <p:cNvPr id="3" name="Content Placeholder 2">
                <a:extLst>
                  <a:ext uri="{FF2B5EF4-FFF2-40B4-BE49-F238E27FC236}">
                    <a16:creationId xmlns:a16="http://schemas.microsoft.com/office/drawing/2014/main" id="{281F54D9-7DA6-48AE-84A8-0B429F1C65CD}"/>
                  </a:ext>
                </a:extLst>
              </p:cNvPr>
              <p:cNvSpPr>
                <a:spLocks noGrp="1" noRot="1" noChangeAspect="1" noMove="1" noResize="1" noEditPoints="1" noAdjustHandles="1" noChangeArrowheads="1" noChangeShapeType="1" noTextEdit="1"/>
              </p:cNvSpPr>
              <p:nvPr>
                <p:ph idx="1"/>
              </p:nvPr>
            </p:nvSpPr>
            <p:spPr>
              <a:blipFill>
                <a:blip r:embed="rId2"/>
                <a:stretch>
                  <a:fillRect l="-1043" t="-2241" b="-1681"/>
                </a:stretch>
              </a:blipFill>
            </p:spPr>
            <p:txBody>
              <a:bodyPr/>
              <a:lstStyle/>
              <a:p>
                <a:r>
                  <a:rPr lang="en-US">
                    <a:noFill/>
                  </a:rPr>
                  <a:t> </a:t>
                </a:r>
              </a:p>
            </p:txBody>
          </p:sp>
        </mc:Fallback>
      </mc:AlternateContent>
    </p:spTree>
    <p:extLst>
      <p:ext uri="{BB962C8B-B14F-4D97-AF65-F5344CB8AC3E}">
        <p14:creationId xmlns:p14="http://schemas.microsoft.com/office/powerpoint/2010/main" val="3611024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9F29-AB53-45FF-BC86-9252644A2E96}"/>
              </a:ext>
            </a:extLst>
          </p:cNvPr>
          <p:cNvSpPr>
            <a:spLocks noGrp="1"/>
          </p:cNvSpPr>
          <p:nvPr>
            <p:ph type="title"/>
          </p:nvPr>
        </p:nvSpPr>
        <p:spPr/>
        <p:txBody>
          <a:bodyPr/>
          <a:lstStyle/>
          <a:p>
            <a:r>
              <a:rPr lang="en-US" dirty="0"/>
              <a:t>Problem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D090F0-4E58-4950-A751-0FD4A4BF385F}"/>
                  </a:ext>
                </a:extLst>
              </p:cNvPr>
              <p:cNvSpPr>
                <a:spLocks noGrp="1"/>
              </p:cNvSpPr>
              <p:nvPr>
                <p:ph idx="1"/>
              </p:nvPr>
            </p:nvSpPr>
            <p:spPr/>
            <p:txBody>
              <a:bodyPr/>
              <a:lstStyle/>
              <a:p>
                <a:r>
                  <a:rPr lang="en-US" b="1" dirty="0"/>
                  <a:t>Power consumption</a:t>
                </a:r>
                <a:r>
                  <a:rPr lang="en-US" dirty="0"/>
                  <a:t>: If the power per transistor is halved, the power per transistor in 2024 is </a:t>
                </a:r>
                <a14:m>
                  <m:oMath xmlns:m="http://schemas.openxmlformats.org/officeDocument/2006/math">
                    <m:r>
                      <a:rPr lang="en-US" b="0" i="1" smtClean="0">
                        <a:latin typeface="Cambria Math" panose="02040503050406030204" pitchFamily="18" charset="0"/>
                      </a:rPr>
                      <m:t>0.5×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r>
                  <a:rPr lang="en-US" dirty="0"/>
                  <a:t>. </a:t>
                </a:r>
              </a:p>
              <a:p>
                <a:r>
                  <a:rPr lang="en-US" dirty="0"/>
                  <a:t>Total power consumption</a:t>
                </a:r>
                <a:br>
                  <a:rPr lang="en-US"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m:t>
                    </m:r>
                    <m:r>
                      <a:rPr lang="en-US" b="0" i="1" smtClean="0">
                        <a:latin typeface="Cambria Math" panose="02040503050406030204" pitchFamily="18" charset="0"/>
                      </a:rPr>
                      <m:t>𝑁𝑜</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𝑡𝑟𝑎𝑛𝑠𝑖𝑠𝑡𝑜𝑟𝑠</m:t>
                    </m:r>
                    <m:r>
                      <a:rPr lang="en-US" b="0" i="1" smtClean="0">
                        <a:latin typeface="Cambria Math" panose="02040503050406030204" pitchFamily="18" charset="0"/>
                      </a:rPr>
                      <m:t>×</m:t>
                    </m:r>
                    <m:r>
                      <a:rPr lang="en-US" b="0" i="1" smtClean="0">
                        <a:latin typeface="Cambria Math" panose="02040503050406030204" pitchFamily="18" charset="0"/>
                      </a:rPr>
                      <m:t>𝑃𝑜𝑤𝑒𝑟</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𝑡𝑟𝑎𝑛𝑠𝑖𝑠𝑡𝑜𝑟</m:t>
                    </m:r>
                  </m:oMath>
                </a14:m>
                <a:br>
                  <a:rPr lang="en-US" b="0"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4×</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e>
                    </m:d>
                  </m:oMath>
                </a14:m>
                <a:br>
                  <a:rPr lang="en-US" b="0" dirty="0"/>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9</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endParaRPr lang="en-US" dirty="0"/>
              </a:p>
              <a:p>
                <a:r>
                  <a:rPr lang="en-US" dirty="0"/>
                  <a:t>Compared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oMath>
                </a14:m>
                <a:r>
                  <a:rPr lang="en-US" dirty="0"/>
                  <a:t>: </a:t>
                </a:r>
              </a:p>
              <a:p>
                <a:pPr lvl="1"/>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2024</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2020</m:t>
                            </m:r>
                          </m:sub>
                        </m:sSub>
                      </m:den>
                    </m:f>
                    <m:r>
                      <a:rPr lang="en-US" b="0" i="1" smtClean="0">
                        <a:latin typeface="Cambria Math" panose="02040503050406030204" pitchFamily="18" charset="0"/>
                      </a:rPr>
                      <m:t>=2</m:t>
                    </m:r>
                  </m:oMath>
                </a14:m>
                <a:endParaRPr lang="en-US" dirty="0"/>
              </a:p>
              <a:p>
                <a:pPr lvl="1"/>
                <a:r>
                  <a:rPr lang="en-US" dirty="0"/>
                  <a:t>The total power consumption in 2024 is 2 times higher than in 2020. </a:t>
                </a:r>
              </a:p>
            </p:txBody>
          </p:sp>
        </mc:Choice>
        <mc:Fallback xmlns="">
          <p:sp>
            <p:nvSpPr>
              <p:cNvPr id="3" name="Content Placeholder 2">
                <a:extLst>
                  <a:ext uri="{FF2B5EF4-FFF2-40B4-BE49-F238E27FC236}">
                    <a16:creationId xmlns:a16="http://schemas.microsoft.com/office/drawing/2014/main" id="{DBD090F0-4E58-4950-A751-0FD4A4BF385F}"/>
                  </a:ext>
                </a:extLst>
              </p:cNvPr>
              <p:cNvSpPr>
                <a:spLocks noGrp="1" noRot="1" noChangeAspect="1" noMove="1" noResize="1" noEditPoints="1" noAdjustHandles="1" noChangeArrowheads="1" noChangeShapeType="1" noTextEdit="1"/>
              </p:cNvSpPr>
              <p:nvPr>
                <p:ph idx="1"/>
              </p:nvPr>
            </p:nvSpPr>
            <p:spPr>
              <a:blipFill>
                <a:blip r:embed="rId2"/>
                <a:stretch>
                  <a:fillRect l="-1043" t="-2241" r="-174"/>
                </a:stretch>
              </a:blipFill>
            </p:spPr>
            <p:txBody>
              <a:bodyPr/>
              <a:lstStyle/>
              <a:p>
                <a:r>
                  <a:rPr lang="en-US">
                    <a:noFill/>
                  </a:rPr>
                  <a:t> </a:t>
                </a:r>
              </a:p>
            </p:txBody>
          </p:sp>
        </mc:Fallback>
      </mc:AlternateContent>
    </p:spTree>
    <p:extLst>
      <p:ext uri="{BB962C8B-B14F-4D97-AF65-F5344CB8AC3E}">
        <p14:creationId xmlns:p14="http://schemas.microsoft.com/office/powerpoint/2010/main" val="12702088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4209B-99E4-4066-8E86-01D86814488A}"/>
              </a:ext>
            </a:extLst>
          </p:cNvPr>
          <p:cNvSpPr>
            <a:spLocks noGrp="1"/>
          </p:cNvSpPr>
          <p:nvPr>
            <p:ph type="title"/>
          </p:nvPr>
        </p:nvSpPr>
        <p:spPr/>
        <p:txBody>
          <a:bodyPr/>
          <a:lstStyle/>
          <a:p>
            <a:r>
              <a:rPr lang="en-US" dirty="0"/>
              <a:t>Problem 2 (Application of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F1E1B2-FD58-4C5D-96E4-D185B0298A68}"/>
                  </a:ext>
                </a:extLst>
              </p:cNvPr>
              <p:cNvSpPr>
                <a:spLocks noGrp="1"/>
              </p:cNvSpPr>
              <p:nvPr>
                <p:ph idx="1"/>
              </p:nvPr>
            </p:nvSpPr>
            <p:spPr/>
            <p:txBody>
              <a:bodyPr/>
              <a:lstStyle/>
              <a:p>
                <a:r>
                  <a:rPr lang="en-US" dirty="0"/>
                  <a:t>A program consists of 70% parallelizable tasks and 30% sequential tasks. What is the maximum speedup achievable if infinite processors are available? What is the speedup if 4 processors are used?</a:t>
                </a:r>
              </a:p>
              <a:p>
                <a:r>
                  <a:rPr lang="en-US" dirty="0"/>
                  <a:t>Solution: Amdahl’s law: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b="0" dirty="0"/>
                </a:br>
                <a:r>
                  <a:rPr lang="en-US" b="0" dirty="0"/>
                  <a:t>where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=0.7</m:t>
                    </m:r>
                  </m:oMath>
                </a14:m>
                <a:r>
                  <a:rPr lang="en-US" b="0" dirty="0"/>
                  <a:t> (parallel portion),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𝑃</m:t>
                    </m:r>
                    <m:r>
                      <a:rPr lang="en-US" b="0" i="1" smtClean="0">
                        <a:latin typeface="Cambria Math" panose="02040503050406030204" pitchFamily="18" charset="0"/>
                      </a:rPr>
                      <m:t>=0.3</m:t>
                    </m:r>
                  </m:oMath>
                </a14:m>
                <a:r>
                  <a:rPr lang="en-US" b="0" dirty="0"/>
                  <a:t> (sequential portion), and </a:t>
                </a:r>
                <a14:m>
                  <m:oMath xmlns:m="http://schemas.openxmlformats.org/officeDocument/2006/math">
                    <m:r>
                      <a:rPr lang="en-US" b="0" i="1" smtClean="0">
                        <a:latin typeface="Cambria Math" panose="02040503050406030204" pitchFamily="18" charset="0"/>
                      </a:rPr>
                      <m:t>𝑁</m:t>
                    </m:r>
                  </m:oMath>
                </a14:m>
                <a:r>
                  <a:rPr lang="en-US" b="0" dirty="0"/>
                  <a:t> is the number of processors. </a:t>
                </a:r>
                <a:br>
                  <a:rPr lang="en-US" b="0" dirty="0"/>
                </a:br>
                <a:endParaRPr lang="en-US" dirty="0"/>
              </a:p>
            </p:txBody>
          </p:sp>
        </mc:Choice>
        <mc:Fallback xmlns="">
          <p:sp>
            <p:nvSpPr>
              <p:cNvPr id="3" name="Content Placeholder 2">
                <a:extLst>
                  <a:ext uri="{FF2B5EF4-FFF2-40B4-BE49-F238E27FC236}">
                    <a16:creationId xmlns:a16="http://schemas.microsoft.com/office/drawing/2014/main" id="{F1F1E1B2-FD58-4C5D-96E4-D185B0298A68}"/>
                  </a:ext>
                </a:extLst>
              </p:cNvPr>
              <p:cNvSpPr>
                <a:spLocks noGrp="1" noRot="1" noChangeAspect="1" noMove="1" noResize="1" noEditPoints="1" noAdjustHandles="1" noChangeArrowheads="1" noChangeShapeType="1" noTextEdit="1"/>
              </p:cNvSpPr>
              <p:nvPr>
                <p:ph idx="1"/>
              </p:nvPr>
            </p:nvSpPr>
            <p:spPr>
              <a:blipFill>
                <a:blip r:embed="rId2"/>
                <a:stretch>
                  <a:fillRect l="-1086" t="-2326" r="-844"/>
                </a:stretch>
              </a:blipFill>
            </p:spPr>
            <p:txBody>
              <a:bodyPr/>
              <a:lstStyle/>
              <a:p>
                <a:r>
                  <a:rPr lang="en-US">
                    <a:noFill/>
                  </a:rPr>
                  <a:t> </a:t>
                </a:r>
              </a:p>
            </p:txBody>
          </p:sp>
        </mc:Fallback>
      </mc:AlternateContent>
    </p:spTree>
    <p:extLst>
      <p:ext uri="{BB962C8B-B14F-4D97-AF65-F5344CB8AC3E}">
        <p14:creationId xmlns:p14="http://schemas.microsoft.com/office/powerpoint/2010/main" val="2968869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30AC2-6B02-456B-ADDB-DC0BB39F9A45}"/>
              </a:ext>
            </a:extLst>
          </p:cNvPr>
          <p:cNvSpPr>
            <a:spLocks noGrp="1"/>
          </p:cNvSpPr>
          <p:nvPr>
            <p:ph type="title"/>
          </p:nvPr>
        </p:nvSpPr>
        <p:spPr/>
        <p:txBody>
          <a:bodyPr/>
          <a:lstStyle/>
          <a:p>
            <a:r>
              <a:rPr lang="en-US" dirty="0"/>
              <a:t>Problem 2 (Application of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0F9595-A983-4F2A-98FC-B706FD51BB6F}"/>
                  </a:ext>
                </a:extLst>
              </p:cNvPr>
              <p:cNvSpPr>
                <a:spLocks noGrp="1"/>
              </p:cNvSpPr>
              <p:nvPr>
                <p:ph idx="1"/>
              </p:nvPr>
            </p:nvSpPr>
            <p:spPr/>
            <p:txBody>
              <a:bodyPr>
                <a:normAutofit lnSpcReduction="10000"/>
              </a:bodyPr>
              <a:lstStyle/>
              <a:p>
                <a:r>
                  <a:rPr lang="en-US" dirty="0"/>
                  <a:t>Maximum speedup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oMath>
                </a14:m>
                <a:r>
                  <a:rPr lang="en-US" dirty="0"/>
                  <a:t>): when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oMath>
                </a14:m>
                <a:r>
                  <a:rPr lang="en-US" dirty="0"/>
                  <a:t>, the term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r>
                      <a:rPr lang="en-US" b="0" i="1" smtClean="0">
                        <a:latin typeface="Cambria Math" panose="02040503050406030204" pitchFamily="18" charset="0"/>
                      </a:rPr>
                      <m:t>→0</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r>
                          <a:rPr lang="en-US" b="0" i="1" smtClean="0">
                            <a:latin typeface="Cambria Math" panose="02040503050406030204" pitchFamily="18" charset="0"/>
                          </a:rPr>
                          <m:t>𝑃</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0.3</m:t>
                        </m:r>
                      </m:den>
                    </m:f>
                    <m:r>
                      <a:rPr lang="en-US" b="0" i="1" smtClean="0">
                        <a:latin typeface="Cambria Math" panose="02040503050406030204" pitchFamily="18" charset="0"/>
                      </a:rPr>
                      <m:t>=3.33</m:t>
                    </m:r>
                  </m:oMath>
                </a14:m>
                <a:br>
                  <a:rPr lang="en-US" dirty="0"/>
                </a:br>
                <a:r>
                  <a:rPr lang="en-US" dirty="0"/>
                  <a:t>the maximum speedup is </a:t>
                </a:r>
                <a14:m>
                  <m:oMath xmlns:m="http://schemas.openxmlformats.org/officeDocument/2006/math">
                    <m:r>
                      <a:rPr lang="en-US" b="0" i="1" smtClean="0">
                        <a:latin typeface="Cambria Math" panose="02040503050406030204" pitchFamily="18" charset="0"/>
                      </a:rPr>
                      <m:t>3.33×</m:t>
                    </m:r>
                  </m:oMath>
                </a14:m>
                <a:endParaRPr lang="en-US" dirty="0"/>
              </a:p>
              <a:p>
                <a:r>
                  <a:rPr lang="en-US" dirty="0"/>
                  <a:t>Speedup with </a:t>
                </a:r>
                <a14:m>
                  <m:oMath xmlns:m="http://schemas.openxmlformats.org/officeDocument/2006/math">
                    <m:r>
                      <a:rPr lang="en-US" b="0" i="1" smtClean="0">
                        <a:latin typeface="Cambria Math" panose="02040503050406030204" pitchFamily="18" charset="0"/>
                      </a:rPr>
                      <m:t>4</m:t>
                    </m:r>
                  </m:oMath>
                </a14:m>
                <a:r>
                  <a:rPr lang="en-US" dirty="0"/>
                  <a:t> processors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oMath>
                </a14:m>
                <a:br>
                  <a:rPr lang="en-US" b="0" dirty="0"/>
                </a:br>
                <a:r>
                  <a:rPr lang="en-US" b="0" dirty="0"/>
                  <a:t>Substituting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=0.7</m:t>
                    </m:r>
                  </m:oMath>
                </a14:m>
                <a:r>
                  <a:rPr lang="en-US" dirty="0"/>
                  <a:t> and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0.3</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0.7</m:t>
                            </m:r>
                          </m:num>
                          <m:den>
                            <m:r>
                              <a:rPr lang="en-US" b="0" i="1" smtClean="0">
                                <a:latin typeface="Cambria Math" panose="02040503050406030204" pitchFamily="18" charset="0"/>
                              </a:rPr>
                              <m:t>4</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0.475</m:t>
                        </m:r>
                      </m:den>
                    </m:f>
                    <m:r>
                      <a:rPr lang="en-US" b="0" i="1" smtClean="0">
                        <a:latin typeface="Cambria Math" panose="02040503050406030204" pitchFamily="18" charset="0"/>
                      </a:rPr>
                      <m:t>≈2.11</m:t>
                    </m:r>
                  </m:oMath>
                </a14:m>
                <a:br>
                  <a:rPr lang="en-US" b="0" dirty="0"/>
                </a:br>
                <a:endParaRPr lang="en-US" dirty="0"/>
              </a:p>
            </p:txBody>
          </p:sp>
        </mc:Choice>
        <mc:Fallback xmlns="">
          <p:sp>
            <p:nvSpPr>
              <p:cNvPr id="3" name="Content Placeholder 2">
                <a:extLst>
                  <a:ext uri="{FF2B5EF4-FFF2-40B4-BE49-F238E27FC236}">
                    <a16:creationId xmlns:a16="http://schemas.microsoft.com/office/drawing/2014/main" id="{CC0F9595-A983-4F2A-98FC-B706FD51BB6F}"/>
                  </a:ext>
                </a:extLst>
              </p:cNvPr>
              <p:cNvSpPr>
                <a:spLocks noGrp="1" noRot="1" noChangeAspect="1" noMove="1" noResize="1" noEditPoints="1" noAdjustHandles="1" noChangeArrowheads="1" noChangeShapeType="1" noTextEdit="1"/>
              </p:cNvSpPr>
              <p:nvPr>
                <p:ph idx="1"/>
              </p:nvPr>
            </p:nvSpPr>
            <p:spPr>
              <a:blipFill>
                <a:blip r:embed="rId2"/>
                <a:stretch>
                  <a:fillRect l="-1043" t="-1261"/>
                </a:stretch>
              </a:blipFill>
            </p:spPr>
            <p:txBody>
              <a:bodyPr/>
              <a:lstStyle/>
              <a:p>
                <a:r>
                  <a:rPr lang="en-US">
                    <a:noFill/>
                  </a:rPr>
                  <a:t> </a:t>
                </a:r>
              </a:p>
            </p:txBody>
          </p:sp>
        </mc:Fallback>
      </mc:AlternateContent>
    </p:spTree>
    <p:extLst>
      <p:ext uri="{BB962C8B-B14F-4D97-AF65-F5344CB8AC3E}">
        <p14:creationId xmlns:p14="http://schemas.microsoft.com/office/powerpoint/2010/main" val="1742102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C6561-E2FD-4526-9157-EF14105074F8}"/>
              </a:ext>
            </a:extLst>
          </p:cNvPr>
          <p:cNvSpPr>
            <a:spLocks noGrp="1"/>
          </p:cNvSpPr>
          <p:nvPr>
            <p:ph type="title"/>
          </p:nvPr>
        </p:nvSpPr>
        <p:spPr/>
        <p:txBody>
          <a:bodyPr/>
          <a:lstStyle/>
          <a:p>
            <a:r>
              <a:rPr lang="en-US" dirty="0"/>
              <a:t>Problem 3: Combining Moore's Law and Amdahl's Law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93B434-348A-4C98-AC17-D1FF49A289BA}"/>
                  </a:ext>
                </a:extLst>
              </p:cNvPr>
              <p:cNvSpPr>
                <a:spLocks noGrp="1"/>
              </p:cNvSpPr>
              <p:nvPr>
                <p:ph idx="1"/>
              </p:nvPr>
            </p:nvSpPr>
            <p:spPr/>
            <p:txBody>
              <a:bodyPr>
                <a:normAutofit lnSpcReduction="10000"/>
              </a:bodyPr>
              <a:lstStyle/>
              <a:p>
                <a:r>
                  <a:rPr lang="en-US" dirty="0"/>
                  <a:t>A computer is upgraded every two years, doubling the processing power due to Moore's Law. A program has 50% of its workload parallelizable. Initially, it takes 20 seconds to run on a single-core processor. How long will the program take to run after two upgrades, assuming parallelism is optimally utilized?</a:t>
                </a:r>
              </a:p>
              <a:p>
                <a:r>
                  <a:rPr lang="en-US" dirty="0"/>
                  <a:t>Solution: </a:t>
                </a:r>
              </a:p>
              <a:p>
                <a:pPr lvl="1"/>
                <a:r>
                  <a:rPr lang="en-US" dirty="0"/>
                  <a:t>Processing power increase after </a:t>
                </a:r>
                <a14:m>
                  <m:oMath xmlns:m="http://schemas.openxmlformats.org/officeDocument/2006/math">
                    <m:r>
                      <a:rPr lang="en-US" b="0" i="1" smtClean="0">
                        <a:latin typeface="Cambria Math" panose="02040503050406030204" pitchFamily="18" charset="0"/>
                      </a:rPr>
                      <m:t>4</m:t>
                    </m:r>
                  </m:oMath>
                </a14:m>
                <a:r>
                  <a:rPr lang="en-US" dirty="0"/>
                  <a:t> years = </a:t>
                </a:r>
                <a14:m>
                  <m:oMath xmlns:m="http://schemas.openxmlformats.org/officeDocument/2006/math">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𝑖𝑛𝑖𝑡</m:t>
                        </m:r>
                      </m:sub>
                    </m:sSub>
                  </m:oMath>
                </a14:m>
                <a:r>
                  <a:rPr lang="en-US" dirty="0"/>
                  <a:t> (Moore’s law)</a:t>
                </a:r>
              </a:p>
              <a:p>
                <a:pPr lvl="1"/>
                <a:r>
                  <a:rPr lang="en-US" dirty="0"/>
                  <a:t>Amdahl’s law with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r>
                  <a:rPr lang="en-US" dirty="0"/>
                  <a:t> (since the processing power is </a:t>
                </a:r>
                <a14:m>
                  <m:oMath xmlns:m="http://schemas.openxmlformats.org/officeDocument/2006/math">
                    <m:r>
                      <a:rPr lang="en-US" b="0" i="1" smtClean="0">
                        <a:latin typeface="Cambria Math" panose="02040503050406030204" pitchFamily="18" charset="0"/>
                      </a:rPr>
                      <m:t>4</m:t>
                    </m:r>
                  </m:oMath>
                </a14:m>
                <a:r>
                  <a:rPr lang="en-US" dirty="0"/>
                  <a:t> times as before)</a:t>
                </a:r>
                <a:br>
                  <a:rPr lang="en-US" dirty="0"/>
                </a:b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num>
                          <m:den>
                            <m:r>
                              <a:rPr lang="en-US" b="0" i="1" smtClean="0">
                                <a:latin typeface="Cambria Math" panose="02040503050406030204" pitchFamily="18" charset="0"/>
                              </a:rPr>
                              <m:t>𝑁</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0.5+</m:t>
                        </m:r>
                        <m:f>
                          <m:fPr>
                            <m:ctrlPr>
                              <a:rPr lang="en-US" b="0" i="1" smtClean="0">
                                <a:latin typeface="Cambria Math" panose="02040503050406030204" pitchFamily="18" charset="0"/>
                              </a:rPr>
                            </m:ctrlPr>
                          </m:fPr>
                          <m:num>
                            <m:r>
                              <a:rPr lang="en-US" b="0" i="1" smtClean="0">
                                <a:latin typeface="Cambria Math" panose="02040503050406030204" pitchFamily="18" charset="0"/>
                              </a:rPr>
                              <m:t>0.5</m:t>
                            </m:r>
                          </m:num>
                          <m:den>
                            <m:r>
                              <a:rPr lang="en-US" b="0" i="1" smtClean="0">
                                <a:latin typeface="Cambria Math" panose="02040503050406030204" pitchFamily="18" charset="0"/>
                              </a:rPr>
                              <m:t>4</m:t>
                            </m:r>
                          </m:den>
                        </m:f>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0.5+0.125</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0.625</m:t>
                        </m:r>
                      </m:den>
                    </m:f>
                    <m:r>
                      <a:rPr lang="en-US" b="0" i="1" smtClean="0">
                        <a:latin typeface="Cambria Math" panose="02040503050406030204" pitchFamily="18" charset="0"/>
                      </a:rPr>
                      <m:t>=1.6</m:t>
                    </m:r>
                  </m:oMath>
                </a14:m>
                <a:endParaRPr lang="en-US" dirty="0"/>
              </a:p>
              <a:p>
                <a:pPr lvl="1"/>
                <a:r>
                  <a:rPr lang="en-US" dirty="0"/>
                  <a:t>The new runtime is =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𝐼𝑛𝑖𝑡𝑖𝑎𝑙</m:t>
                        </m:r>
                        <m:r>
                          <a:rPr lang="en-US" b="0" i="1" smtClean="0">
                            <a:latin typeface="Cambria Math" panose="02040503050406030204" pitchFamily="18" charset="0"/>
                          </a:rPr>
                          <m:t> </m:t>
                        </m:r>
                        <m:r>
                          <a:rPr lang="en-US" b="0" i="1" smtClean="0">
                            <a:latin typeface="Cambria Math" panose="02040503050406030204" pitchFamily="18" charset="0"/>
                          </a:rPr>
                          <m:t>𝑟𝑢𝑛𝑡𝑖𝑚𝑒</m:t>
                        </m:r>
                      </m:num>
                      <m:den>
                        <m:r>
                          <a:rPr lang="en-US" b="0" i="1" smtClean="0">
                            <a:latin typeface="Cambria Math" panose="02040503050406030204" pitchFamily="18" charset="0"/>
                          </a:rPr>
                          <m:t>𝑆</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1.6</m:t>
                        </m:r>
                      </m:den>
                    </m:f>
                    <m:r>
                      <a:rPr lang="en-US" b="0" i="1" smtClean="0">
                        <a:latin typeface="Cambria Math" panose="02040503050406030204" pitchFamily="18" charset="0"/>
                      </a:rPr>
                      <m:t>=12.5</m:t>
                    </m:r>
                    <m:r>
                      <a:rPr lang="en-US" b="0" i="0" smtClean="0">
                        <a:latin typeface="Cambria Math" panose="02040503050406030204" pitchFamily="18" charset="0"/>
                      </a:rPr>
                      <m:t> </m:t>
                    </m:r>
                    <m:r>
                      <m:rPr>
                        <m:sty m:val="p"/>
                      </m:rPr>
                      <a:rPr lang="en-US" b="0" i="0" smtClean="0">
                        <a:latin typeface="Cambria Math" panose="02040503050406030204" pitchFamily="18" charset="0"/>
                      </a:rPr>
                      <m:t>sec</m:t>
                    </m:r>
                    <m:r>
                      <a:rPr lang="en-US" b="0" i="0" smtClean="0">
                        <a:latin typeface="Cambria Math" panose="02040503050406030204" pitchFamily="18" charset="0"/>
                      </a:rPr>
                      <m:t>. </m:t>
                    </m:r>
                  </m:oMath>
                </a14:m>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6D93B434-348A-4C98-AC17-D1FF49A289BA}"/>
                  </a:ext>
                </a:extLst>
              </p:cNvPr>
              <p:cNvSpPr>
                <a:spLocks noGrp="1" noRot="1" noChangeAspect="1" noMove="1" noResize="1" noEditPoints="1" noAdjustHandles="1" noChangeArrowheads="1" noChangeShapeType="1" noTextEdit="1"/>
              </p:cNvSpPr>
              <p:nvPr>
                <p:ph idx="1"/>
              </p:nvPr>
            </p:nvSpPr>
            <p:spPr>
              <a:blipFill>
                <a:blip r:embed="rId2"/>
                <a:stretch>
                  <a:fillRect l="-1086" t="-3198" r="-241"/>
                </a:stretch>
              </a:blipFill>
            </p:spPr>
            <p:txBody>
              <a:bodyPr/>
              <a:lstStyle/>
              <a:p>
                <a:r>
                  <a:rPr lang="en-US">
                    <a:noFill/>
                  </a:rPr>
                  <a:t> </a:t>
                </a:r>
              </a:p>
            </p:txBody>
          </p:sp>
        </mc:Fallback>
      </mc:AlternateContent>
    </p:spTree>
    <p:extLst>
      <p:ext uri="{BB962C8B-B14F-4D97-AF65-F5344CB8AC3E}">
        <p14:creationId xmlns:p14="http://schemas.microsoft.com/office/powerpoint/2010/main" val="25664739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E051B-F563-482F-A2A5-EDA263EA1FF0}"/>
              </a:ext>
            </a:extLst>
          </p:cNvPr>
          <p:cNvSpPr>
            <a:spLocks noGrp="1"/>
          </p:cNvSpPr>
          <p:nvPr>
            <p:ph type="title"/>
          </p:nvPr>
        </p:nvSpPr>
        <p:spPr/>
        <p:txBody>
          <a:bodyPr/>
          <a:lstStyle/>
          <a:p>
            <a:r>
              <a:rPr lang="en-US" dirty="0"/>
              <a:t>Conclusion </a:t>
            </a:r>
          </a:p>
        </p:txBody>
      </p:sp>
      <p:sp>
        <p:nvSpPr>
          <p:cNvPr id="3" name="Content Placeholder 2">
            <a:extLst>
              <a:ext uri="{FF2B5EF4-FFF2-40B4-BE49-F238E27FC236}">
                <a16:creationId xmlns:a16="http://schemas.microsoft.com/office/drawing/2014/main" id="{C93BC730-FC90-44B0-BEAA-78414F814886}"/>
              </a:ext>
            </a:extLst>
          </p:cNvPr>
          <p:cNvSpPr>
            <a:spLocks noGrp="1"/>
          </p:cNvSpPr>
          <p:nvPr>
            <p:ph idx="1"/>
          </p:nvPr>
        </p:nvSpPr>
        <p:spPr/>
        <p:txBody>
          <a:bodyPr/>
          <a:lstStyle/>
          <a:p>
            <a:r>
              <a:rPr lang="en-US" dirty="0"/>
              <a:t>These problems demonstrate the interplay of </a:t>
            </a:r>
            <a:r>
              <a:rPr lang="en-US" b="1" dirty="0"/>
              <a:t>Moore’s Law</a:t>
            </a:r>
            <a:r>
              <a:rPr lang="en-US" dirty="0"/>
              <a:t> (hardware advancements) and </a:t>
            </a:r>
            <a:r>
              <a:rPr lang="en-US" b="1" dirty="0"/>
              <a:t>Amdahl’s Law</a:t>
            </a:r>
            <a:r>
              <a:rPr lang="en-US" dirty="0"/>
              <a:t> (limitations of parallelism) in energy-efficient and high-performance computing.</a:t>
            </a:r>
          </a:p>
        </p:txBody>
      </p:sp>
    </p:spTree>
    <p:extLst>
      <p:ext uri="{BB962C8B-B14F-4D97-AF65-F5344CB8AC3E}">
        <p14:creationId xmlns:p14="http://schemas.microsoft.com/office/powerpoint/2010/main" val="2917316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7E23A-A5B8-43CE-8367-52A7CD02594A}"/>
              </a:ext>
            </a:extLst>
          </p:cNvPr>
          <p:cNvSpPr>
            <a:spLocks noGrp="1"/>
          </p:cNvSpPr>
          <p:nvPr>
            <p:ph type="title"/>
          </p:nvPr>
        </p:nvSpPr>
        <p:spPr/>
        <p:txBody>
          <a:bodyPr/>
          <a:lstStyle/>
          <a:p>
            <a:r>
              <a:rPr lang="en-US" dirty="0"/>
              <a:t>Dennard's Scaling</a:t>
            </a:r>
          </a:p>
        </p:txBody>
      </p:sp>
      <p:sp>
        <p:nvSpPr>
          <p:cNvPr id="3" name="Content Placeholder 2">
            <a:extLst>
              <a:ext uri="{FF2B5EF4-FFF2-40B4-BE49-F238E27FC236}">
                <a16:creationId xmlns:a16="http://schemas.microsoft.com/office/drawing/2014/main" id="{B846247F-FFD9-431A-B738-2ED7A30CD448}"/>
              </a:ext>
            </a:extLst>
          </p:cNvPr>
          <p:cNvSpPr>
            <a:spLocks noGrp="1"/>
          </p:cNvSpPr>
          <p:nvPr>
            <p:ph idx="1"/>
          </p:nvPr>
        </p:nvSpPr>
        <p:spPr/>
        <p:txBody>
          <a:bodyPr/>
          <a:lstStyle/>
          <a:p>
            <a:r>
              <a:rPr lang="en-US" dirty="0"/>
              <a:t>Dennard's Scaling, introduced in a 1974 paper by Robert Dennard and colleagues, describes how the power density (power per unit area) of transistors remains constant as they shrink in size, provided voltage and current are scaled proportionally. This principle enabled the rapid miniaturization of transistors while maintaining energy efficiency.</a:t>
            </a:r>
          </a:p>
        </p:txBody>
      </p:sp>
    </p:spTree>
    <p:extLst>
      <p:ext uri="{BB962C8B-B14F-4D97-AF65-F5344CB8AC3E}">
        <p14:creationId xmlns:p14="http://schemas.microsoft.com/office/powerpoint/2010/main" val="61218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48DF6-35BB-447A-B517-A25D885B5539}"/>
              </a:ext>
            </a:extLst>
          </p:cNvPr>
          <p:cNvSpPr>
            <a:spLocks noGrp="1"/>
          </p:cNvSpPr>
          <p:nvPr>
            <p:ph type="title"/>
          </p:nvPr>
        </p:nvSpPr>
        <p:spPr/>
        <p:txBody>
          <a:bodyPr/>
          <a:lstStyle/>
          <a:p>
            <a:r>
              <a:rPr lang="en-US" dirty="0"/>
              <a:t>Key points to note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1559D3-AAC2-4815-82EF-14D15974D625}"/>
                  </a:ext>
                </a:extLst>
              </p:cNvPr>
              <p:cNvSpPr>
                <a:spLocks noGrp="1"/>
              </p:cNvSpPr>
              <p:nvPr>
                <p:ph idx="1"/>
              </p:nvPr>
            </p:nvSpPr>
            <p:spPr/>
            <p:txBody>
              <a:bodyPr/>
              <a:lstStyle/>
              <a:p>
                <a:r>
                  <a:rPr lang="en-US" dirty="0"/>
                  <a:t>As transistor dimensions (length, width) scale down by a factor </a:t>
                </a:r>
                <a14:m>
                  <m:oMath xmlns:m="http://schemas.openxmlformats.org/officeDocument/2006/math">
                    <m:r>
                      <a:rPr lang="en-US" i="1" dirty="0" smtClean="0">
                        <a:latin typeface="Cambria Math" panose="02040503050406030204" pitchFamily="18" charset="0"/>
                      </a:rPr>
                      <m:t>𝑆</m:t>
                    </m:r>
                  </m:oMath>
                </a14:m>
                <a:r>
                  <a:rPr lang="en-US" dirty="0"/>
                  <a:t>, their:</a:t>
                </a:r>
              </a:p>
              <a:p>
                <a:pPr lvl="1"/>
                <a:r>
                  <a:rPr lang="en-US" dirty="0"/>
                  <a:t>Voltage and current scale down by </a:t>
                </a:r>
                <a14:m>
                  <m:oMath xmlns:m="http://schemas.openxmlformats.org/officeDocument/2006/math">
                    <m:r>
                      <a:rPr lang="en-US" i="1" dirty="0" smtClean="0">
                        <a:latin typeface="Cambria Math" panose="02040503050406030204" pitchFamily="18" charset="0"/>
                      </a:rPr>
                      <m:t>𝑆</m:t>
                    </m:r>
                  </m:oMath>
                </a14:m>
                <a:r>
                  <a:rPr lang="en-US" dirty="0"/>
                  <a:t>,</a:t>
                </a:r>
              </a:p>
              <a:p>
                <a:pPr lvl="1"/>
                <a:r>
                  <a:rPr lang="en-US" dirty="0"/>
                  <a:t>Power per transistor scales down by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𝑆</m:t>
                        </m:r>
                      </m:e>
                      <m:sup>
                        <m:r>
                          <a:rPr lang="en-US" i="1" dirty="0" smtClean="0">
                            <a:latin typeface="Cambria Math" panose="02040503050406030204" pitchFamily="18" charset="0"/>
                          </a:rPr>
                          <m:t>2</m:t>
                        </m:r>
                      </m:sup>
                    </m:sSup>
                  </m:oMath>
                </a14:m>
                <a:r>
                  <a:rPr lang="en-US" dirty="0"/>
                  <a:t>,</a:t>
                </a:r>
              </a:p>
              <a:p>
                <a:pPr lvl="1"/>
                <a:r>
                  <a:rPr lang="en-US" dirty="0"/>
                  <a:t>Circuit performance (frequency) improves by </a:t>
                </a:r>
                <a14:m>
                  <m:oMath xmlns:m="http://schemas.openxmlformats.org/officeDocument/2006/math">
                    <m:r>
                      <a:rPr lang="en-US" i="1" dirty="0" smtClean="0">
                        <a:latin typeface="Cambria Math" panose="02040503050406030204" pitchFamily="18" charset="0"/>
                      </a:rPr>
                      <m:t>𝑆</m:t>
                    </m:r>
                  </m:oMath>
                </a14:m>
                <a:r>
                  <a:rPr lang="en-US" dirty="0"/>
                  <a:t>.</a:t>
                </a:r>
              </a:p>
              <a:p>
                <a:r>
                  <a:rPr lang="en-US" dirty="0"/>
                  <a:t>This scaling allowed processors to become smaller, faster, and more energy-efficient without generating excess heat.</a:t>
                </a:r>
              </a:p>
              <a:p>
                <a:endParaRPr lang="en-US" dirty="0"/>
              </a:p>
            </p:txBody>
          </p:sp>
        </mc:Choice>
        <mc:Fallback xmlns="">
          <p:sp>
            <p:nvSpPr>
              <p:cNvPr id="3" name="Content Placeholder 2">
                <a:extLst>
                  <a:ext uri="{FF2B5EF4-FFF2-40B4-BE49-F238E27FC236}">
                    <a16:creationId xmlns:a16="http://schemas.microsoft.com/office/drawing/2014/main" id="{DB1559D3-AAC2-4815-82EF-14D15974D62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90318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2EA11-B33F-477B-938D-9604D7D442B4}"/>
              </a:ext>
            </a:extLst>
          </p:cNvPr>
          <p:cNvSpPr>
            <a:spLocks noGrp="1"/>
          </p:cNvSpPr>
          <p:nvPr>
            <p:ph type="title"/>
          </p:nvPr>
        </p:nvSpPr>
        <p:spPr/>
        <p:txBody>
          <a:bodyPr/>
          <a:lstStyle/>
          <a:p>
            <a:r>
              <a:rPr lang="en-US" dirty="0"/>
              <a:t>Application to Energy-Efficient Computing</a:t>
            </a:r>
          </a:p>
        </p:txBody>
      </p:sp>
      <p:sp>
        <p:nvSpPr>
          <p:cNvPr id="3" name="Content Placeholder 2">
            <a:extLst>
              <a:ext uri="{FF2B5EF4-FFF2-40B4-BE49-F238E27FC236}">
                <a16:creationId xmlns:a16="http://schemas.microsoft.com/office/drawing/2014/main" id="{CDA44FCA-C101-4DA3-B69A-0D0954881D97}"/>
              </a:ext>
            </a:extLst>
          </p:cNvPr>
          <p:cNvSpPr>
            <a:spLocks noGrp="1"/>
          </p:cNvSpPr>
          <p:nvPr>
            <p:ph idx="1"/>
          </p:nvPr>
        </p:nvSpPr>
        <p:spPr/>
        <p:txBody>
          <a:bodyPr/>
          <a:lstStyle/>
          <a:p>
            <a:r>
              <a:rPr lang="en-US" b="1" dirty="0"/>
              <a:t>Improved Energy Efficiency:</a:t>
            </a:r>
          </a:p>
          <a:p>
            <a:pPr lvl="1"/>
            <a:r>
              <a:rPr lang="en-US" dirty="0"/>
              <a:t>Smaller transistors consume less power, allowing more transistors on a chip while keeping power consumption manageable.</a:t>
            </a:r>
          </a:p>
          <a:p>
            <a:r>
              <a:rPr lang="en-US" b="1" dirty="0"/>
              <a:t>Higher Performance per Watt:</a:t>
            </a:r>
          </a:p>
          <a:p>
            <a:pPr lvl="1"/>
            <a:r>
              <a:rPr lang="en-US" dirty="0"/>
              <a:t>Faster circuits can operate within the same power budget, boosting computational power without exceeding thermal limits.</a:t>
            </a:r>
          </a:p>
          <a:p>
            <a:r>
              <a:rPr lang="en-US" b="1" dirty="0"/>
              <a:t>Compact Device Design:</a:t>
            </a:r>
          </a:p>
          <a:p>
            <a:pPr lvl="1"/>
            <a:r>
              <a:rPr lang="en-US" dirty="0"/>
              <a:t>Scaling enables the creation of portable and energy-efficient devices like smartphones and wearables.</a:t>
            </a:r>
          </a:p>
        </p:txBody>
      </p:sp>
    </p:spTree>
    <p:extLst>
      <p:ext uri="{BB962C8B-B14F-4D97-AF65-F5344CB8AC3E}">
        <p14:creationId xmlns:p14="http://schemas.microsoft.com/office/powerpoint/2010/main" val="3660967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01866-7D93-475E-9072-77E75C29F6CB}"/>
              </a:ext>
            </a:extLst>
          </p:cNvPr>
          <p:cNvSpPr>
            <a:spLocks noGrp="1"/>
          </p:cNvSpPr>
          <p:nvPr>
            <p:ph type="title"/>
          </p:nvPr>
        </p:nvSpPr>
        <p:spPr/>
        <p:txBody>
          <a:bodyPr/>
          <a:lstStyle/>
          <a:p>
            <a:r>
              <a:rPr lang="en-US" dirty="0"/>
              <a:t>Application to Energy-Efficient Computing</a:t>
            </a:r>
          </a:p>
        </p:txBody>
      </p:sp>
      <p:sp>
        <p:nvSpPr>
          <p:cNvPr id="3" name="Content Placeholder 2">
            <a:extLst>
              <a:ext uri="{FF2B5EF4-FFF2-40B4-BE49-F238E27FC236}">
                <a16:creationId xmlns:a16="http://schemas.microsoft.com/office/drawing/2014/main" id="{303C9C12-9319-4A2C-A8AF-CCD2E379769C}"/>
              </a:ext>
            </a:extLst>
          </p:cNvPr>
          <p:cNvSpPr>
            <a:spLocks noGrp="1"/>
          </p:cNvSpPr>
          <p:nvPr>
            <p:ph idx="1"/>
          </p:nvPr>
        </p:nvSpPr>
        <p:spPr/>
        <p:txBody>
          <a:bodyPr/>
          <a:lstStyle/>
          <a:p>
            <a:r>
              <a:rPr lang="en-US" b="1" dirty="0"/>
              <a:t>Challenges</a:t>
            </a:r>
            <a:r>
              <a:rPr lang="en-US" dirty="0"/>
              <a:t>:</a:t>
            </a:r>
          </a:p>
          <a:p>
            <a:pPr lvl="1"/>
            <a:r>
              <a:rPr lang="en-US" dirty="0"/>
              <a:t>Dennard's scaling broke down around the mid-2000s due to physical limitations, such as leakage currents and heat dissipation issues. This led to the shift toward multicore processors, heterogeneous architectures, and specialized accelerators.</a:t>
            </a:r>
          </a:p>
          <a:p>
            <a:endParaRPr lang="en-US" dirty="0"/>
          </a:p>
        </p:txBody>
      </p:sp>
    </p:spTree>
    <p:extLst>
      <p:ext uri="{BB962C8B-B14F-4D97-AF65-F5344CB8AC3E}">
        <p14:creationId xmlns:p14="http://schemas.microsoft.com/office/powerpoint/2010/main" val="2425109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709C1-59E8-475F-A978-269A8769E1D8}"/>
              </a:ext>
            </a:extLst>
          </p:cNvPr>
          <p:cNvSpPr>
            <a:spLocks noGrp="1"/>
          </p:cNvSpPr>
          <p:nvPr>
            <p:ph type="title"/>
          </p:nvPr>
        </p:nvSpPr>
        <p:spPr/>
        <p:txBody>
          <a:bodyPr/>
          <a:lstStyle/>
          <a:p>
            <a:r>
              <a:rPr lang="en-US" dirty="0"/>
              <a:t>Example 1: Power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6B89F2D-AE8D-4C70-A3CE-D3CF8C583CA1}"/>
                  </a:ext>
                </a:extLst>
              </p:cNvPr>
              <p:cNvSpPr>
                <a:spLocks noGrp="1"/>
              </p:cNvSpPr>
              <p:nvPr>
                <p:ph idx="1"/>
              </p:nvPr>
            </p:nvSpPr>
            <p:spPr>
              <a:xfrm>
                <a:off x="838200" y="1841391"/>
                <a:ext cx="10515600" cy="4351338"/>
              </a:xfrm>
            </p:spPr>
            <p:txBody>
              <a:bodyPr/>
              <a:lstStyle/>
              <a:p>
                <a:r>
                  <a:rPr lang="en-US" dirty="0"/>
                  <a:t>A transistor operates at a supply voltage of 2V and consumes 4mW of power. If the transistor is scaled down by a factor of 2, what will its power consumption be under Dennard's scaling?</a:t>
                </a:r>
              </a:p>
              <a:p>
                <a:pPr lvl="1"/>
                <a:r>
                  <a:rPr lang="en-US" dirty="0"/>
                  <a:t>Scaling factor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endParaRPr lang="en-US" b="0" dirty="0"/>
              </a:p>
              <a:p>
                <a:pPr lvl="1"/>
                <a:r>
                  <a:rPr lang="en-US" dirty="0"/>
                  <a:t>Voltage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2</m:t>
                        </m:r>
                      </m:den>
                    </m:f>
                    <m:r>
                      <a:rPr lang="en-US" b="0" i="1" smtClean="0">
                        <a:latin typeface="Cambria Math" panose="02040503050406030204" pitchFamily="18" charset="0"/>
                      </a:rPr>
                      <m:t>=1</m:t>
                    </m:r>
                    <m:r>
                      <a:rPr lang="en-US" b="0" i="1" smtClean="0">
                        <a:latin typeface="Cambria Math" panose="02040503050406030204" pitchFamily="18" charset="0"/>
                      </a:rPr>
                      <m:t>𝑉</m:t>
                    </m:r>
                  </m:oMath>
                </a14:m>
                <a:endParaRPr lang="en-US" b="0" dirty="0"/>
              </a:p>
              <a:p>
                <a:pPr lvl="1"/>
                <a:r>
                  <a:rPr lang="en-US" dirty="0"/>
                  <a:t>Current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𝑆</m:t>
                        </m:r>
                      </m:den>
                    </m:f>
                  </m:oMath>
                </a14:m>
                <a:r>
                  <a:rPr lang="en-US" b="0" dirty="0"/>
                  <a:t>, so power scales 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b="0" dirty="0"/>
                  <a:t>. Substituting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=4</m:t>
                    </m:r>
                    <m:r>
                      <m:rPr>
                        <m:sty m:val="p"/>
                      </m:rPr>
                      <a:rPr lang="en-US" b="0" i="0" smtClean="0">
                        <a:latin typeface="Cambria Math" panose="02040503050406030204" pitchFamily="18" charset="0"/>
                      </a:rPr>
                      <m:t>mW</m:t>
                    </m:r>
                  </m:oMath>
                </a14:m>
                <a:r>
                  <a:rPr lang="en-US" b="0" dirty="0"/>
                  <a:t> and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=2</m:t>
                    </m:r>
                  </m:oMath>
                </a14:m>
                <a:r>
                  <a:rPr lang="en-US" b="0"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=4×</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den>
                    </m:f>
                    <m:r>
                      <a:rPr lang="en-US" b="0" i="1" smtClean="0">
                        <a:latin typeface="Cambria Math" panose="02040503050406030204" pitchFamily="18" charset="0"/>
                      </a:rPr>
                      <m:t>=4×</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r>
                      <a:rPr lang="en-US" b="0" i="1" smtClean="0">
                        <a:latin typeface="Cambria Math" panose="02040503050406030204" pitchFamily="18" charset="0"/>
                      </a:rPr>
                      <m:t>=1</m:t>
                    </m:r>
                    <m:r>
                      <m:rPr>
                        <m:sty m:val="p"/>
                      </m:rPr>
                      <a:rPr lang="en-US" b="0" i="0" smtClean="0">
                        <a:latin typeface="Cambria Math" panose="02040503050406030204" pitchFamily="18" charset="0"/>
                      </a:rPr>
                      <m:t>mW</m:t>
                    </m:r>
                  </m:oMath>
                </a14:m>
                <a:endParaRPr lang="en-US" b="0" dirty="0"/>
              </a:p>
              <a:p>
                <a:r>
                  <a:rPr lang="en-US" dirty="0"/>
                  <a:t>The scaled transistor consumes </a:t>
                </a:r>
                <a14:m>
                  <m:oMath xmlns:m="http://schemas.openxmlformats.org/officeDocument/2006/math">
                    <m:r>
                      <a:rPr lang="en-US" b="0" i="1" smtClean="0">
                        <a:latin typeface="Cambria Math" panose="02040503050406030204" pitchFamily="18" charset="0"/>
                      </a:rPr>
                      <m:t>1</m:t>
                    </m:r>
                    <m:r>
                      <m:rPr>
                        <m:sty m:val="p"/>
                      </m:rPr>
                      <a:rPr lang="en-US" b="0" i="0" smtClean="0">
                        <a:latin typeface="Cambria Math" panose="02040503050406030204" pitchFamily="18" charset="0"/>
                      </a:rPr>
                      <m:t>mW</m:t>
                    </m:r>
                  </m:oMath>
                </a14:m>
                <a:r>
                  <a:rPr lang="en-US" dirty="0"/>
                  <a:t> power. </a:t>
                </a:r>
              </a:p>
            </p:txBody>
          </p:sp>
        </mc:Choice>
        <mc:Fallback xmlns="">
          <p:sp>
            <p:nvSpPr>
              <p:cNvPr id="3" name="Content Placeholder 2">
                <a:extLst>
                  <a:ext uri="{FF2B5EF4-FFF2-40B4-BE49-F238E27FC236}">
                    <a16:creationId xmlns:a16="http://schemas.microsoft.com/office/drawing/2014/main" id="{56B89F2D-AE8D-4C70-A3CE-D3CF8C583CA1}"/>
                  </a:ext>
                </a:extLst>
              </p:cNvPr>
              <p:cNvSpPr>
                <a:spLocks noGrp="1" noRot="1" noChangeAspect="1" noMove="1" noResize="1" noEditPoints="1" noAdjustHandles="1" noChangeArrowheads="1" noChangeShapeType="1" noTextEdit="1"/>
              </p:cNvSpPr>
              <p:nvPr>
                <p:ph idx="1"/>
              </p:nvPr>
            </p:nvSpPr>
            <p:spPr>
              <a:xfrm>
                <a:off x="838200" y="1841391"/>
                <a:ext cx="10515600" cy="4351338"/>
              </a:xfrm>
              <a:blipFill>
                <a:blip r:embed="rId2"/>
                <a:stretch>
                  <a:fillRect l="-1043" t="-2241" r="-1101"/>
                </a:stretch>
              </a:blipFill>
            </p:spPr>
            <p:txBody>
              <a:bodyPr/>
              <a:lstStyle/>
              <a:p>
                <a:r>
                  <a:rPr lang="en-US">
                    <a:noFill/>
                  </a:rPr>
                  <a:t> </a:t>
                </a:r>
              </a:p>
            </p:txBody>
          </p:sp>
        </mc:Fallback>
      </mc:AlternateContent>
    </p:spTree>
    <p:extLst>
      <p:ext uri="{BB962C8B-B14F-4D97-AF65-F5344CB8AC3E}">
        <p14:creationId xmlns:p14="http://schemas.microsoft.com/office/powerpoint/2010/main" val="19990343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7CAC-E1BD-4A1E-8B75-1999F66C4E88}"/>
              </a:ext>
            </a:extLst>
          </p:cNvPr>
          <p:cNvSpPr>
            <a:spLocks noGrp="1"/>
          </p:cNvSpPr>
          <p:nvPr>
            <p:ph type="title"/>
          </p:nvPr>
        </p:nvSpPr>
        <p:spPr/>
        <p:txBody>
          <a:bodyPr/>
          <a:lstStyle/>
          <a:p>
            <a:r>
              <a:rPr lang="en-US" dirty="0"/>
              <a:t>Example 2: Performance Scaling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00F4D5-67D0-4BC3-B4FF-A8FB425D8E2E}"/>
                  </a:ext>
                </a:extLst>
              </p:cNvPr>
              <p:cNvSpPr>
                <a:spLocks noGrp="1"/>
              </p:cNvSpPr>
              <p:nvPr>
                <p:ph idx="1"/>
              </p:nvPr>
            </p:nvSpPr>
            <p:spPr/>
            <p:txBody>
              <a:bodyPr>
                <a:normAutofit lnSpcReduction="10000"/>
              </a:bodyPr>
              <a:lstStyle/>
              <a:p>
                <a:r>
                  <a:rPr lang="en-US" dirty="0"/>
                  <a:t>A processor operates at a clock frequency of 1 GHz and consumes 10 W of power. If the transistor dimensions are scaled down by a factor of 2 under Dennard's scaling:</a:t>
                </a:r>
              </a:p>
              <a:p>
                <a:pPr lvl="1"/>
                <a:r>
                  <a:rPr lang="en-US" dirty="0"/>
                  <a:t>What is the new clock frequency?</a:t>
                </a:r>
              </a:p>
              <a:p>
                <a:pPr lvl="1"/>
                <a:r>
                  <a:rPr lang="en-US" dirty="0"/>
                  <a:t>What is the new power consumption?</a:t>
                </a:r>
              </a:p>
              <a:p>
                <a:r>
                  <a:rPr lang="en-US" dirty="0"/>
                  <a:t>Solution: </a:t>
                </a:r>
              </a:p>
              <a:p>
                <a:r>
                  <a:rPr lang="en-US" dirty="0"/>
                  <a:t>Clock frequency</a:t>
                </a:r>
              </a:p>
              <a:p>
                <a:pPr lvl="1"/>
                <a:r>
                  <a:rPr lang="en-US" dirty="0"/>
                  <a:t>Frequency scales as </a:t>
                </a:r>
                <a14:m>
                  <m:oMath xmlns:m="http://schemas.openxmlformats.org/officeDocument/2006/math">
                    <m:r>
                      <a:rPr lang="en-US" b="0" i="1" smtClean="0">
                        <a:latin typeface="Cambria Math" panose="02040503050406030204" pitchFamily="18" charset="0"/>
                      </a:rPr>
                      <m:t>𝑆</m:t>
                    </m:r>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𝑓</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=1</m:t>
                    </m:r>
                    <m:r>
                      <m:rPr>
                        <m:sty m:val="p"/>
                      </m:rPr>
                      <a:rPr lang="en-US" b="0" i="0" smtClean="0">
                        <a:latin typeface="Cambria Math" panose="02040503050406030204" pitchFamily="18" charset="0"/>
                      </a:rPr>
                      <m:t>GHz</m:t>
                    </m:r>
                    <m:r>
                      <a:rPr lang="en-US" b="0" i="1" smtClean="0">
                        <a:latin typeface="Cambria Math" panose="02040503050406030204" pitchFamily="18" charset="0"/>
                      </a:rPr>
                      <m:t>×2=2</m:t>
                    </m:r>
                    <m:r>
                      <m:rPr>
                        <m:sty m:val="p"/>
                      </m:rPr>
                      <a:rPr lang="en-US" b="0" i="0" smtClean="0">
                        <a:latin typeface="Cambria Math" panose="02040503050406030204" pitchFamily="18" charset="0"/>
                      </a:rPr>
                      <m:t>GHz</m:t>
                    </m:r>
                  </m:oMath>
                </a14:m>
                <a:endParaRPr lang="en-US" dirty="0"/>
              </a:p>
              <a:p>
                <a:r>
                  <a:rPr lang="en-US" dirty="0"/>
                  <a:t>Power consumption: </a:t>
                </a:r>
              </a:p>
              <a:p>
                <a:pPr lvl="1"/>
                <a:r>
                  <a:rPr lang="en-US" dirty="0"/>
                  <a:t>Power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r>
                      <a:rPr lang="en-US" b="0" i="1" smtClean="0">
                        <a:latin typeface="Cambria Math" panose="02040503050406030204" pitchFamily="18" charset="0"/>
                      </a:rPr>
                      <m:t>=10</m:t>
                    </m:r>
                    <m:r>
                      <m:rPr>
                        <m:sty m:val="p"/>
                      </m:rPr>
                      <a:rPr lang="en-US" b="0" i="0" smtClean="0">
                        <a:latin typeface="Cambria Math" panose="02040503050406030204" pitchFamily="18" charset="0"/>
                      </a:rPr>
                      <m:t>W</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den>
                    </m:f>
                    <m:r>
                      <a:rPr lang="en-US" b="0" i="1" smtClean="0">
                        <a:latin typeface="Cambria Math" panose="02040503050406030204" pitchFamily="18" charset="0"/>
                      </a:rPr>
                      <m:t>=10</m:t>
                    </m:r>
                    <m:r>
                      <m:rPr>
                        <m:sty m:val="p"/>
                      </m:rPr>
                      <a:rPr lang="en-US" b="0" i="0" smtClean="0">
                        <a:latin typeface="Cambria Math" panose="02040503050406030204" pitchFamily="18" charset="0"/>
                      </a:rPr>
                      <m:t>W</m:t>
                    </m:r>
                    <m:r>
                      <a:rPr lang="en-US" b="0" i="1" smtClean="0">
                        <a:latin typeface="Cambria Math" panose="02040503050406030204" pitchFamily="18" charset="0"/>
                      </a:rPr>
                      <m:t>×0.25=2.5</m:t>
                    </m:r>
                    <m:r>
                      <m:rPr>
                        <m:sty m:val="p"/>
                      </m:rPr>
                      <a:rPr lang="en-US" b="0" i="0" smtClean="0">
                        <a:latin typeface="Cambria Math" panose="02040503050406030204" pitchFamily="18" charset="0"/>
                      </a:rPr>
                      <m:t>W</m:t>
                    </m:r>
                  </m:oMath>
                </a14:m>
                <a:endParaRPr lang="en-US" dirty="0"/>
              </a:p>
              <a:p>
                <a:pPr lvl="1"/>
                <a:endParaRPr lang="en-US" dirty="0"/>
              </a:p>
              <a:p>
                <a:endParaRPr lang="en-US" dirty="0"/>
              </a:p>
            </p:txBody>
          </p:sp>
        </mc:Choice>
        <mc:Fallback xmlns="">
          <p:sp>
            <p:nvSpPr>
              <p:cNvPr id="3" name="Content Placeholder 2">
                <a:extLst>
                  <a:ext uri="{FF2B5EF4-FFF2-40B4-BE49-F238E27FC236}">
                    <a16:creationId xmlns:a16="http://schemas.microsoft.com/office/drawing/2014/main" id="{C700F4D5-67D0-4BC3-B4FF-A8FB425D8E2E}"/>
                  </a:ext>
                </a:extLst>
              </p:cNvPr>
              <p:cNvSpPr>
                <a:spLocks noGrp="1" noRot="1" noChangeAspect="1" noMove="1" noResize="1" noEditPoints="1" noAdjustHandles="1" noChangeArrowheads="1" noChangeShapeType="1" noTextEdit="1"/>
              </p:cNvSpPr>
              <p:nvPr>
                <p:ph idx="1"/>
              </p:nvPr>
            </p:nvSpPr>
            <p:spPr>
              <a:blipFill>
                <a:blip r:embed="rId2"/>
                <a:stretch>
                  <a:fillRect l="-1043" t="-3081" r="-116"/>
                </a:stretch>
              </a:blipFill>
            </p:spPr>
            <p:txBody>
              <a:bodyPr/>
              <a:lstStyle/>
              <a:p>
                <a:r>
                  <a:rPr lang="en-US">
                    <a:noFill/>
                  </a:rPr>
                  <a:t> </a:t>
                </a:r>
              </a:p>
            </p:txBody>
          </p:sp>
        </mc:Fallback>
      </mc:AlternateContent>
    </p:spTree>
    <p:extLst>
      <p:ext uri="{BB962C8B-B14F-4D97-AF65-F5344CB8AC3E}">
        <p14:creationId xmlns:p14="http://schemas.microsoft.com/office/powerpoint/2010/main" val="1011876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BE586-A6AF-4501-87D9-54953897191B}"/>
              </a:ext>
            </a:extLst>
          </p:cNvPr>
          <p:cNvSpPr>
            <a:spLocks noGrp="1"/>
          </p:cNvSpPr>
          <p:nvPr>
            <p:ph type="title"/>
          </p:nvPr>
        </p:nvSpPr>
        <p:spPr/>
        <p:txBody>
          <a:bodyPr/>
          <a:lstStyle/>
          <a:p>
            <a:r>
              <a:rPr lang="en-US" dirty="0"/>
              <a:t>Example 3: Device Density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4F73AD-CD3F-4097-9375-927EACE2D94E}"/>
                  </a:ext>
                </a:extLst>
              </p:cNvPr>
              <p:cNvSpPr>
                <a:spLocks noGrp="1"/>
              </p:cNvSpPr>
              <p:nvPr>
                <p:ph idx="1"/>
              </p:nvPr>
            </p:nvSpPr>
            <p:spPr/>
            <p:txBody>
              <a:bodyPr/>
              <a:lstStyle/>
              <a:p>
                <a:r>
                  <a:rPr lang="en-US" dirty="0"/>
                  <a:t>A chip contains </a:t>
                </a:r>
                <a14:m>
                  <m:oMath xmlns:m="http://schemas.openxmlformats.org/officeDocument/2006/math">
                    <m:r>
                      <a:rPr lang="en-US" i="1" dirty="0" smtClean="0">
                        <a:latin typeface="Cambria Math" panose="02040503050406030204" pitchFamily="18" charset="0"/>
                      </a:rPr>
                      <m:t>1</m:t>
                    </m:r>
                  </m:oMath>
                </a14:m>
                <a:r>
                  <a:rPr lang="en-US" dirty="0"/>
                  <a:t> million transistors consuming 10 W of power. If transistor dimensions are scaled down by </a:t>
                </a:r>
                <a14:m>
                  <m:oMath xmlns:m="http://schemas.openxmlformats.org/officeDocument/2006/math">
                    <m:r>
                      <a:rPr lang="en-US" i="1" dirty="0" smtClean="0">
                        <a:latin typeface="Cambria Math" panose="02040503050406030204" pitchFamily="18" charset="0"/>
                      </a:rPr>
                      <m:t>𝑆</m:t>
                    </m:r>
                    <m:r>
                      <a:rPr lang="en-US" i="1" dirty="0" smtClean="0">
                        <a:latin typeface="Cambria Math" panose="02040503050406030204" pitchFamily="18" charset="0"/>
                      </a:rPr>
                      <m:t>=2</m:t>
                    </m:r>
                  </m:oMath>
                </a14:m>
                <a:r>
                  <a:rPr lang="en-US" dirty="0"/>
                  <a:t>, how many transistors can the chip support while keeping power consumption constant?</a:t>
                </a:r>
              </a:p>
              <a:p>
                <a:r>
                  <a:rPr lang="en-US" dirty="0"/>
                  <a:t>Solution</a:t>
                </a:r>
              </a:p>
              <a:p>
                <a:pPr lvl="1"/>
                <a:r>
                  <a:rPr lang="en-US" dirty="0"/>
                  <a:t>Power per transistor scales as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den>
                    </m:f>
                  </m:oMath>
                </a14:m>
                <a:r>
                  <a:rPr lang="en-US" dirty="0"/>
                  <a:t>: </a:t>
                </a:r>
                <a:br>
                  <a:rPr lang="en-US" b="0" i="1" dirty="0">
                    <a:latin typeface="Cambria Math" panose="02040503050406030204" pitchFamily="18" charset="0"/>
                  </a:rPr>
                </a:b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m:rPr>
                            <m:sty m:val="p"/>
                          </m:rPr>
                          <a:rPr lang="en-US" b="0" i="0" smtClean="0">
                            <a:latin typeface="Cambria Math" panose="02040503050406030204" pitchFamily="18" charset="0"/>
                          </a:rPr>
                          <m:t>new</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transistor</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m:rPr>
                            <m:sty m:val="p"/>
                          </m:rPr>
                          <a:rPr lang="en-US" b="0" i="0" smtClean="0">
                            <a:latin typeface="Cambria Math" panose="02040503050406030204" pitchFamily="18" charset="0"/>
                          </a:rPr>
                          <m:t>old</m:t>
                        </m:r>
                        <m:r>
                          <a:rPr lang="en-US" b="0" i="0" smtClean="0">
                            <a:latin typeface="Cambria Math" panose="02040503050406030204" pitchFamily="18" charset="0"/>
                          </a:rPr>
                          <m:t> </m:t>
                        </m:r>
                        <m:r>
                          <m:rPr>
                            <m:sty m:val="p"/>
                          </m:rPr>
                          <a:rPr lang="en-US" b="0" i="0" smtClean="0">
                            <a:latin typeface="Cambria Math" panose="02040503050406030204" pitchFamily="18" charset="0"/>
                          </a:rPr>
                          <m:t>per</m:t>
                        </m:r>
                        <m:r>
                          <a:rPr lang="en-US" b="0" i="0" smtClean="0">
                            <a:latin typeface="Cambria Math" panose="02040503050406030204" pitchFamily="18" charset="0"/>
                          </a:rPr>
                          <m:t> </m:t>
                        </m:r>
                        <m:r>
                          <m:rPr>
                            <m:sty m:val="p"/>
                          </m:rPr>
                          <a:rPr lang="en-US" b="0" i="0" smtClean="0">
                            <a:latin typeface="Cambria Math" panose="02040503050406030204" pitchFamily="18" charset="0"/>
                          </a:rPr>
                          <m:t>transistor</m:t>
                        </m:r>
                      </m:sub>
                    </m:sSub>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oMath>
                </a14:m>
                <a:endParaRPr lang="en-US" dirty="0"/>
              </a:p>
              <a:p>
                <a:pPr lvl="1"/>
                <a:r>
                  <a:rPr lang="en-US" dirty="0"/>
                  <a:t>If the power is constant, the number of transistors can scale as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oMath>
                </a14:m>
                <a:r>
                  <a:rPr lang="en-US" dirty="0"/>
                  <a:t>: </a:t>
                </a:r>
                <a:br>
                  <a:rPr lang="en-US" dirty="0"/>
                </a:b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𝑆</m:t>
                        </m:r>
                      </m:e>
                      <m:sup>
                        <m:r>
                          <a:rPr lang="en-US" b="0" i="1" smtClean="0">
                            <a:latin typeface="Cambria Math" panose="02040503050406030204" pitchFamily="18" charset="0"/>
                          </a:rPr>
                          <m:t>2</m:t>
                        </m:r>
                      </m:sup>
                    </m:sSup>
                    <m:r>
                      <a:rPr lang="en-US" b="0" i="1" smtClean="0">
                        <a:latin typeface="Cambria Math" panose="02040503050406030204" pitchFamily="18" charset="0"/>
                      </a:rPr>
                      <m:t>=1 </m:t>
                    </m:r>
                    <m:r>
                      <m:rPr>
                        <m:sty m:val="p"/>
                      </m:rPr>
                      <a:rPr lang="en-US" b="0" i="0" smtClean="0">
                        <a:latin typeface="Cambria Math" panose="02040503050406030204" pitchFamily="18" charset="0"/>
                      </a:rPr>
                      <m:t>million</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2</m:t>
                        </m:r>
                      </m:sup>
                    </m:sSup>
                    <m:r>
                      <a:rPr lang="en-US" b="0" i="1" smtClean="0">
                        <a:latin typeface="Cambria Math" panose="02040503050406030204" pitchFamily="18" charset="0"/>
                      </a:rPr>
                      <m:t>=4 </m:t>
                    </m:r>
                    <m:r>
                      <m:rPr>
                        <m:sty m:val="p"/>
                      </m:rPr>
                      <a:rPr lang="en-US" b="0" i="0" smtClean="0">
                        <a:latin typeface="Cambria Math" panose="02040503050406030204" pitchFamily="18" charset="0"/>
                      </a:rPr>
                      <m:t>million</m:t>
                    </m:r>
                  </m:oMath>
                </a14:m>
                <a:endParaRPr lang="en-US" dirty="0"/>
              </a:p>
            </p:txBody>
          </p:sp>
        </mc:Choice>
        <mc:Fallback xmlns="">
          <p:sp>
            <p:nvSpPr>
              <p:cNvPr id="3" name="Content Placeholder 2">
                <a:extLst>
                  <a:ext uri="{FF2B5EF4-FFF2-40B4-BE49-F238E27FC236}">
                    <a16:creationId xmlns:a16="http://schemas.microsoft.com/office/drawing/2014/main" id="{434F73AD-CD3F-4097-9375-927EACE2D94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89833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1B55-941F-4DA4-8811-EF95BAA7D699}"/>
              </a:ext>
            </a:extLst>
          </p:cNvPr>
          <p:cNvSpPr>
            <a:spLocks noGrp="1"/>
          </p:cNvSpPr>
          <p:nvPr>
            <p:ph type="title"/>
          </p:nvPr>
        </p:nvSpPr>
        <p:spPr/>
        <p:txBody>
          <a:bodyPr/>
          <a:lstStyle/>
          <a:p>
            <a:r>
              <a:rPr lang="en-US" dirty="0"/>
              <a:t>ARM Cortex-A Series (Mobile and Embedded Systems)</a:t>
            </a:r>
          </a:p>
        </p:txBody>
      </p:sp>
      <p:sp>
        <p:nvSpPr>
          <p:cNvPr id="3" name="Content Placeholder 2">
            <a:extLst>
              <a:ext uri="{FF2B5EF4-FFF2-40B4-BE49-F238E27FC236}">
                <a16:creationId xmlns:a16="http://schemas.microsoft.com/office/drawing/2014/main" id="{0693ABEB-3812-4F1F-A954-428488394B1F}"/>
              </a:ext>
            </a:extLst>
          </p:cNvPr>
          <p:cNvSpPr>
            <a:spLocks noGrp="1"/>
          </p:cNvSpPr>
          <p:nvPr>
            <p:ph idx="1"/>
          </p:nvPr>
        </p:nvSpPr>
        <p:spPr/>
        <p:txBody>
          <a:bodyPr>
            <a:normAutofit fontScale="62500" lnSpcReduction="20000"/>
          </a:bodyPr>
          <a:lstStyle/>
          <a:p>
            <a:r>
              <a:rPr lang="en-US" b="1" dirty="0"/>
              <a:t>Overview</a:t>
            </a:r>
            <a:r>
              <a:rPr lang="en-US" dirty="0"/>
              <a:t>:</a:t>
            </a:r>
            <a:br>
              <a:rPr lang="en-US" dirty="0"/>
            </a:br>
            <a:r>
              <a:rPr lang="en-US" dirty="0"/>
              <a:t>ARM’s Cortex-A series processors are designed for mobile and embedded systems, emphasizing energy efficiency while maintaining high performance. These processors are used in smartphones, tablets, and IoT devices.</a:t>
            </a:r>
          </a:p>
          <a:p>
            <a:r>
              <a:rPr lang="en-US" b="1" dirty="0"/>
              <a:t>Key Features</a:t>
            </a:r>
            <a:r>
              <a:rPr lang="en-US" dirty="0"/>
              <a:t>:</a:t>
            </a:r>
          </a:p>
          <a:p>
            <a:r>
              <a:rPr lang="en-US" b="1" dirty="0"/>
              <a:t>Low Power Consumption</a:t>
            </a:r>
            <a:r>
              <a:rPr lang="en-US" dirty="0"/>
              <a:t>: ARM chips use a reduced instruction set computing (RISC) architecture, which leads to lower power consumption compared to complex instruction set computing (CISC) architectures.</a:t>
            </a:r>
          </a:p>
          <a:p>
            <a:r>
              <a:rPr lang="en-US" b="1" dirty="0"/>
              <a:t>Dynamic Voltage and Frequency Scaling (DVFS)</a:t>
            </a:r>
            <a:r>
              <a:rPr lang="en-US" dirty="0"/>
              <a:t>: ARM processors implement DVFS, allowing them to adjust voltage and frequency according to workload demands, reducing power consumption during idle or low-performance periods.</a:t>
            </a:r>
          </a:p>
          <a:p>
            <a:r>
              <a:rPr lang="en-US" b="1" dirty="0" err="1"/>
              <a:t>Big.LITTLE</a:t>
            </a:r>
            <a:r>
              <a:rPr lang="en-US" b="1" dirty="0"/>
              <a:t> Architecture</a:t>
            </a:r>
            <a:r>
              <a:rPr lang="en-US" dirty="0"/>
              <a:t>: ARM introduced the </a:t>
            </a:r>
            <a:r>
              <a:rPr lang="en-US" dirty="0" err="1"/>
              <a:t>Big.LITTLE</a:t>
            </a:r>
            <a:r>
              <a:rPr lang="en-US" dirty="0"/>
              <a:t> architecture, which pairs high-performance cores with low-power cores. The high-performance cores are used for intensive tasks, while the low-power cores handle less demanding operations, optimizing energy usage based on workload.</a:t>
            </a:r>
          </a:p>
          <a:p>
            <a:r>
              <a:rPr lang="en-US" b="1" dirty="0"/>
              <a:t>Impact on Energy-Efficient Computing</a:t>
            </a:r>
            <a:r>
              <a:rPr lang="en-US" dirty="0"/>
              <a:t>:</a:t>
            </a:r>
          </a:p>
          <a:p>
            <a:r>
              <a:rPr lang="en-US" dirty="0"/>
              <a:t>The </a:t>
            </a:r>
            <a:r>
              <a:rPr lang="en-US" b="1" dirty="0"/>
              <a:t>ARM Cortex-A processors</a:t>
            </a:r>
            <a:r>
              <a:rPr lang="en-US" dirty="0"/>
              <a:t> are widely adopted in mobile devices because they provide a balance between power efficiency and performance. The </a:t>
            </a:r>
            <a:r>
              <a:rPr lang="en-US" dirty="0" err="1"/>
              <a:t>Big.LITTLE</a:t>
            </a:r>
            <a:r>
              <a:rPr lang="en-US" dirty="0"/>
              <a:t> design enables intelligent workload distribution, achieving significant energy savings without compromising user experience.</a:t>
            </a:r>
          </a:p>
          <a:p>
            <a:endParaRPr lang="en-US" dirty="0"/>
          </a:p>
        </p:txBody>
      </p:sp>
    </p:spTree>
    <p:extLst>
      <p:ext uri="{BB962C8B-B14F-4D97-AF65-F5344CB8AC3E}">
        <p14:creationId xmlns:p14="http://schemas.microsoft.com/office/powerpoint/2010/main" val="1529699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D609-B58A-49AA-BAE7-288D4D0F7931}"/>
              </a:ext>
            </a:extLst>
          </p:cNvPr>
          <p:cNvSpPr>
            <a:spLocks noGrp="1"/>
          </p:cNvSpPr>
          <p:nvPr>
            <p:ph type="title"/>
          </p:nvPr>
        </p:nvSpPr>
        <p:spPr/>
        <p:txBody>
          <a:bodyPr/>
          <a:lstStyle/>
          <a:p>
            <a:r>
              <a:rPr lang="en-US"/>
              <a:t>What is ARM?</a:t>
            </a:r>
            <a:endParaRPr lang="en-US" dirty="0"/>
          </a:p>
        </p:txBody>
      </p:sp>
      <p:sp>
        <p:nvSpPr>
          <p:cNvPr id="3" name="Content Placeholder 2">
            <a:extLst>
              <a:ext uri="{FF2B5EF4-FFF2-40B4-BE49-F238E27FC236}">
                <a16:creationId xmlns:a16="http://schemas.microsoft.com/office/drawing/2014/main" id="{B8C5B87E-7624-40BF-A716-7C021B797806}"/>
              </a:ext>
            </a:extLst>
          </p:cNvPr>
          <p:cNvSpPr>
            <a:spLocks noGrp="1"/>
          </p:cNvSpPr>
          <p:nvPr>
            <p:ph idx="1"/>
          </p:nvPr>
        </p:nvSpPr>
        <p:spPr/>
        <p:txBody>
          <a:bodyPr/>
          <a:lstStyle/>
          <a:p>
            <a:r>
              <a:rPr lang="en-US" b="1" dirty="0"/>
              <a:t>ARM</a:t>
            </a:r>
            <a:r>
              <a:rPr lang="en-US" dirty="0"/>
              <a:t> (originally </a:t>
            </a:r>
            <a:r>
              <a:rPr lang="en-US" b="1" dirty="0"/>
              <a:t>Acorn RISC Machine</a:t>
            </a:r>
            <a:r>
              <a:rPr lang="en-US" dirty="0"/>
              <a:t>, later renamed to </a:t>
            </a:r>
            <a:r>
              <a:rPr lang="en-US" b="1" dirty="0"/>
              <a:t>Advanced RISC Machines</a:t>
            </a:r>
            <a:r>
              <a:rPr lang="en-US" dirty="0"/>
              <a:t>) is a company and architecture that designs </a:t>
            </a:r>
            <a:r>
              <a:rPr lang="en-US" b="1" dirty="0"/>
              <a:t>RISC (Reduced Instruction Set Computing)</a:t>
            </a:r>
            <a:r>
              <a:rPr lang="en-US" dirty="0"/>
              <a:t> microprocessors and related technology. ARM processors are widely used in various devices, from smartphones and tablets to embedded systems, IoT devices, and even laptops. ARM is known for its </a:t>
            </a:r>
            <a:r>
              <a:rPr lang="en-US" b="1" dirty="0"/>
              <a:t>energy-efficient</a:t>
            </a:r>
            <a:r>
              <a:rPr lang="en-US" dirty="0"/>
              <a:t> processors, which provide a balance between performance and power consumption.</a:t>
            </a:r>
          </a:p>
        </p:txBody>
      </p:sp>
    </p:spTree>
    <p:extLst>
      <p:ext uri="{BB962C8B-B14F-4D97-AF65-F5344CB8AC3E}">
        <p14:creationId xmlns:p14="http://schemas.microsoft.com/office/powerpoint/2010/main" val="1019919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11A6-F2E9-4F72-A01F-83E635C90667}"/>
              </a:ext>
            </a:extLst>
          </p:cNvPr>
          <p:cNvSpPr>
            <a:spLocks noGrp="1"/>
          </p:cNvSpPr>
          <p:nvPr>
            <p:ph type="title"/>
          </p:nvPr>
        </p:nvSpPr>
        <p:spPr/>
        <p:txBody>
          <a:bodyPr/>
          <a:lstStyle/>
          <a:p>
            <a:r>
              <a:rPr lang="en-US" dirty="0"/>
              <a:t>Intel’s Low Power Atom Processors (Mobile and Netbooks)</a:t>
            </a:r>
          </a:p>
        </p:txBody>
      </p:sp>
      <p:sp>
        <p:nvSpPr>
          <p:cNvPr id="3" name="Content Placeholder 2">
            <a:extLst>
              <a:ext uri="{FF2B5EF4-FFF2-40B4-BE49-F238E27FC236}">
                <a16:creationId xmlns:a16="http://schemas.microsoft.com/office/drawing/2014/main" id="{B8ED06EC-92FE-451B-BEC7-1BB058BCDF5F}"/>
              </a:ext>
            </a:extLst>
          </p:cNvPr>
          <p:cNvSpPr>
            <a:spLocks noGrp="1"/>
          </p:cNvSpPr>
          <p:nvPr>
            <p:ph idx="1"/>
          </p:nvPr>
        </p:nvSpPr>
        <p:spPr/>
        <p:txBody>
          <a:bodyPr>
            <a:normAutofit fontScale="62500" lnSpcReduction="20000"/>
          </a:bodyPr>
          <a:lstStyle/>
          <a:p>
            <a:r>
              <a:rPr lang="en-US" b="1" dirty="0"/>
              <a:t>Overview</a:t>
            </a:r>
            <a:r>
              <a:rPr lang="en-US" dirty="0"/>
              <a:t>:</a:t>
            </a:r>
            <a:br>
              <a:rPr lang="en-US" dirty="0"/>
            </a:br>
            <a:r>
              <a:rPr lang="en-US" dirty="0"/>
              <a:t>Intel's Atom processors are designed specifically for energy-efficient computing in netbooks, tablets, and other mobile devices. The Atom chips are based on Intel's x86 architecture but optimized for low power.</a:t>
            </a:r>
          </a:p>
          <a:p>
            <a:r>
              <a:rPr lang="en-US" b="1" dirty="0"/>
              <a:t>Key Features</a:t>
            </a:r>
            <a:r>
              <a:rPr lang="en-US" dirty="0"/>
              <a:t>:</a:t>
            </a:r>
          </a:p>
          <a:p>
            <a:r>
              <a:rPr lang="en-US" b="1" dirty="0"/>
              <a:t>Power-Saving Technologies</a:t>
            </a:r>
            <a:r>
              <a:rPr lang="en-US" dirty="0"/>
              <a:t>: Atom processors integrate various power-saving technologies, such as Enhanced Intel </a:t>
            </a:r>
            <a:r>
              <a:rPr lang="en-US" dirty="0" err="1"/>
              <a:t>SpeedStep</a:t>
            </a:r>
            <a:r>
              <a:rPr lang="en-US" dirty="0"/>
              <a:t> Technology (EIST), which adjusts the processor’s voltage and frequency dynamically based on workload.</a:t>
            </a:r>
          </a:p>
          <a:p>
            <a:r>
              <a:rPr lang="en-US" b="1" dirty="0"/>
              <a:t>System on a Chip (SoC) Design</a:t>
            </a:r>
            <a:r>
              <a:rPr lang="en-US" dirty="0"/>
              <a:t>: Atom processors often come as SoCs, which combine multiple components (CPU, GPU, memory controller, etc.) onto a single chip, reducing the power overhead from interconnects and enhancing power efficiency.</a:t>
            </a:r>
          </a:p>
          <a:p>
            <a:r>
              <a:rPr lang="en-US" b="1" dirty="0"/>
              <a:t>Low-Voltage Operation</a:t>
            </a:r>
            <a:r>
              <a:rPr lang="en-US" dirty="0"/>
              <a:t>: Atom chips are built to run at lower voltages (e.g., 0.8V-1.1V) compared to standard processors, which directly translates into lower energy consumption.</a:t>
            </a:r>
          </a:p>
          <a:p>
            <a:r>
              <a:rPr lang="en-US" b="1" dirty="0"/>
              <a:t>Impact on Energy-Efficient Computing</a:t>
            </a:r>
            <a:r>
              <a:rPr lang="en-US" dirty="0"/>
              <a:t>:</a:t>
            </a:r>
          </a:p>
          <a:p>
            <a:r>
              <a:rPr lang="en-US" dirty="0"/>
              <a:t>Atom processors have enabled the development of energy-efficient devices like netbooks and tablets, offering low power consumption while still supporting the needs of lightweight computing tasks such as browsing, media consumption, and office applications.</a:t>
            </a:r>
          </a:p>
        </p:txBody>
      </p:sp>
    </p:spTree>
    <p:extLst>
      <p:ext uri="{BB962C8B-B14F-4D97-AF65-F5344CB8AC3E}">
        <p14:creationId xmlns:p14="http://schemas.microsoft.com/office/powerpoint/2010/main" val="3346095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1AE10-B47D-4B15-BFCF-17098B23D2F1}"/>
              </a:ext>
            </a:extLst>
          </p:cNvPr>
          <p:cNvSpPr>
            <a:spLocks noGrp="1"/>
          </p:cNvSpPr>
          <p:nvPr>
            <p:ph type="title"/>
          </p:nvPr>
        </p:nvSpPr>
        <p:spPr/>
        <p:txBody>
          <a:bodyPr/>
          <a:lstStyle/>
          <a:p>
            <a:r>
              <a:rPr lang="en-US" dirty="0"/>
              <a:t>NVIDIA’s Volta Architecture (GPUs for Deep Learning and AI)</a:t>
            </a:r>
          </a:p>
        </p:txBody>
      </p:sp>
      <p:sp>
        <p:nvSpPr>
          <p:cNvPr id="3" name="Content Placeholder 2">
            <a:extLst>
              <a:ext uri="{FF2B5EF4-FFF2-40B4-BE49-F238E27FC236}">
                <a16:creationId xmlns:a16="http://schemas.microsoft.com/office/drawing/2014/main" id="{2B992129-648D-44D3-9265-9879D25B2B88}"/>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NVIDIA’s Volta architecture (used in Tesla V100 GPUs) focuses on energy-efficient processing for high-performance computing tasks like deep learning and AI. These GPUs have been a game-changer in terms of energy efficiency in specialized computing.</a:t>
            </a:r>
          </a:p>
          <a:p>
            <a:r>
              <a:rPr lang="en-US" b="1" dirty="0"/>
              <a:t>Key Features</a:t>
            </a:r>
            <a:r>
              <a:rPr lang="en-US" dirty="0"/>
              <a:t>:</a:t>
            </a:r>
          </a:p>
          <a:p>
            <a:r>
              <a:rPr lang="en-US" b="1" dirty="0"/>
              <a:t>Tensor Cores</a:t>
            </a:r>
            <a:r>
              <a:rPr lang="en-US" dirty="0"/>
              <a:t>: Volta architecture includes specialized tensor cores optimized for AI and machine learning tasks. These cores are designed to execute operations with significantly higher throughput, thus improving performance-per-watt.</a:t>
            </a:r>
          </a:p>
          <a:p>
            <a:r>
              <a:rPr lang="en-US" b="1" dirty="0" err="1"/>
              <a:t>NVLink</a:t>
            </a:r>
            <a:r>
              <a:rPr lang="en-US" dirty="0"/>
              <a:t>: NVIDIA’s </a:t>
            </a:r>
            <a:r>
              <a:rPr lang="en-US" dirty="0" err="1"/>
              <a:t>NVLink</a:t>
            </a:r>
            <a:r>
              <a:rPr lang="en-US" dirty="0"/>
              <a:t> interconnect provides high-bandwidth communication between GPUs, allowing for efficient scaling of workloads. This reduces the need for high power consumption from traditional interconnects like PCIe.</a:t>
            </a:r>
          </a:p>
          <a:p>
            <a:r>
              <a:rPr lang="en-US" b="1" dirty="0"/>
              <a:t>Deep Learning Efficiency</a:t>
            </a:r>
            <a:r>
              <a:rPr lang="en-US" dirty="0"/>
              <a:t>: The Volta GPUs are optimized for matrix operations, which are common in machine learning models. By enhancing these operations' energy efficiency, the architecture offers better performance with lower power consumption.</a:t>
            </a:r>
          </a:p>
          <a:p>
            <a:r>
              <a:rPr lang="en-US" b="1" dirty="0"/>
              <a:t>AI-Accelerated Performance</a:t>
            </a:r>
            <a:r>
              <a:rPr lang="en-US" dirty="0"/>
              <a:t>: Volta chips support lower precision computations (e.g., FP16, INT8), which require less power than full-precision floating-point operations but still offer high accuracy for AI workloads.</a:t>
            </a:r>
          </a:p>
          <a:p>
            <a:r>
              <a:rPr lang="en-US" b="1" dirty="0"/>
              <a:t>Impact on Energy-Efficient Computing</a:t>
            </a:r>
            <a:r>
              <a:rPr lang="en-US" dirty="0"/>
              <a:t>:</a:t>
            </a:r>
          </a:p>
          <a:p>
            <a:r>
              <a:rPr lang="en-US" dirty="0"/>
              <a:t>The </a:t>
            </a:r>
            <a:r>
              <a:rPr lang="en-US" b="1" dirty="0"/>
              <a:t>Volta architecture</a:t>
            </a:r>
            <a:r>
              <a:rPr lang="en-US" dirty="0"/>
              <a:t> demonstrates how specialized hardware for AI and deep learning can achieve significant performance-per-watt improvements, making large-scale AI research and applications more energy-efficient. These GPUs have made a significant impact on industries like healthcare, finance, and autonomous vehicles.</a:t>
            </a:r>
          </a:p>
        </p:txBody>
      </p:sp>
    </p:spTree>
    <p:extLst>
      <p:ext uri="{BB962C8B-B14F-4D97-AF65-F5344CB8AC3E}">
        <p14:creationId xmlns:p14="http://schemas.microsoft.com/office/powerpoint/2010/main" val="1260378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3084E-0B1B-49F0-83C4-277B26BA2B3B}"/>
              </a:ext>
            </a:extLst>
          </p:cNvPr>
          <p:cNvSpPr>
            <a:spLocks noGrp="1"/>
          </p:cNvSpPr>
          <p:nvPr>
            <p:ph type="title"/>
          </p:nvPr>
        </p:nvSpPr>
        <p:spPr/>
        <p:txBody>
          <a:bodyPr/>
          <a:lstStyle/>
          <a:p>
            <a:r>
              <a:rPr lang="en-US" dirty="0"/>
              <a:t>Google’s Tensor Processing Units (TPUs) for Machine Learning</a:t>
            </a:r>
          </a:p>
        </p:txBody>
      </p:sp>
      <p:sp>
        <p:nvSpPr>
          <p:cNvPr id="3" name="Content Placeholder 2">
            <a:extLst>
              <a:ext uri="{FF2B5EF4-FFF2-40B4-BE49-F238E27FC236}">
                <a16:creationId xmlns:a16="http://schemas.microsoft.com/office/drawing/2014/main" id="{9286A91F-5865-4844-9106-A8FA68BC32EE}"/>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Google designed Tensor Processing Units (TPUs) as custom accelerators specifically for machine learning workloads. TPUs are optimized for high-throughput, low-latency, and energy-efficient execution of machine learning models.</a:t>
            </a:r>
          </a:p>
          <a:p>
            <a:r>
              <a:rPr lang="en-US" b="1" dirty="0"/>
              <a:t>Key Features</a:t>
            </a:r>
            <a:r>
              <a:rPr lang="en-US" dirty="0"/>
              <a:t>:</a:t>
            </a:r>
          </a:p>
          <a:p>
            <a:r>
              <a:rPr lang="en-US" b="1" dirty="0"/>
              <a:t>Application-Specific Integrated Circuits (ASICs)</a:t>
            </a:r>
            <a:r>
              <a:rPr lang="en-US" dirty="0"/>
              <a:t>: Unlike general-purpose processors like CPUs and GPUs, TPUs are custom-designed ASICs that are highly optimized for the specific operations required by machine learning, such as matrix multiplications and convolutions.</a:t>
            </a:r>
          </a:p>
          <a:p>
            <a:r>
              <a:rPr lang="en-US" b="1" dirty="0"/>
              <a:t>Low Power per Operation</a:t>
            </a:r>
            <a:r>
              <a:rPr lang="en-US" dirty="0"/>
              <a:t>: TPUs are designed to consume less power per operation than GPUs or CPUs. They achieve this by using specialized circuits and lower precision arithmetic (e.g., 8-bit integer operations) which reduce energy consumption while still delivering excellent performance for ML tasks.</a:t>
            </a:r>
          </a:p>
          <a:p>
            <a:r>
              <a:rPr lang="en-US" b="1" dirty="0"/>
              <a:t>High Throughput</a:t>
            </a:r>
            <a:r>
              <a:rPr lang="en-US" dirty="0"/>
              <a:t>: TPUs are designed to maximize throughput for matrix operations that are typical in machine learning models, leading to better energy efficiency for large-scale computations.</a:t>
            </a:r>
          </a:p>
          <a:p>
            <a:r>
              <a:rPr lang="en-US" b="1" dirty="0"/>
              <a:t>Cloud Deployment</a:t>
            </a:r>
            <a:r>
              <a:rPr lang="en-US" dirty="0"/>
              <a:t>: Google’s TPUs are available through Google Cloud, allowing for energy-efficient execution of ML models at scale without requiring on-premises infrastructure.</a:t>
            </a:r>
          </a:p>
          <a:p>
            <a:r>
              <a:rPr lang="en-US" b="1" dirty="0"/>
              <a:t>Impact on Energy-Efficient Computing</a:t>
            </a:r>
            <a:r>
              <a:rPr lang="en-US" dirty="0"/>
              <a:t>:</a:t>
            </a:r>
          </a:p>
          <a:p>
            <a:r>
              <a:rPr lang="en-US" b="1" dirty="0"/>
              <a:t>TPUs</a:t>
            </a:r>
            <a:r>
              <a:rPr lang="en-US" dirty="0"/>
              <a:t> have revolutionized machine learning by delivering high performance with lower power consumption compared to general-purpose processors. They allow for the scaling of AI workloads with a reduced environmental impact, supporting Google's energy-efficient cloud computing goals.</a:t>
            </a:r>
          </a:p>
        </p:txBody>
      </p:sp>
    </p:spTree>
    <p:extLst>
      <p:ext uri="{BB962C8B-B14F-4D97-AF65-F5344CB8AC3E}">
        <p14:creationId xmlns:p14="http://schemas.microsoft.com/office/powerpoint/2010/main" val="36410479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0B95-7F82-412F-94D1-BB6C046D2769}"/>
              </a:ext>
            </a:extLst>
          </p:cNvPr>
          <p:cNvSpPr>
            <a:spLocks noGrp="1"/>
          </p:cNvSpPr>
          <p:nvPr>
            <p:ph type="title"/>
          </p:nvPr>
        </p:nvSpPr>
        <p:spPr/>
        <p:txBody>
          <a:bodyPr/>
          <a:lstStyle/>
          <a:p>
            <a:r>
              <a:rPr lang="en-US" dirty="0"/>
              <a:t>Apple’s M1 Chip (System on a Chip for Personal Computers)</a:t>
            </a:r>
          </a:p>
        </p:txBody>
      </p:sp>
      <p:sp>
        <p:nvSpPr>
          <p:cNvPr id="3" name="Content Placeholder 2">
            <a:extLst>
              <a:ext uri="{FF2B5EF4-FFF2-40B4-BE49-F238E27FC236}">
                <a16:creationId xmlns:a16="http://schemas.microsoft.com/office/drawing/2014/main" id="{2AEF7FEB-C79A-4EE4-BCAA-C52CDB7DC0E2}"/>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Apple's M1 chip, based on ARM architecture, is designed for </a:t>
            </a:r>
            <a:r>
              <a:rPr lang="en-US" dirty="0" err="1"/>
              <a:t>MacBooks</a:t>
            </a:r>
            <a:r>
              <a:rPr lang="en-US" dirty="0"/>
              <a:t>, iMacs, and other Apple devices. The M1 chip integrates CPU, GPU, Neural Engine, I/O, and memory into a single chip, allowing for high efficiency.</a:t>
            </a:r>
          </a:p>
          <a:p>
            <a:r>
              <a:rPr lang="en-US" b="1" dirty="0"/>
              <a:t>Key Features</a:t>
            </a:r>
            <a:r>
              <a:rPr lang="en-US" dirty="0"/>
              <a:t>:</a:t>
            </a:r>
          </a:p>
          <a:p>
            <a:r>
              <a:rPr lang="en-US" b="1" dirty="0"/>
              <a:t>Unified Memory Architecture (UMA)</a:t>
            </a:r>
            <a:r>
              <a:rPr lang="en-US" dirty="0"/>
              <a:t>: The M1 uses a unified memory architecture, which allows both the CPU and GPU to access the same memory pool, reducing the need for separate memory modules and minimizing energy overhead.</a:t>
            </a:r>
          </a:p>
          <a:p>
            <a:r>
              <a:rPr lang="en-US" b="1" dirty="0"/>
              <a:t>Energy-Efficient ARM-Based Design</a:t>
            </a:r>
            <a:r>
              <a:rPr lang="en-US" dirty="0"/>
              <a:t>: The ARM architecture used in the M1 chip is known for its low power consumption compared to Intel's x86-based chips. Apple’s focus on power-efficient design provides long battery life in portable devices while maintaining high performance.</a:t>
            </a:r>
          </a:p>
          <a:p>
            <a:r>
              <a:rPr lang="en-US" b="1" dirty="0"/>
              <a:t>Advanced Power Management</a:t>
            </a:r>
            <a:r>
              <a:rPr lang="en-US" dirty="0"/>
              <a:t>: The M1 chip uses sophisticated power management techniques, including dynamic power scaling, which adjusts the power and performance of different cores depending on workload demands.</a:t>
            </a:r>
          </a:p>
          <a:p>
            <a:r>
              <a:rPr lang="en-US" b="1" dirty="0"/>
              <a:t>Neural Engine</a:t>
            </a:r>
            <a:r>
              <a:rPr lang="en-US" dirty="0"/>
              <a:t>: The inclusion of a dedicated neural engine for machine learning tasks helps offload AI workloads from the main CPU, enabling faster computations with lower power consumption.</a:t>
            </a:r>
          </a:p>
          <a:p>
            <a:r>
              <a:rPr lang="en-US" b="1" dirty="0"/>
              <a:t>Impact on Energy-Efficient Computing</a:t>
            </a:r>
            <a:r>
              <a:rPr lang="en-US" dirty="0"/>
              <a:t>:</a:t>
            </a:r>
          </a:p>
          <a:p>
            <a:r>
              <a:rPr lang="en-US" dirty="0"/>
              <a:t>The </a:t>
            </a:r>
            <a:r>
              <a:rPr lang="en-US" b="1" dirty="0"/>
              <a:t>M1 chip</a:t>
            </a:r>
            <a:r>
              <a:rPr lang="en-US" dirty="0"/>
              <a:t> is a prime example of how energy-efficient architecture can deliver substantial performance gains while keeping power consumption low. Its success in consumer devices like the MacBook Air (with impressive battery life) demonstrates how hardware design can optimize both power efficiency and performance for everyday computing tasks.</a:t>
            </a:r>
          </a:p>
          <a:p>
            <a:endParaRPr lang="en-US" dirty="0"/>
          </a:p>
        </p:txBody>
      </p:sp>
    </p:spTree>
    <p:extLst>
      <p:ext uri="{BB962C8B-B14F-4D97-AF65-F5344CB8AC3E}">
        <p14:creationId xmlns:p14="http://schemas.microsoft.com/office/powerpoint/2010/main" val="1066688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39707-5706-46CB-A879-B14EF0E46681}"/>
              </a:ext>
            </a:extLst>
          </p:cNvPr>
          <p:cNvSpPr>
            <a:spLocks noGrp="1"/>
          </p:cNvSpPr>
          <p:nvPr>
            <p:ph type="title"/>
          </p:nvPr>
        </p:nvSpPr>
        <p:spPr/>
        <p:txBody>
          <a:bodyPr/>
          <a:lstStyle/>
          <a:p>
            <a:r>
              <a:rPr lang="en-US" dirty="0"/>
              <a:t>Microsoft Project Catapult (FPGAs for Data Centers)</a:t>
            </a:r>
          </a:p>
        </p:txBody>
      </p:sp>
      <p:sp>
        <p:nvSpPr>
          <p:cNvPr id="3" name="Content Placeholder 2">
            <a:extLst>
              <a:ext uri="{FF2B5EF4-FFF2-40B4-BE49-F238E27FC236}">
                <a16:creationId xmlns:a16="http://schemas.microsoft.com/office/drawing/2014/main" id="{819A6A39-11E3-4A59-B6E8-078B8D3B1C9F}"/>
              </a:ext>
            </a:extLst>
          </p:cNvPr>
          <p:cNvSpPr>
            <a:spLocks noGrp="1"/>
          </p:cNvSpPr>
          <p:nvPr>
            <p:ph idx="1"/>
          </p:nvPr>
        </p:nvSpPr>
        <p:spPr/>
        <p:txBody>
          <a:bodyPr>
            <a:normAutofit fontScale="55000" lnSpcReduction="20000"/>
          </a:bodyPr>
          <a:lstStyle/>
          <a:p>
            <a:r>
              <a:rPr lang="en-US" b="1" dirty="0"/>
              <a:t>Overview</a:t>
            </a:r>
            <a:r>
              <a:rPr lang="en-US" dirty="0"/>
              <a:t>:</a:t>
            </a:r>
            <a:br>
              <a:rPr lang="en-US" dirty="0"/>
            </a:br>
            <a:r>
              <a:rPr lang="en-US" dirty="0"/>
              <a:t>Microsoft’s Project Catapult integrates FPGAs (Field-Programmable Gate Arrays) into its data center infrastructure to accelerate cloud-based services, including Bing search and Azure services, with a focus on energy efficiency.</a:t>
            </a:r>
          </a:p>
          <a:p>
            <a:r>
              <a:rPr lang="en-US" b="1" dirty="0"/>
              <a:t>Key Features</a:t>
            </a:r>
            <a:r>
              <a:rPr lang="en-US" dirty="0"/>
              <a:t>:</a:t>
            </a:r>
          </a:p>
          <a:p>
            <a:r>
              <a:rPr lang="en-US" b="1" dirty="0"/>
              <a:t>Field-Programmable Gate Arrays (FPGAs)</a:t>
            </a:r>
            <a:r>
              <a:rPr lang="en-US" dirty="0"/>
              <a:t>: FPGAs are reconfigurable hardware devices that can be optimized for specific workloads. In this case, FPGAs accelerate algorithms like search ranking, compression, and encryption.</a:t>
            </a:r>
          </a:p>
          <a:p>
            <a:r>
              <a:rPr lang="en-US" b="1" dirty="0"/>
              <a:t>Low Power, High Throughput</a:t>
            </a:r>
            <a:r>
              <a:rPr lang="en-US" dirty="0"/>
              <a:t>: FPGAs are capable of executing tasks with much lower power consumption than traditional CPUs and GPUs because they are custom-configured for the task at hand.</a:t>
            </a:r>
          </a:p>
          <a:p>
            <a:r>
              <a:rPr lang="en-US" b="1" dirty="0"/>
              <a:t>Integration with Data Centers</a:t>
            </a:r>
            <a:r>
              <a:rPr lang="en-US" dirty="0"/>
              <a:t>: FPGAs are used in Microsoft's Azure data centers, allowing for the optimization of energy consumption while maintaining high performance for cloud applications.</a:t>
            </a:r>
          </a:p>
          <a:p>
            <a:r>
              <a:rPr lang="en-US" b="1" dirty="0"/>
              <a:t>Parallelism and Customization</a:t>
            </a:r>
            <a:r>
              <a:rPr lang="en-US" dirty="0"/>
              <a:t>: FPGAs are highly parallel, meaning that they can process many tasks simultaneously, and their configurability allows Microsoft to optimize for a wide variety of workloads with minimal energy waste.</a:t>
            </a:r>
          </a:p>
          <a:p>
            <a:r>
              <a:rPr lang="en-US" b="1" dirty="0"/>
              <a:t>Impact on Energy-Efficient Computing</a:t>
            </a:r>
            <a:r>
              <a:rPr lang="en-US" dirty="0"/>
              <a:t>:</a:t>
            </a:r>
          </a:p>
          <a:p>
            <a:r>
              <a:rPr lang="en-US" b="1" dirty="0"/>
              <a:t>Project Catapult</a:t>
            </a:r>
            <a:r>
              <a:rPr lang="en-US" dirty="0"/>
              <a:t> demonstrates how FPGAs, when integrated into data centers, can provide an energy-efficient alternative to traditional processors for specific workloads, drastically improving performance-per-watt for cloud-based services.</a:t>
            </a:r>
          </a:p>
        </p:txBody>
      </p:sp>
    </p:spTree>
    <p:extLst>
      <p:ext uri="{BB962C8B-B14F-4D97-AF65-F5344CB8AC3E}">
        <p14:creationId xmlns:p14="http://schemas.microsoft.com/office/powerpoint/2010/main" val="23025062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BC929-11E1-4884-90A4-7D2647D2B55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101CDBA-1A63-40AC-AA62-C9E392BB3E8B}"/>
              </a:ext>
            </a:extLst>
          </p:cNvPr>
          <p:cNvSpPr>
            <a:spLocks noGrp="1"/>
          </p:cNvSpPr>
          <p:nvPr>
            <p:ph idx="1"/>
          </p:nvPr>
        </p:nvSpPr>
        <p:spPr/>
        <p:txBody>
          <a:bodyPr/>
          <a:lstStyle/>
          <a:p>
            <a:r>
              <a:rPr lang="en-US" dirty="0"/>
              <a:t>These case studies highlight the diversity of approaches to energy-efficient computing in hardware and architecture. From ARM's mobile chips to Google's specialized TPUs, each example demonstrates how specific hardware optimizations—such as custom processors, dynamic voltage scaling, specialized cores, and system integration—can lead to significant improvements in energy efficiency while still achieving high performance. These advancements are crucial for addressing the increasing energy demands of modern computing, particularly in areas like mobile devices, AI, and cloud infrastructure.</a:t>
            </a:r>
          </a:p>
        </p:txBody>
      </p:sp>
    </p:spTree>
    <p:extLst>
      <p:ext uri="{BB962C8B-B14F-4D97-AF65-F5344CB8AC3E}">
        <p14:creationId xmlns:p14="http://schemas.microsoft.com/office/powerpoint/2010/main" val="1008925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A300-165D-4CC4-A0C9-53BB20F3FAD8}"/>
              </a:ext>
            </a:extLst>
          </p:cNvPr>
          <p:cNvSpPr>
            <a:spLocks noGrp="1"/>
          </p:cNvSpPr>
          <p:nvPr>
            <p:ph type="ctrTitle"/>
          </p:nvPr>
        </p:nvSpPr>
        <p:spPr/>
        <p:txBody>
          <a:bodyPr>
            <a:normAutofit fontScale="90000"/>
          </a:bodyPr>
          <a:lstStyle/>
          <a:p>
            <a:r>
              <a:rPr lang="en-US" b="1" dirty="0"/>
              <a:t>Google’s Strategies for Managing Energy Consumption in Data Centers</a:t>
            </a:r>
            <a:endParaRPr lang="en-US" dirty="0"/>
          </a:p>
        </p:txBody>
      </p:sp>
      <p:sp>
        <p:nvSpPr>
          <p:cNvPr id="3" name="Subtitle 2">
            <a:extLst>
              <a:ext uri="{FF2B5EF4-FFF2-40B4-BE49-F238E27FC236}">
                <a16:creationId xmlns:a16="http://schemas.microsoft.com/office/drawing/2014/main" id="{E7A8FE45-50D3-48D0-84AD-F3A609110B80}"/>
              </a:ext>
            </a:extLst>
          </p:cNvPr>
          <p:cNvSpPr>
            <a:spLocks noGrp="1"/>
          </p:cNvSpPr>
          <p:nvPr>
            <p:ph type="subTitle" idx="1"/>
          </p:nvPr>
        </p:nvSpPr>
        <p:spPr/>
        <p:txBody>
          <a:bodyPr/>
          <a:lstStyle/>
          <a:p>
            <a:r>
              <a:rPr lang="en-US" dirty="0">
                <a:hlinkClick r:id="rId2"/>
              </a:rPr>
              <a:t>https://www.google.com/about/datacenters/efficiency/</a:t>
            </a:r>
            <a:endParaRPr lang="en-US" dirty="0"/>
          </a:p>
          <a:p>
            <a:endParaRPr lang="en-US" dirty="0"/>
          </a:p>
        </p:txBody>
      </p:sp>
    </p:spTree>
    <p:extLst>
      <p:ext uri="{BB962C8B-B14F-4D97-AF65-F5344CB8AC3E}">
        <p14:creationId xmlns:p14="http://schemas.microsoft.com/office/powerpoint/2010/main" val="2687649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6E22F-F04F-42A4-9007-3267B2E50ADC}"/>
              </a:ext>
            </a:extLst>
          </p:cNvPr>
          <p:cNvSpPr>
            <a:spLocks noGrp="1"/>
          </p:cNvSpPr>
          <p:nvPr>
            <p:ph type="title"/>
          </p:nvPr>
        </p:nvSpPr>
        <p:spPr/>
        <p:txBody>
          <a:bodyPr/>
          <a:lstStyle/>
          <a:p>
            <a:r>
              <a:rPr lang="en-US" dirty="0"/>
              <a:t>Data Center Design and Infrastructure</a:t>
            </a:r>
          </a:p>
        </p:txBody>
      </p:sp>
      <p:sp>
        <p:nvSpPr>
          <p:cNvPr id="3" name="Content Placeholder 2">
            <a:extLst>
              <a:ext uri="{FF2B5EF4-FFF2-40B4-BE49-F238E27FC236}">
                <a16:creationId xmlns:a16="http://schemas.microsoft.com/office/drawing/2014/main" id="{C325CAFF-CF66-4014-BBB1-1562E2B1566D}"/>
              </a:ext>
            </a:extLst>
          </p:cNvPr>
          <p:cNvSpPr>
            <a:spLocks noGrp="1"/>
          </p:cNvSpPr>
          <p:nvPr>
            <p:ph idx="1"/>
          </p:nvPr>
        </p:nvSpPr>
        <p:spPr/>
        <p:txBody>
          <a:bodyPr/>
          <a:lstStyle/>
          <a:p>
            <a:r>
              <a:rPr lang="en-US" dirty="0"/>
              <a:t>Efficient Cooling Systems: Google uses advanced cooling techniques such as free cooling (using outside air), liquid cooling, and optimized airflow management.</a:t>
            </a:r>
          </a:p>
          <a:p>
            <a:pPr marL="0" indent="0">
              <a:buNone/>
            </a:pPr>
            <a:endParaRPr lang="en-US" dirty="0"/>
          </a:p>
          <a:p>
            <a:r>
              <a:rPr lang="en-US" dirty="0"/>
              <a:t>Custom Hardware: Google designs custom servers that are energy efficient and tailored for their workloads.</a:t>
            </a:r>
          </a:p>
          <a:p>
            <a:endParaRPr lang="en-US" dirty="0"/>
          </a:p>
        </p:txBody>
      </p:sp>
    </p:spTree>
    <p:extLst>
      <p:ext uri="{BB962C8B-B14F-4D97-AF65-F5344CB8AC3E}">
        <p14:creationId xmlns:p14="http://schemas.microsoft.com/office/powerpoint/2010/main" val="5603226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F1BF6-9BFA-4B25-80F6-E787008ACE89}"/>
              </a:ext>
            </a:extLst>
          </p:cNvPr>
          <p:cNvSpPr>
            <a:spLocks noGrp="1"/>
          </p:cNvSpPr>
          <p:nvPr>
            <p:ph type="title"/>
          </p:nvPr>
        </p:nvSpPr>
        <p:spPr/>
        <p:txBody>
          <a:bodyPr/>
          <a:lstStyle/>
          <a:p>
            <a:r>
              <a:rPr lang="en-US" b="1" dirty="0"/>
              <a:t>Software-Driven Optimization</a:t>
            </a:r>
            <a:endParaRPr lang="en-US" dirty="0"/>
          </a:p>
        </p:txBody>
      </p:sp>
      <p:sp>
        <p:nvSpPr>
          <p:cNvPr id="3" name="Content Placeholder 2">
            <a:extLst>
              <a:ext uri="{FF2B5EF4-FFF2-40B4-BE49-F238E27FC236}">
                <a16:creationId xmlns:a16="http://schemas.microsoft.com/office/drawing/2014/main" id="{56DCD05F-E09B-417F-8617-E3C8149D7AAB}"/>
              </a:ext>
            </a:extLst>
          </p:cNvPr>
          <p:cNvSpPr>
            <a:spLocks noGrp="1"/>
          </p:cNvSpPr>
          <p:nvPr>
            <p:ph idx="1"/>
          </p:nvPr>
        </p:nvSpPr>
        <p:spPr/>
        <p:txBody>
          <a:bodyPr>
            <a:normAutofit/>
          </a:bodyPr>
          <a:lstStyle/>
          <a:p>
            <a:r>
              <a:rPr lang="en-US" dirty="0"/>
              <a:t>Workload Management: Google uses machine learning models to predict and manage workloads. This includes adjusting workloads dynamically based on energy availability, such as renewable energy supply.</a:t>
            </a:r>
          </a:p>
          <a:p>
            <a:r>
              <a:rPr lang="en-US" dirty="0"/>
              <a:t>Scheduling and Optimization Models:</a:t>
            </a:r>
          </a:p>
          <a:p>
            <a:pPr lvl="1"/>
            <a:r>
              <a:rPr lang="en-US" dirty="0"/>
              <a:t>ILP and related optimization techniques can be applied to allocate workloads to servers and schedule tasks in ways that minimize energy consumption or match renewable energy supply.</a:t>
            </a:r>
          </a:p>
          <a:p>
            <a:pPr lvl="1"/>
            <a:r>
              <a:rPr lang="en-US" dirty="0"/>
              <a:t>For example, the objective function in an ILP model could minimize total energy consumption subject to constraints like workload deadlines, server capacities, and thermal limits.</a:t>
            </a:r>
          </a:p>
          <a:p>
            <a:endParaRPr lang="en-US" dirty="0"/>
          </a:p>
        </p:txBody>
      </p:sp>
    </p:spTree>
    <p:extLst>
      <p:ext uri="{BB962C8B-B14F-4D97-AF65-F5344CB8AC3E}">
        <p14:creationId xmlns:p14="http://schemas.microsoft.com/office/powerpoint/2010/main" val="2105901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4EE9-490F-4DCA-9410-78475762B545}"/>
              </a:ext>
            </a:extLst>
          </p:cNvPr>
          <p:cNvSpPr>
            <a:spLocks noGrp="1"/>
          </p:cNvSpPr>
          <p:nvPr>
            <p:ph type="title"/>
          </p:nvPr>
        </p:nvSpPr>
        <p:spPr/>
        <p:txBody>
          <a:bodyPr/>
          <a:lstStyle/>
          <a:p>
            <a:r>
              <a:rPr lang="en-US" dirty="0"/>
              <a:t>Use of Renewable Energy</a:t>
            </a:r>
          </a:p>
        </p:txBody>
      </p:sp>
      <p:sp>
        <p:nvSpPr>
          <p:cNvPr id="3" name="Content Placeholder 2">
            <a:extLst>
              <a:ext uri="{FF2B5EF4-FFF2-40B4-BE49-F238E27FC236}">
                <a16:creationId xmlns:a16="http://schemas.microsoft.com/office/drawing/2014/main" id="{A0D08F4E-BBC2-4C28-9F31-43FCF46B55F8}"/>
              </a:ext>
            </a:extLst>
          </p:cNvPr>
          <p:cNvSpPr>
            <a:spLocks noGrp="1"/>
          </p:cNvSpPr>
          <p:nvPr>
            <p:ph idx="1"/>
          </p:nvPr>
        </p:nvSpPr>
        <p:spPr/>
        <p:txBody>
          <a:bodyPr/>
          <a:lstStyle/>
          <a:p>
            <a:r>
              <a:rPr lang="en-US" dirty="0"/>
              <a:t>Energy Matching: Google strives to match its energy consumption with renewable energy supply in real time. This involves sophisticated forecasting models for renewable energy generation (e.g., solar and wind) and aligning data center workloads accordingly.</a:t>
            </a:r>
          </a:p>
          <a:p>
            <a:endParaRPr lang="en-US" dirty="0"/>
          </a:p>
          <a:p>
            <a:r>
              <a:rPr lang="en-US" dirty="0"/>
              <a:t>Battery and Grid Interaction: When renewable energy is not available, Google leverages batteries or purchases energy from grids, potentially applying optimization models to minimize costs and carbon footprint.</a:t>
            </a:r>
          </a:p>
          <a:p>
            <a:endParaRPr lang="en-US" dirty="0"/>
          </a:p>
        </p:txBody>
      </p:sp>
    </p:spTree>
    <p:extLst>
      <p:ext uri="{BB962C8B-B14F-4D97-AF65-F5344CB8AC3E}">
        <p14:creationId xmlns:p14="http://schemas.microsoft.com/office/powerpoint/2010/main" val="11598561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D70DC-DE10-4D0E-B6DF-E42CEF4A5DD7}"/>
              </a:ext>
            </a:extLst>
          </p:cNvPr>
          <p:cNvSpPr>
            <a:spLocks noGrp="1"/>
          </p:cNvSpPr>
          <p:nvPr>
            <p:ph type="title"/>
          </p:nvPr>
        </p:nvSpPr>
        <p:spPr/>
        <p:txBody>
          <a:bodyPr/>
          <a:lstStyle/>
          <a:p>
            <a:r>
              <a:rPr lang="en-US" dirty="0"/>
              <a:t>ILP and Optimization Approaches</a:t>
            </a:r>
          </a:p>
        </p:txBody>
      </p:sp>
      <p:sp>
        <p:nvSpPr>
          <p:cNvPr id="3" name="Content Placeholder 2">
            <a:extLst>
              <a:ext uri="{FF2B5EF4-FFF2-40B4-BE49-F238E27FC236}">
                <a16:creationId xmlns:a16="http://schemas.microsoft.com/office/drawing/2014/main" id="{2BDCEBC8-B251-4655-90C0-EE7AA267D74E}"/>
              </a:ext>
            </a:extLst>
          </p:cNvPr>
          <p:cNvSpPr>
            <a:spLocks noGrp="1"/>
          </p:cNvSpPr>
          <p:nvPr>
            <p:ph idx="1"/>
          </p:nvPr>
        </p:nvSpPr>
        <p:spPr/>
        <p:txBody>
          <a:bodyPr>
            <a:normAutofit lnSpcReduction="10000"/>
          </a:bodyPr>
          <a:lstStyle/>
          <a:p>
            <a:r>
              <a:rPr lang="en-US" dirty="0"/>
              <a:t>Typical ILP Model Components for Energy Management:</a:t>
            </a:r>
            <a:br>
              <a:rPr lang="en-US" dirty="0"/>
            </a:br>
            <a:r>
              <a:rPr lang="en-US" dirty="0"/>
              <a:t>   - Decision Variables: Server on/off states, task assignments, cooling system settings.</a:t>
            </a:r>
            <a:br>
              <a:rPr lang="en-US" dirty="0"/>
            </a:br>
            <a:r>
              <a:rPr lang="en-US" dirty="0"/>
              <a:t>   - Objective Function: Minimize total energy consumption or costs.</a:t>
            </a:r>
            <a:br>
              <a:rPr lang="en-US" dirty="0"/>
            </a:br>
            <a:r>
              <a:rPr lang="en-US" dirty="0"/>
              <a:t>   - Constraints:</a:t>
            </a:r>
            <a:br>
              <a:rPr lang="en-US" dirty="0"/>
            </a:br>
            <a:r>
              <a:rPr lang="en-US" dirty="0"/>
              <a:t>       - Capacity constraints for servers and cooling systems.</a:t>
            </a:r>
            <a:br>
              <a:rPr lang="en-US" dirty="0"/>
            </a:br>
            <a:r>
              <a:rPr lang="en-US" dirty="0"/>
              <a:t>       - Task deadlines and dependencies.</a:t>
            </a:r>
            <a:br>
              <a:rPr lang="en-US" dirty="0"/>
            </a:br>
            <a:r>
              <a:rPr lang="en-US" dirty="0"/>
              <a:t>       - Temperature and thermal limits.</a:t>
            </a:r>
          </a:p>
          <a:p>
            <a:r>
              <a:rPr lang="en-US" dirty="0"/>
              <a:t>Variants: Mixed Integer Linear Programming (MILP) models are often used to handle more complex systems involving both continuous (e.g., cooling) and discrete (e.g., server states) variables.</a:t>
            </a:r>
          </a:p>
          <a:p>
            <a:endParaRPr lang="en-US" dirty="0"/>
          </a:p>
        </p:txBody>
      </p:sp>
    </p:spTree>
    <p:extLst>
      <p:ext uri="{BB962C8B-B14F-4D97-AF65-F5344CB8AC3E}">
        <p14:creationId xmlns:p14="http://schemas.microsoft.com/office/powerpoint/2010/main" val="13870477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96DCC-5AD0-4E0A-8E5E-12AA73C09B2B}"/>
              </a:ext>
            </a:extLst>
          </p:cNvPr>
          <p:cNvSpPr>
            <a:spLocks noGrp="1"/>
          </p:cNvSpPr>
          <p:nvPr>
            <p:ph type="title"/>
          </p:nvPr>
        </p:nvSpPr>
        <p:spPr/>
        <p:txBody>
          <a:bodyPr/>
          <a:lstStyle/>
          <a:p>
            <a:r>
              <a:rPr lang="en-US" b="1" dirty="0"/>
              <a:t>AI-Powered Control Systems</a:t>
            </a:r>
            <a:endParaRPr lang="en-US" dirty="0"/>
          </a:p>
        </p:txBody>
      </p:sp>
      <p:sp>
        <p:nvSpPr>
          <p:cNvPr id="3" name="Content Placeholder 2">
            <a:extLst>
              <a:ext uri="{FF2B5EF4-FFF2-40B4-BE49-F238E27FC236}">
                <a16:creationId xmlns:a16="http://schemas.microsoft.com/office/drawing/2014/main" id="{796D9247-3D25-4670-B70B-D28281E5B4A5}"/>
              </a:ext>
            </a:extLst>
          </p:cNvPr>
          <p:cNvSpPr>
            <a:spLocks noGrp="1"/>
          </p:cNvSpPr>
          <p:nvPr>
            <p:ph idx="1"/>
          </p:nvPr>
        </p:nvSpPr>
        <p:spPr/>
        <p:txBody>
          <a:bodyPr/>
          <a:lstStyle/>
          <a:p>
            <a:r>
              <a:rPr lang="en-US" dirty="0"/>
              <a:t>Google has developed AI systems, such as DeepMind, to optimize data center cooling. These systems use reinforcement learning to adjust cooling settings in real time, achieving substantial energy savings.</a:t>
            </a:r>
          </a:p>
          <a:p>
            <a:endParaRPr lang="en-US" dirty="0"/>
          </a:p>
        </p:txBody>
      </p:sp>
    </p:spTree>
    <p:extLst>
      <p:ext uri="{BB962C8B-B14F-4D97-AF65-F5344CB8AC3E}">
        <p14:creationId xmlns:p14="http://schemas.microsoft.com/office/powerpoint/2010/main" val="38689344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859C8-A173-4B7C-BC66-3F0A30609EB9}"/>
              </a:ext>
            </a:extLst>
          </p:cNvPr>
          <p:cNvSpPr>
            <a:spLocks noGrp="1"/>
          </p:cNvSpPr>
          <p:nvPr>
            <p:ph type="title"/>
          </p:nvPr>
        </p:nvSpPr>
        <p:spPr/>
        <p:txBody>
          <a:bodyPr/>
          <a:lstStyle/>
          <a:p>
            <a:r>
              <a:rPr lang="en-US" dirty="0"/>
              <a:t>Open Research and Shared Knowledge</a:t>
            </a:r>
          </a:p>
        </p:txBody>
      </p:sp>
      <p:sp>
        <p:nvSpPr>
          <p:cNvPr id="3" name="Content Placeholder 2">
            <a:extLst>
              <a:ext uri="{FF2B5EF4-FFF2-40B4-BE49-F238E27FC236}">
                <a16:creationId xmlns:a16="http://schemas.microsoft.com/office/drawing/2014/main" id="{CFCA5D9F-A1ED-4C3F-8D08-F046BC291EF4}"/>
              </a:ext>
            </a:extLst>
          </p:cNvPr>
          <p:cNvSpPr>
            <a:spLocks noGrp="1"/>
          </p:cNvSpPr>
          <p:nvPr>
            <p:ph idx="1"/>
          </p:nvPr>
        </p:nvSpPr>
        <p:spPr/>
        <p:txBody>
          <a:bodyPr/>
          <a:lstStyle/>
          <a:p>
            <a:r>
              <a:rPr lang="en-US" dirty="0"/>
              <a:t>Google has shared insights into its practices through research papers and case studies. While the details of specific ILP models may not be public, general approaches to data center optimization are well-documented in academic and industry literature.</a:t>
            </a:r>
          </a:p>
          <a:p>
            <a:r>
              <a:rPr lang="en-US" dirty="0">
                <a:hlinkClick r:id="rId2"/>
              </a:rPr>
              <a:t>https://www.google.com/about/datacenters/efficiency/</a:t>
            </a:r>
            <a:endParaRPr lang="en-US" dirty="0"/>
          </a:p>
          <a:p>
            <a:endParaRPr lang="en-US" dirty="0"/>
          </a:p>
        </p:txBody>
      </p:sp>
    </p:spTree>
    <p:extLst>
      <p:ext uri="{BB962C8B-B14F-4D97-AF65-F5344CB8AC3E}">
        <p14:creationId xmlns:p14="http://schemas.microsoft.com/office/powerpoint/2010/main" val="26416224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8ACA6-73F3-4872-A845-037FEFE1528B}"/>
              </a:ext>
            </a:extLst>
          </p:cNvPr>
          <p:cNvSpPr>
            <a:spLocks noGrp="1"/>
          </p:cNvSpPr>
          <p:nvPr>
            <p:ph type="title"/>
          </p:nvPr>
        </p:nvSpPr>
        <p:spPr/>
        <p:txBody>
          <a:bodyPr/>
          <a:lstStyle/>
          <a:p>
            <a:r>
              <a:rPr lang="en-US" dirty="0"/>
              <a:t>Data Center Energy Optimization Example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7768AB3-65F2-4009-A38E-931547B7F714}"/>
                  </a:ext>
                </a:extLst>
              </p:cNvPr>
              <p:cNvSpPr>
                <a:spLocks noGrp="1"/>
              </p:cNvSpPr>
              <p:nvPr>
                <p:ph idx="1"/>
              </p:nvPr>
            </p:nvSpPr>
            <p:spPr/>
            <p:txBody>
              <a:bodyPr>
                <a:normAutofit/>
              </a:bodyPr>
              <a:lstStyle/>
              <a:p>
                <a:r>
                  <a:rPr lang="en-US" b="1" dirty="0"/>
                  <a:t>Problem Statement</a:t>
                </a:r>
              </a:p>
              <a:p>
                <a:r>
                  <a:rPr lang="en-US" dirty="0"/>
                  <a:t>A data center has:</a:t>
                </a:r>
                <a:br>
                  <a:rPr lang="en-US" dirty="0"/>
                </a:br>
                <a:r>
                  <a:rPr lang="en-US" dirty="0"/>
                  <a:t>1. </a:t>
                </a:r>
                <a14:m>
                  <m:oMath xmlns:m="http://schemas.openxmlformats.org/officeDocument/2006/math">
                    <m:r>
                      <a:rPr lang="en-US" i="1">
                        <a:latin typeface="Cambria Math" panose="02040503050406030204" pitchFamily="18" charset="0"/>
                      </a:rPr>
                      <m:t>𝑁</m:t>
                    </m:r>
                  </m:oMath>
                </a14:m>
                <a:r>
                  <a:rPr lang="en-US" dirty="0"/>
                  <a:t> servers, each with a capacity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oMath>
                </a14:m>
                <a:r>
                  <a:rPr lang="en-US" dirty="0"/>
                  <a:t>.</a:t>
                </a:r>
                <a:br>
                  <a:rPr lang="en-US" dirty="0"/>
                </a:br>
                <a:r>
                  <a:rPr lang="en-US" dirty="0"/>
                  <a:t>2. </a:t>
                </a:r>
                <a14:m>
                  <m:oMath xmlns:m="http://schemas.openxmlformats.org/officeDocument/2006/math">
                    <m:r>
                      <a:rPr lang="en-US" i="1">
                        <a:latin typeface="Cambria Math" panose="02040503050406030204" pitchFamily="18" charset="0"/>
                      </a:rPr>
                      <m:t>𝑀</m:t>
                    </m:r>
                  </m:oMath>
                </a14:m>
                <a:r>
                  <a:rPr lang="en-US" dirty="0"/>
                  <a:t> tasks, each requiring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oMath>
                </a14:m>
                <a:r>
                  <a:rPr lang="en-US" dirty="0"/>
                  <a:t> computing units.</a:t>
                </a:r>
                <a:br>
                  <a:rPr lang="en-US" dirty="0"/>
                </a:br>
                <a:r>
                  <a:rPr lang="en-US" dirty="0"/>
                  <a:t>3. Cooling systems with adjustable power settings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oMath>
                </a14:m>
                <a:r>
                  <a:rPr lang="en-US" dirty="0"/>
                  <a:t>.</a:t>
                </a:r>
                <a:br>
                  <a:rPr lang="en-US" dirty="0"/>
                </a:br>
                <a:r>
                  <a:rPr lang="en-US" dirty="0"/>
                  <a:t>4. Renewable energy availability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oMath>
                </a14:m>
                <a:r>
                  <a:rPr lang="en-US" dirty="0"/>
                  <a:t>.</a:t>
                </a:r>
              </a:p>
              <a:p>
                <a:r>
                  <a:rPr lang="en-US" dirty="0"/>
                  <a:t>The objective is to allocate tasks to servers and configure cooling to minimize total energy consumption while ensuring all tasks are completed.</a:t>
                </a:r>
                <a:br>
                  <a:rPr lang="en-US" dirty="0"/>
                </a:br>
                <a:endParaRPr lang="en-US" dirty="0"/>
              </a:p>
            </p:txBody>
          </p:sp>
        </mc:Choice>
        <mc:Fallback xmlns="">
          <p:sp>
            <p:nvSpPr>
              <p:cNvPr id="3" name="Content Placeholder 2">
                <a:extLst>
                  <a:ext uri="{FF2B5EF4-FFF2-40B4-BE49-F238E27FC236}">
                    <a16:creationId xmlns:a16="http://schemas.microsoft.com/office/drawing/2014/main" id="{27768AB3-65F2-4009-A38E-931547B7F71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7331699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864AB-A95D-4DCE-9D3C-610CCA701DB6}"/>
              </a:ext>
            </a:extLst>
          </p:cNvPr>
          <p:cNvSpPr>
            <a:spLocks noGrp="1"/>
          </p:cNvSpPr>
          <p:nvPr>
            <p:ph type="title"/>
          </p:nvPr>
        </p:nvSpPr>
        <p:spPr/>
        <p:txBody>
          <a:bodyPr/>
          <a:lstStyle/>
          <a:p>
            <a:r>
              <a:rPr lang="en-US" b="1" dirty="0"/>
              <a:t>Mathematical Formulation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812A79-59B3-4C6A-8647-E9908B709629}"/>
                  </a:ext>
                </a:extLst>
              </p:cNvPr>
              <p:cNvSpPr>
                <a:spLocks noGrp="1"/>
              </p:cNvSpPr>
              <p:nvPr>
                <p:ph idx="1"/>
              </p:nvPr>
            </p:nvSpPr>
            <p:spPr/>
            <p:txBody>
              <a:bodyPr/>
              <a:lstStyle/>
              <a:p>
                <a:r>
                  <a:rPr lang="en-US" b="1" dirty="0"/>
                  <a:t>Decision Variables</a:t>
                </a:r>
              </a:p>
              <a:p>
                <a:pPr marL="514350" indent="-514350">
                  <a:buFont typeface="+mj-lt"/>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oMath>
                </a14:m>
                <a:r>
                  <a:rPr lang="en-US" dirty="0"/>
                  <a:t>: Binary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 1</m:t>
                    </m:r>
                  </m:oMath>
                </a14:m>
                <a:r>
                  <a:rPr lang="en-US" dirty="0"/>
                  <a:t> if task </a:t>
                </a:r>
                <a14:m>
                  <m:oMath xmlns:m="http://schemas.openxmlformats.org/officeDocument/2006/math">
                    <m:r>
                      <a:rPr lang="en-US" i="1">
                        <a:latin typeface="Cambria Math" panose="02040503050406030204" pitchFamily="18" charset="0"/>
                      </a:rPr>
                      <m:t>𝑗</m:t>
                    </m:r>
                  </m:oMath>
                </a14:m>
                <a:r>
                  <a:rPr lang="en-US" dirty="0"/>
                  <a:t> is assigned to server </a:t>
                </a:r>
                <a14:m>
                  <m:oMath xmlns:m="http://schemas.openxmlformats.org/officeDocument/2006/math">
                    <m:r>
                      <a:rPr lang="en-US" i="1">
                        <a:latin typeface="Cambria Math" panose="02040503050406030204" pitchFamily="18" charset="0"/>
                      </a:rPr>
                      <m:t>𝑖</m:t>
                    </m:r>
                  </m:oMath>
                </a14:m>
                <a:r>
                  <a:rPr lang="en-US" dirty="0"/>
                  <a:t>, otherwise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 0</m:t>
                    </m:r>
                  </m:oMath>
                </a14:m>
                <a:r>
                  <a:rPr lang="en-US" dirty="0"/>
                  <a:t>.</a:t>
                </a:r>
              </a:p>
              <a:p>
                <a:pPr marL="514350" indent="-514350">
                  <a:buAutoNum type="arabicPeriod"/>
                </a:pPr>
                <a:endParaRPr lang="en-US" dirty="0"/>
              </a:p>
              <a:p>
                <a:pPr marL="514350" indent="-514350">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oMath>
                </a14:m>
                <a:r>
                  <a:rPr lang="en-US" dirty="0"/>
                  <a:t> Binary variable.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1</m:t>
                    </m:r>
                  </m:oMath>
                </a14:m>
                <a:r>
                  <a:rPr lang="en-US" dirty="0"/>
                  <a:t> if server </a:t>
                </a:r>
                <a14:m>
                  <m:oMath xmlns:m="http://schemas.openxmlformats.org/officeDocument/2006/math">
                    <m:r>
                      <a:rPr lang="en-US" i="1">
                        <a:latin typeface="Cambria Math" panose="02040503050406030204" pitchFamily="18" charset="0"/>
                      </a:rPr>
                      <m:t>𝑖</m:t>
                    </m:r>
                  </m:oMath>
                </a14:m>
                <a:r>
                  <a:rPr lang="en-US" dirty="0"/>
                  <a:t> is active, otherwise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 0</m:t>
                    </m:r>
                  </m:oMath>
                </a14:m>
                <a:r>
                  <a:rPr lang="en-US" dirty="0"/>
                  <a:t>.</a:t>
                </a:r>
              </a:p>
              <a:p>
                <a:pPr marL="514350" indent="-514350">
                  <a:buAutoNum type="arabicPeriod"/>
                </a:pPr>
                <a:endParaRPr lang="en-US" dirty="0"/>
              </a:p>
              <a:p>
                <a:pPr marL="514350" indent="-514350">
                  <a:buAutoNum type="arabicPeriod"/>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oMath>
                </a14:m>
                <a:r>
                  <a:rPr lang="en-US" dirty="0"/>
                  <a:t>: Continuous variable representing the cooling system power consumption.</a:t>
                </a:r>
              </a:p>
              <a:p>
                <a:endParaRPr lang="en-US" dirty="0"/>
              </a:p>
            </p:txBody>
          </p:sp>
        </mc:Choice>
        <mc:Fallback xmlns="">
          <p:sp>
            <p:nvSpPr>
              <p:cNvPr id="3" name="Content Placeholder 2">
                <a:extLst>
                  <a:ext uri="{FF2B5EF4-FFF2-40B4-BE49-F238E27FC236}">
                    <a16:creationId xmlns:a16="http://schemas.microsoft.com/office/drawing/2014/main" id="{3C812A79-59B3-4C6A-8647-E9908B70962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9" name="Ink 48">
                <a:extLst>
                  <a:ext uri="{FF2B5EF4-FFF2-40B4-BE49-F238E27FC236}">
                    <a16:creationId xmlns:a16="http://schemas.microsoft.com/office/drawing/2014/main" id="{6A0C7402-0BDB-43DD-B766-168B7FCBB0D3}"/>
                  </a:ext>
                </a:extLst>
              </p14:cNvPr>
              <p14:cNvContentPartPr/>
              <p14:nvPr/>
            </p14:nvContentPartPr>
            <p14:xfrm>
              <a:off x="11846700" y="1037880"/>
              <a:ext cx="118080" cy="194400"/>
            </p14:xfrm>
          </p:contentPart>
        </mc:Choice>
        <mc:Fallback xmlns="">
          <p:pic>
            <p:nvPicPr>
              <p:cNvPr id="49" name="Ink 48">
                <a:extLst>
                  <a:ext uri="{FF2B5EF4-FFF2-40B4-BE49-F238E27FC236}">
                    <a16:creationId xmlns:a16="http://schemas.microsoft.com/office/drawing/2014/main" id="{6A0C7402-0BDB-43DD-B766-168B7FCBB0D3}"/>
                  </a:ext>
                </a:extLst>
              </p:cNvPr>
              <p:cNvPicPr/>
              <p:nvPr/>
            </p:nvPicPr>
            <p:blipFill>
              <a:blip r:embed="rId4"/>
              <a:stretch>
                <a:fillRect/>
              </a:stretch>
            </p:blipFill>
            <p:spPr>
              <a:xfrm>
                <a:off x="11828645" y="1019880"/>
                <a:ext cx="153829"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2" name="Ink 181">
                <a:extLst>
                  <a:ext uri="{FF2B5EF4-FFF2-40B4-BE49-F238E27FC236}">
                    <a16:creationId xmlns:a16="http://schemas.microsoft.com/office/drawing/2014/main" id="{CC72F067-359B-48BA-B548-5ABAD83EBBD6}"/>
                  </a:ext>
                </a:extLst>
              </p14:cNvPr>
              <p14:cNvContentPartPr/>
              <p14:nvPr/>
            </p14:nvContentPartPr>
            <p14:xfrm>
              <a:off x="11047860" y="5828400"/>
              <a:ext cx="1440" cy="360"/>
            </p14:xfrm>
          </p:contentPart>
        </mc:Choice>
        <mc:Fallback xmlns="">
          <p:pic>
            <p:nvPicPr>
              <p:cNvPr id="182" name="Ink 181">
                <a:extLst>
                  <a:ext uri="{FF2B5EF4-FFF2-40B4-BE49-F238E27FC236}">
                    <a16:creationId xmlns:a16="http://schemas.microsoft.com/office/drawing/2014/main" id="{CC72F067-359B-48BA-B548-5ABAD83EBBD6}"/>
                  </a:ext>
                </a:extLst>
              </p:cNvPr>
              <p:cNvPicPr/>
              <p:nvPr/>
            </p:nvPicPr>
            <p:blipFill>
              <a:blip r:embed="rId70"/>
              <a:stretch>
                <a:fillRect/>
              </a:stretch>
            </p:blipFill>
            <p:spPr>
              <a:xfrm>
                <a:off x="11030220" y="5810400"/>
                <a:ext cx="37080" cy="36000"/>
              </a:xfrm>
              <a:prstGeom prst="rect">
                <a:avLst/>
              </a:prstGeom>
            </p:spPr>
          </p:pic>
        </mc:Fallback>
      </mc:AlternateContent>
    </p:spTree>
    <p:extLst>
      <p:ext uri="{BB962C8B-B14F-4D97-AF65-F5344CB8AC3E}">
        <p14:creationId xmlns:p14="http://schemas.microsoft.com/office/powerpoint/2010/main" val="2021963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78189-A948-4E5B-AF0F-81808924BD39}"/>
              </a:ext>
            </a:extLst>
          </p:cNvPr>
          <p:cNvSpPr>
            <a:spLocks noGrp="1"/>
          </p:cNvSpPr>
          <p:nvPr>
            <p:ph type="title"/>
          </p:nvPr>
        </p:nvSpPr>
        <p:spPr/>
        <p:txBody>
          <a:bodyPr/>
          <a:lstStyle/>
          <a:p>
            <a:r>
              <a:rPr lang="en-US" dirty="0"/>
              <a:t>Objective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F96CF2-A39F-4A8B-9172-5E194A477F1E}"/>
                  </a:ext>
                </a:extLst>
              </p:cNvPr>
              <p:cNvSpPr>
                <a:spLocks noGrp="1"/>
              </p:cNvSpPr>
              <p:nvPr>
                <p:ph idx="1"/>
              </p:nvPr>
            </p:nvSpPr>
            <p:spPr/>
            <p:txBody>
              <a:bodyPr/>
              <a:lstStyle/>
              <a:p>
                <a:r>
                  <a:rPr lang="en-US" dirty="0"/>
                  <a:t>Minimize total energy consumption:</a:t>
                </a:r>
                <a:br>
                  <a:rPr lang="en-US" dirty="0"/>
                </a:br>
                <a14:m>
                  <m:oMath xmlns:m="http://schemas.openxmlformats.org/officeDocument/2006/math">
                    <m:r>
                      <a:rPr lang="en-US" i="1">
                        <a:latin typeface="Cambria Math" panose="02040503050406030204" pitchFamily="18" charset="0"/>
                      </a:rPr>
                      <m:t>𝐸</m:t>
                    </m:r>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𝑠</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e>
                    </m:nary>
                  </m:oMath>
                </a14:m>
                <a:br>
                  <a:rPr lang="en-US" dirty="0"/>
                </a:b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𝑠</m:t>
                        </m:r>
                      </m:sub>
                    </m:sSub>
                  </m:oMath>
                </a14:m>
                <a:r>
                  <a:rPr lang="en-US" dirty="0"/>
                  <a:t> is the energy consumption of an active server.</a:t>
                </a:r>
              </a:p>
              <a:p>
                <a:endParaRPr lang="en-US" dirty="0"/>
              </a:p>
            </p:txBody>
          </p:sp>
        </mc:Choice>
        <mc:Fallback xmlns="">
          <p:sp>
            <p:nvSpPr>
              <p:cNvPr id="3" name="Content Placeholder 2">
                <a:extLst>
                  <a:ext uri="{FF2B5EF4-FFF2-40B4-BE49-F238E27FC236}">
                    <a16:creationId xmlns:a16="http://schemas.microsoft.com/office/drawing/2014/main" id="{8DF96CF2-A39F-4A8B-9172-5E194A477F1E}"/>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4093891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57CC0-E866-4739-AF49-91CA5A54B8E2}"/>
              </a:ext>
            </a:extLst>
          </p:cNvPr>
          <p:cNvSpPr>
            <a:spLocks noGrp="1"/>
          </p:cNvSpPr>
          <p:nvPr>
            <p:ph type="title"/>
          </p:nvPr>
        </p:nvSpPr>
        <p:spPr/>
        <p:txBody>
          <a:bodyPr/>
          <a:lstStyle/>
          <a:p>
            <a:r>
              <a:rPr lang="en-US" b="1" dirty="0"/>
              <a:t>Constraints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FF0237-18E1-476C-BBFF-AE82AD8869AB}"/>
                  </a:ext>
                </a:extLst>
              </p:cNvPr>
              <p:cNvSpPr>
                <a:spLocks noGrp="1"/>
              </p:cNvSpPr>
              <p:nvPr>
                <p:ph idx="1"/>
              </p:nvPr>
            </p:nvSpPr>
            <p:spPr/>
            <p:txBody>
              <a:bodyPr/>
              <a:lstStyle/>
              <a:p>
                <a:r>
                  <a:rPr lang="en-US" b="1" dirty="0"/>
                  <a:t>Task Assignment:</a:t>
                </a:r>
                <a:r>
                  <a:rPr lang="en-US" dirty="0"/>
                  <a:t> Each task must be assigned to one server.</a:t>
                </a:r>
              </a:p>
              <a:p>
                <a:pPr marL="0" indent="0">
                  <a:buNone/>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=1 ∀</m:t>
                          </m:r>
                          <m:r>
                            <a:rPr lang="en-US" i="1">
                              <a:latin typeface="Cambria Math" panose="02040503050406030204" pitchFamily="18" charset="0"/>
                            </a:rPr>
                            <m:t>𝑗</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 2,…, </m:t>
                              </m:r>
                              <m:r>
                                <a:rPr lang="en-US" i="1">
                                  <a:latin typeface="Cambria Math" panose="02040503050406030204" pitchFamily="18" charset="0"/>
                                </a:rPr>
                                <m:t>𝑀</m:t>
                              </m:r>
                            </m:e>
                          </m:d>
                        </m:e>
                      </m:nary>
                    </m:oMath>
                  </m:oMathPara>
                </a14:m>
                <a:endParaRPr lang="en-US" dirty="0"/>
              </a:p>
              <a:p>
                <a:r>
                  <a:rPr lang="en-US" b="1" dirty="0"/>
                  <a:t>Server Capacity: </a:t>
                </a:r>
                <a:r>
                  <a:rPr lang="en-US" dirty="0"/>
                  <a:t>The total task load on a server must not exceed its capacity.</a:t>
                </a:r>
              </a:p>
              <a:p>
                <a:pPr marL="0" indent="0">
                  <a:buNone/>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a:rPr lang="en-US" i="1">
                              <a:latin typeface="Cambria Math" panose="02040503050406030204" pitchFamily="18" charset="0"/>
                            </a:rPr>
                            <m:t>𝑗</m:t>
                          </m:r>
                          <m:r>
                            <a:rPr lang="en-US" i="1">
                              <a:latin typeface="Cambria Math" panose="02040503050406030204" pitchFamily="18" charset="0"/>
                            </a:rPr>
                            <m:t>=1</m:t>
                          </m:r>
                        </m:sub>
                        <m:sup>
                          <m:r>
                            <a:rPr lang="en-US" i="1">
                              <a:latin typeface="Cambria Math" panose="02040503050406030204" pitchFamily="18" charset="0"/>
                            </a:rPr>
                            <m:t>𝑀</m:t>
                          </m:r>
                        </m:sup>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𝑗</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𝑖</m:t>
                              </m:r>
                            </m:sub>
                          </m:sSub>
                          <m:r>
                            <a:rPr lang="en-US" i="1">
                              <a:latin typeface="Cambria Math" panose="02040503050406030204" pitchFamily="18" charset="0"/>
                            </a:rPr>
                            <m:t>    ∀ </m:t>
                          </m:r>
                          <m:r>
                            <a:rPr lang="en-US" i="1">
                              <a:latin typeface="Cambria Math" panose="02040503050406030204" pitchFamily="18" charset="0"/>
                            </a:rPr>
                            <m:t>𝑖</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1,2, …, </m:t>
                              </m:r>
                              <m:r>
                                <a:rPr lang="en-US" i="1">
                                  <a:latin typeface="Cambria Math" panose="02040503050406030204" pitchFamily="18" charset="0"/>
                                </a:rPr>
                                <m:t>𝑁</m:t>
                              </m:r>
                            </m:e>
                          </m:d>
                        </m:e>
                      </m:nary>
                    </m:oMath>
                  </m:oMathPara>
                </a14:m>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2AFF0237-18E1-476C-BBFF-AE82AD8869A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5556769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94E7-1719-453A-9155-4B4A6AFF0F97}"/>
              </a:ext>
            </a:extLst>
          </p:cNvPr>
          <p:cNvSpPr>
            <a:spLocks noGrp="1"/>
          </p:cNvSpPr>
          <p:nvPr>
            <p:ph type="title"/>
          </p:nvPr>
        </p:nvSpPr>
        <p:spPr/>
        <p:txBody>
          <a:bodyPr/>
          <a:lstStyle/>
          <a:p>
            <a:r>
              <a:rPr lang="en-US" b="1" dirty="0"/>
              <a:t>Constraints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46FEBA-DE27-4DFA-852D-7B74FFD6ACBC}"/>
                  </a:ext>
                </a:extLst>
              </p:cNvPr>
              <p:cNvSpPr>
                <a:spLocks noGrp="1"/>
              </p:cNvSpPr>
              <p:nvPr>
                <p:ph idx="1"/>
              </p:nvPr>
            </p:nvSpPr>
            <p:spPr/>
            <p:txBody>
              <a:bodyPr>
                <a:normAutofit lnSpcReduction="10000"/>
              </a:bodyPr>
              <a:lstStyle/>
              <a:p>
                <a:r>
                  <a:rPr lang="en-US" b="1" dirty="0"/>
                  <a:t>Server Activation:</a:t>
                </a:r>
                <a:r>
                  <a:rPr lang="en-US" dirty="0"/>
                  <a:t> A server is active if at least one task is assigned to it.</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m:t>
                        </m:r>
                      </m:sub>
                    </m:sSub>
                    <m:r>
                      <a:rPr lang="en-US" i="1">
                        <a:latin typeface="Cambria Math" panose="02040503050406030204" pitchFamily="18" charset="0"/>
                      </a:rPr>
                      <m:t> ∀</m:t>
                    </m:r>
                    <m:r>
                      <a:rPr lang="en-US" i="1">
                        <a:latin typeface="Cambria Math" panose="02040503050406030204" pitchFamily="18" charset="0"/>
                      </a:rPr>
                      <m:t>𝑖</m:t>
                    </m:r>
                    <m:r>
                      <a:rPr lang="en-US" i="1">
                        <a:latin typeface="Cambria Math" panose="02040503050406030204" pitchFamily="18" charset="0"/>
                      </a:rPr>
                      <m:t>, </m:t>
                    </m:r>
                    <m:r>
                      <a:rPr lang="en-US" i="1">
                        <a:latin typeface="Cambria Math" panose="02040503050406030204" pitchFamily="18" charset="0"/>
                      </a:rPr>
                      <m:t>𝑗</m:t>
                    </m:r>
                  </m:oMath>
                </a14:m>
                <a:endParaRPr lang="en-US" dirty="0"/>
              </a:p>
              <a:p>
                <a:r>
                  <a:rPr lang="en-US" b="1" dirty="0"/>
                  <a:t>Cooling Energy:</a:t>
                </a:r>
                <a:r>
                  <a:rPr lang="en-US" dirty="0"/>
                  <a:t> Cooling power must cover the heat generated by active servers.</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nary>
                        <m:naryPr>
                          <m:chr m:val="∑"/>
                          <m:ctrlPr>
                            <a:rPr lang="en-US" i="1">
                              <a:latin typeface="Cambria Math" panose="02040503050406030204" pitchFamily="18" charset="0"/>
                            </a:rPr>
                          </m:ctrlPr>
                        </m:naryPr>
                        <m:sub>
                          <m: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𝑁</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0" i="1" smtClean="0">
                                  <a:latin typeface="Cambria Math" panose="02040503050406030204" pitchFamily="18" charset="0"/>
                                </a:rPr>
                                <m:t>𝐸</m:t>
                              </m:r>
                            </m:e>
                            <m:sub>
                              <m:r>
                                <a:rPr lang="en-US" i="1">
                                  <a:latin typeface="Cambria Math" panose="02040503050406030204" pitchFamily="18" charset="0"/>
                                </a:rPr>
                                <m:t>𝑠</m:t>
                              </m:r>
                            </m:sub>
                          </m:sSub>
                        </m:e>
                      </m:nary>
                    </m:oMath>
                  </m:oMathPara>
                </a14:m>
                <a:endParaRPr lang="en-US" dirty="0"/>
              </a:p>
              <a:p>
                <a:r>
                  <a:rPr lang="en-US" b="1" dirty="0"/>
                  <a:t>Renewable Energy:</a:t>
                </a:r>
                <a:r>
                  <a:rPr lang="en-US" dirty="0"/>
                  <a:t> Ensure renewable energy usage doesn’t exceed its availability.</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𝑐</m:t>
                        </m:r>
                      </m:sub>
                    </m:sSub>
                    <m:r>
                      <a:rPr lang="en-US" i="1">
                        <a:latin typeface="Cambria Math" panose="02040503050406030204" pitchFamily="18" charset="0"/>
                      </a:rPr>
                      <m:t> − </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𝑟</m:t>
                        </m:r>
                      </m:sub>
                    </m:sSub>
                    <m:r>
                      <a:rPr lang="en-US" i="1">
                        <a:latin typeface="Cambria Math" panose="02040503050406030204" pitchFamily="18" charset="0"/>
                      </a:rPr>
                      <m:t>≤ 0</m:t>
                    </m:r>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146FEBA-DE27-4DFA-852D-7B74FFD6ACBC}"/>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2364159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D7E8C-1AAC-4D58-B7D3-732C676FDF74}"/>
              </a:ext>
            </a:extLst>
          </p:cNvPr>
          <p:cNvSpPr>
            <a:spLocks noGrp="1"/>
          </p:cNvSpPr>
          <p:nvPr>
            <p:ph type="title"/>
          </p:nvPr>
        </p:nvSpPr>
        <p:spPr/>
        <p:txBody>
          <a:bodyPr/>
          <a:lstStyle/>
          <a:p>
            <a:r>
              <a:rPr lang="en-US" b="1" dirty="0"/>
              <a:t>Interpretation</a:t>
            </a:r>
            <a:endParaRPr lang="en-US" dirty="0"/>
          </a:p>
        </p:txBody>
      </p:sp>
      <p:sp>
        <p:nvSpPr>
          <p:cNvPr id="3" name="Content Placeholder 2">
            <a:extLst>
              <a:ext uri="{FF2B5EF4-FFF2-40B4-BE49-F238E27FC236}">
                <a16:creationId xmlns:a16="http://schemas.microsoft.com/office/drawing/2014/main" id="{E0BE8A61-58B1-43CC-BF11-AD3EB1633EC6}"/>
              </a:ext>
            </a:extLst>
          </p:cNvPr>
          <p:cNvSpPr>
            <a:spLocks noGrp="1"/>
          </p:cNvSpPr>
          <p:nvPr>
            <p:ph idx="1"/>
          </p:nvPr>
        </p:nvSpPr>
        <p:spPr/>
        <p:txBody>
          <a:bodyPr/>
          <a:lstStyle/>
          <a:p>
            <a:endParaRPr lang="en-US" dirty="0"/>
          </a:p>
          <a:p>
            <a:endParaRPr lang="en-US" dirty="0"/>
          </a:p>
          <a:p>
            <a:r>
              <a:rPr lang="en-US" dirty="0"/>
              <a:t> This model demonstrates the interplay between:</a:t>
            </a:r>
            <a:br>
              <a:rPr lang="en-US" dirty="0"/>
            </a:br>
            <a:r>
              <a:rPr lang="en-US" dirty="0"/>
              <a:t>1. Task allocation to servers.</a:t>
            </a:r>
            <a:br>
              <a:rPr lang="en-US" dirty="0"/>
            </a:br>
            <a:r>
              <a:rPr lang="en-US" dirty="0"/>
              <a:t>2. Balancing energy consumption and renewable energy availability.</a:t>
            </a:r>
            <a:br>
              <a:rPr lang="en-US" dirty="0"/>
            </a:br>
            <a:r>
              <a:rPr lang="en-US" dirty="0"/>
              <a:t>3. The role of cooling in overall energy efficiency.</a:t>
            </a:r>
          </a:p>
          <a:p>
            <a:endParaRPr lang="en-US" dirty="0"/>
          </a:p>
        </p:txBody>
      </p:sp>
    </p:spTree>
    <p:extLst>
      <p:ext uri="{BB962C8B-B14F-4D97-AF65-F5344CB8AC3E}">
        <p14:creationId xmlns:p14="http://schemas.microsoft.com/office/powerpoint/2010/main" val="24364299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9EE92-30EB-47FA-96B4-02C806E9B4EE}"/>
              </a:ext>
            </a:extLst>
          </p:cNvPr>
          <p:cNvSpPr>
            <a:spLocks noGrp="1"/>
          </p:cNvSpPr>
          <p:nvPr>
            <p:ph type="title"/>
          </p:nvPr>
        </p:nvSpPr>
        <p:spPr/>
        <p:txBody>
          <a:bodyPr/>
          <a:lstStyle/>
          <a:p>
            <a:r>
              <a:rPr lang="en-US" dirty="0"/>
              <a:t>Example problem</a:t>
            </a:r>
          </a:p>
        </p:txBody>
      </p:sp>
      <p:sp>
        <p:nvSpPr>
          <p:cNvPr id="3" name="Content Placeholder 2">
            <a:extLst>
              <a:ext uri="{FF2B5EF4-FFF2-40B4-BE49-F238E27FC236}">
                <a16:creationId xmlns:a16="http://schemas.microsoft.com/office/drawing/2014/main" id="{32556758-C084-423E-9B2A-EDC4448BF019}"/>
              </a:ext>
            </a:extLst>
          </p:cNvPr>
          <p:cNvSpPr>
            <a:spLocks noGrp="1"/>
          </p:cNvSpPr>
          <p:nvPr>
            <p:ph idx="1"/>
          </p:nvPr>
        </p:nvSpPr>
        <p:spPr/>
        <p:txBody>
          <a:bodyPr>
            <a:normAutofit fontScale="85000" lnSpcReduction="20000"/>
          </a:bodyPr>
          <a:lstStyle/>
          <a:p>
            <a:r>
              <a:rPr lang="en-US" dirty="0"/>
              <a:t>The data center now has the following parameters:</a:t>
            </a:r>
          </a:p>
          <a:p>
            <a:r>
              <a:rPr lang="en-US" b="1" dirty="0"/>
              <a:t>Energy Consumption</a:t>
            </a:r>
            <a:r>
              <a:rPr lang="en-US" dirty="0"/>
              <a:t>:</a:t>
            </a:r>
          </a:p>
          <a:p>
            <a:pPr lvl="1"/>
            <a:r>
              <a:rPr lang="en-US" dirty="0"/>
              <a:t>Zone 1: Each server consumes 4 kWh.</a:t>
            </a:r>
          </a:p>
          <a:p>
            <a:pPr lvl="1"/>
            <a:r>
              <a:rPr lang="en-US" dirty="0"/>
              <a:t>Zone 2: Each server consumes 5 kWh.</a:t>
            </a:r>
          </a:p>
          <a:p>
            <a:r>
              <a:rPr lang="en-US" b="1" dirty="0"/>
              <a:t>Computational Capacity</a:t>
            </a:r>
            <a:r>
              <a:rPr lang="en-US" dirty="0"/>
              <a:t>:</a:t>
            </a:r>
          </a:p>
          <a:p>
            <a:pPr lvl="1"/>
            <a:r>
              <a:rPr lang="en-US" dirty="0"/>
              <a:t>Zone 1: Each server provides 8 units of computational power.</a:t>
            </a:r>
          </a:p>
          <a:p>
            <a:pPr lvl="1"/>
            <a:r>
              <a:rPr lang="en-US" dirty="0"/>
              <a:t>Zone 2: Each server provides 12 units of computational power.</a:t>
            </a:r>
          </a:p>
          <a:p>
            <a:r>
              <a:rPr lang="en-US" b="1" dirty="0"/>
              <a:t>Constraints</a:t>
            </a:r>
            <a:r>
              <a:rPr lang="en-US" dirty="0"/>
              <a:t>:</a:t>
            </a:r>
          </a:p>
          <a:p>
            <a:pPr lvl="1"/>
            <a:r>
              <a:rPr lang="en-US" dirty="0"/>
              <a:t>The total computational demand is at least 96 units.</a:t>
            </a:r>
          </a:p>
          <a:p>
            <a:pPr lvl="1"/>
            <a:r>
              <a:rPr lang="en-US" dirty="0"/>
              <a:t>The total number of servers activated across both zones cannot exceed 14.</a:t>
            </a:r>
          </a:p>
          <a:p>
            <a:pPr lvl="1"/>
            <a:r>
              <a:rPr lang="en-US" dirty="0"/>
              <a:t>Due to cooling limitations, Zone 2 can activate at most 7 servers.</a:t>
            </a:r>
          </a:p>
          <a:p>
            <a:pPr lvl="1"/>
            <a:r>
              <a:rPr lang="en-US" dirty="0"/>
              <a:t>The number of servers in each zone must be integers.</a:t>
            </a:r>
          </a:p>
          <a:p>
            <a:r>
              <a:rPr lang="en-US" b="1" dirty="0"/>
              <a:t>Objective</a:t>
            </a:r>
            <a:r>
              <a:rPr lang="en-US" dirty="0"/>
              <a:t>: Minimize the total energy consumption.</a:t>
            </a:r>
          </a:p>
          <a:p>
            <a:endParaRPr lang="en-US" dirty="0"/>
          </a:p>
        </p:txBody>
      </p:sp>
    </p:spTree>
    <p:extLst>
      <p:ext uri="{BB962C8B-B14F-4D97-AF65-F5344CB8AC3E}">
        <p14:creationId xmlns:p14="http://schemas.microsoft.com/office/powerpoint/2010/main" val="41305840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718C-0ABB-4E7F-9D7B-A369CB79170C}"/>
              </a:ext>
            </a:extLst>
          </p:cNvPr>
          <p:cNvSpPr>
            <a:spLocks noGrp="1"/>
          </p:cNvSpPr>
          <p:nvPr>
            <p:ph type="title"/>
          </p:nvPr>
        </p:nvSpPr>
        <p:spPr/>
        <p:txBody>
          <a:bodyPr/>
          <a:lstStyle/>
          <a:p>
            <a:r>
              <a:rPr lang="en-US" dirty="0"/>
              <a:t>Mathematical Formulation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8436327-F25E-418C-9995-89334E295C50}"/>
                  </a:ext>
                </a:extLst>
              </p:cNvPr>
              <p:cNvSpPr>
                <a:spLocks noGrp="1"/>
              </p:cNvSpPr>
              <p:nvPr>
                <p:ph idx="1"/>
              </p:nvPr>
            </p:nvSpPr>
            <p:spPr/>
            <p:txBody>
              <a:bodyPr/>
              <a:lstStyle/>
              <a:p>
                <a:r>
                  <a:rPr lang="en-US" dirty="0"/>
                  <a:t>Let </a:t>
                </a: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number of servers activated in Zone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r>
                  <a:rPr lang="en-US" dirty="0"/>
                  <a:t>: number of servers activated in Zone 2</a:t>
                </a:r>
              </a:p>
              <a:p>
                <a:r>
                  <a:rPr lang="en-US" dirty="0"/>
                  <a:t>Objective function</a:t>
                </a:r>
              </a:p>
              <a:p>
                <a:pPr lvl="1"/>
                <a14:m>
                  <m:oMath xmlns:m="http://schemas.openxmlformats.org/officeDocument/2006/math">
                    <m:r>
                      <a:rPr lang="en-US" b="0" i="1" smtClean="0">
                        <a:latin typeface="Cambria Math" panose="02040503050406030204" pitchFamily="18" charset="0"/>
                      </a:rPr>
                      <m:t>𝑍</m:t>
                    </m:r>
                    <m:r>
                      <a:rPr lang="en-US" b="0" i="1" smtClean="0">
                        <a:latin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+5</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endParaRPr lang="en-US" dirty="0"/>
              </a:p>
              <a:p>
                <a:r>
                  <a:rPr lang="en-US" dirty="0"/>
                  <a:t>Constraints </a:t>
                </a:r>
              </a:p>
              <a:p>
                <a:pPr lvl="1"/>
                <a:r>
                  <a:rPr lang="en-US" dirty="0"/>
                  <a:t>Computational demand: </a:t>
                </a:r>
                <a14:m>
                  <m:oMath xmlns:m="http://schemas.openxmlformats.org/officeDocument/2006/math">
                    <m:r>
                      <a:rPr lang="en-US" b="0" i="1" smtClean="0">
                        <a:latin typeface="Cambria Math" panose="02040503050406030204" pitchFamily="18" charset="0"/>
                      </a:rPr>
                      <m:t>8</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+12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≥96</m:t>
                    </m:r>
                  </m:oMath>
                </a14:m>
                <a:endParaRPr lang="en-US" b="0" dirty="0"/>
              </a:p>
              <a:p>
                <a:pPr lvl="1"/>
                <a:r>
                  <a:rPr lang="en-US" dirty="0"/>
                  <a:t>Total server: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≤14</m:t>
                    </m:r>
                  </m:oMath>
                </a14:m>
                <a:endParaRPr lang="en-US" b="0" dirty="0"/>
              </a:p>
              <a:p>
                <a:pPr lvl="1"/>
                <a:r>
                  <a:rPr lang="en-US" dirty="0"/>
                  <a:t>Zone 2 cooling limitation: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≤7</m:t>
                    </m:r>
                  </m:oMath>
                </a14:m>
                <a:endParaRPr lang="en-US" b="0" dirty="0"/>
              </a:p>
              <a:p>
                <a:pPr lvl="1"/>
                <a:r>
                  <a:rPr lang="en-US" dirty="0"/>
                  <a:t>Non-negativity and integer constraints: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ℤ</m:t>
                    </m:r>
                  </m:oMath>
                </a14:m>
                <a:endParaRPr lang="en-US" dirty="0"/>
              </a:p>
            </p:txBody>
          </p:sp>
        </mc:Choice>
        <mc:Fallback xmlns="">
          <p:sp>
            <p:nvSpPr>
              <p:cNvPr id="3" name="Content Placeholder 2">
                <a:extLst>
                  <a:ext uri="{FF2B5EF4-FFF2-40B4-BE49-F238E27FC236}">
                    <a16:creationId xmlns:a16="http://schemas.microsoft.com/office/drawing/2014/main" id="{48436327-F25E-418C-9995-89334E295C50}"/>
                  </a:ext>
                </a:extLst>
              </p:cNvPr>
              <p:cNvSpPr>
                <a:spLocks noGrp="1" noRot="1" noChangeAspect="1" noMove="1" noResize="1" noEditPoints="1" noAdjustHandles="1" noChangeArrowheads="1" noChangeShapeType="1" noTextEdit="1"/>
              </p:cNvSpPr>
              <p:nvPr>
                <p:ph idx="1"/>
              </p:nvPr>
            </p:nvSpPr>
            <p:spPr>
              <a:blipFill>
                <a:blip r:embed="rId2"/>
                <a:stretch>
                  <a:fillRect l="-1043" t="-2241" b="-840"/>
                </a:stretch>
              </a:blipFill>
            </p:spPr>
            <p:txBody>
              <a:bodyPr/>
              <a:lstStyle/>
              <a:p>
                <a:r>
                  <a:rPr lang="en-US">
                    <a:noFill/>
                  </a:rPr>
                  <a:t> </a:t>
                </a:r>
              </a:p>
            </p:txBody>
          </p:sp>
        </mc:Fallback>
      </mc:AlternateContent>
    </p:spTree>
    <p:extLst>
      <p:ext uri="{BB962C8B-B14F-4D97-AF65-F5344CB8AC3E}">
        <p14:creationId xmlns:p14="http://schemas.microsoft.com/office/powerpoint/2010/main" val="35611445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D25A-B996-4E2A-A33A-52CD71C9C9B1}"/>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FDECA9C7-8F9C-4446-AB0E-34AEA6A484D1}"/>
              </a:ext>
            </a:extLst>
          </p:cNvPr>
          <p:cNvPicPr>
            <a:picLocks noChangeAspect="1"/>
          </p:cNvPicPr>
          <p:nvPr/>
        </p:nvPicPr>
        <p:blipFill>
          <a:blip r:embed="rId2"/>
          <a:stretch>
            <a:fillRect/>
          </a:stretch>
        </p:blipFill>
        <p:spPr>
          <a:xfrm>
            <a:off x="692318" y="1324919"/>
            <a:ext cx="6120279" cy="2110946"/>
          </a:xfrm>
          <a:prstGeom prst="rect">
            <a:avLst/>
          </a:prstGeom>
        </p:spPr>
      </p:pic>
      <p:pic>
        <p:nvPicPr>
          <p:cNvPr id="5" name="Picture 4">
            <a:extLst>
              <a:ext uri="{FF2B5EF4-FFF2-40B4-BE49-F238E27FC236}">
                <a16:creationId xmlns:a16="http://schemas.microsoft.com/office/drawing/2014/main" id="{5017AD64-501E-4895-B39C-B3AD23CACB7E}"/>
              </a:ext>
            </a:extLst>
          </p:cNvPr>
          <p:cNvPicPr>
            <a:picLocks noChangeAspect="1"/>
          </p:cNvPicPr>
          <p:nvPr/>
        </p:nvPicPr>
        <p:blipFill>
          <a:blip r:embed="rId3"/>
          <a:stretch>
            <a:fillRect/>
          </a:stretch>
        </p:blipFill>
        <p:spPr>
          <a:xfrm>
            <a:off x="3176724" y="3592152"/>
            <a:ext cx="8303457" cy="2577790"/>
          </a:xfrm>
          <a:prstGeom prst="rect">
            <a:avLst/>
          </a:prstGeom>
        </p:spPr>
      </p:pic>
    </p:spTree>
    <p:extLst>
      <p:ext uri="{BB962C8B-B14F-4D97-AF65-F5344CB8AC3E}">
        <p14:creationId xmlns:p14="http://schemas.microsoft.com/office/powerpoint/2010/main" val="3118732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239B-FA5D-4766-A618-09239E5260CF}"/>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59C66418-0911-4468-A989-A98B34435E40}"/>
              </a:ext>
            </a:extLst>
          </p:cNvPr>
          <p:cNvPicPr>
            <a:picLocks noChangeAspect="1"/>
          </p:cNvPicPr>
          <p:nvPr/>
        </p:nvPicPr>
        <p:blipFill>
          <a:blip r:embed="rId2"/>
          <a:stretch>
            <a:fillRect/>
          </a:stretch>
        </p:blipFill>
        <p:spPr>
          <a:xfrm>
            <a:off x="3027021" y="1523062"/>
            <a:ext cx="8070151" cy="4684450"/>
          </a:xfrm>
          <a:prstGeom prst="rect">
            <a:avLst/>
          </a:prstGeom>
        </p:spPr>
      </p:pic>
      <mc:AlternateContent xmlns:mc="http://schemas.openxmlformats.org/markup-compatibility/2006" xmlns:p14="http://schemas.microsoft.com/office/powerpoint/2010/main">
        <mc:Choice Requires="p14">
          <p:contentPart p14:bwMode="auto" r:id="rId3">
            <p14:nvContentPartPr>
              <p14:cNvPr id="127" name="Ink 126">
                <a:extLst>
                  <a:ext uri="{FF2B5EF4-FFF2-40B4-BE49-F238E27FC236}">
                    <a16:creationId xmlns:a16="http://schemas.microsoft.com/office/drawing/2014/main" id="{5F022557-58C9-461C-A19E-51D0DB79D4B6}"/>
                  </a:ext>
                </a:extLst>
              </p14:cNvPr>
              <p14:cNvContentPartPr/>
              <p14:nvPr/>
            </p14:nvContentPartPr>
            <p14:xfrm>
              <a:off x="5537338" y="6359926"/>
              <a:ext cx="1800" cy="11520"/>
            </p14:xfrm>
          </p:contentPart>
        </mc:Choice>
        <mc:Fallback xmlns="">
          <p:pic>
            <p:nvPicPr>
              <p:cNvPr id="127" name="Ink 126">
                <a:extLst>
                  <a:ext uri="{FF2B5EF4-FFF2-40B4-BE49-F238E27FC236}">
                    <a16:creationId xmlns:a16="http://schemas.microsoft.com/office/drawing/2014/main" id="{5F022557-58C9-461C-A19E-51D0DB79D4B6}"/>
                  </a:ext>
                </a:extLst>
              </p:cNvPr>
              <p:cNvPicPr/>
              <p:nvPr/>
            </p:nvPicPr>
            <p:blipFill>
              <a:blip r:embed="rId46"/>
              <a:stretch>
                <a:fillRect/>
              </a:stretch>
            </p:blipFill>
            <p:spPr>
              <a:xfrm>
                <a:off x="5519338" y="6341926"/>
                <a:ext cx="37440" cy="47160"/>
              </a:xfrm>
              <a:prstGeom prst="rect">
                <a:avLst/>
              </a:prstGeom>
            </p:spPr>
          </p:pic>
        </mc:Fallback>
      </mc:AlternateContent>
    </p:spTree>
    <p:extLst>
      <p:ext uri="{BB962C8B-B14F-4D97-AF65-F5344CB8AC3E}">
        <p14:creationId xmlns:p14="http://schemas.microsoft.com/office/powerpoint/2010/main" val="1264323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68CB1-791F-4ABC-B5FD-9E51A7CDDAB0}"/>
              </a:ext>
            </a:extLst>
          </p:cNvPr>
          <p:cNvSpPr>
            <a:spLocks noGrp="1"/>
          </p:cNvSpPr>
          <p:nvPr>
            <p:ph type="title"/>
          </p:nvPr>
        </p:nvSpPr>
        <p:spPr/>
        <p:txBody>
          <a:bodyPr/>
          <a:lstStyle/>
          <a:p>
            <a:r>
              <a:rPr lang="en-US" dirty="0"/>
              <a:t>Step 1: Solve the relaxed LP</a:t>
            </a:r>
          </a:p>
        </p:txBody>
      </p:sp>
      <p:pic>
        <p:nvPicPr>
          <p:cNvPr id="4" name="Picture 3">
            <a:extLst>
              <a:ext uri="{FF2B5EF4-FFF2-40B4-BE49-F238E27FC236}">
                <a16:creationId xmlns:a16="http://schemas.microsoft.com/office/drawing/2014/main" id="{85A93488-A8A3-4ADB-AE90-5DE31CABAF9C}"/>
              </a:ext>
            </a:extLst>
          </p:cNvPr>
          <p:cNvPicPr>
            <a:picLocks noChangeAspect="1"/>
          </p:cNvPicPr>
          <p:nvPr/>
        </p:nvPicPr>
        <p:blipFill>
          <a:blip r:embed="rId2"/>
          <a:stretch>
            <a:fillRect/>
          </a:stretch>
        </p:blipFill>
        <p:spPr>
          <a:xfrm>
            <a:off x="2288874" y="1876541"/>
            <a:ext cx="8646908" cy="4145117"/>
          </a:xfrm>
          <a:prstGeom prst="rect">
            <a:avLst/>
          </a:prstGeom>
        </p:spPr>
      </p:pic>
    </p:spTree>
    <p:extLst>
      <p:ext uri="{BB962C8B-B14F-4D97-AF65-F5344CB8AC3E}">
        <p14:creationId xmlns:p14="http://schemas.microsoft.com/office/powerpoint/2010/main" val="34996544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271DC-6BA6-48EE-8C64-7DA14EF9262A}"/>
              </a:ext>
            </a:extLst>
          </p:cNvPr>
          <p:cNvSpPr>
            <a:spLocks noGrp="1"/>
          </p:cNvSpPr>
          <p:nvPr>
            <p:ph type="title"/>
          </p:nvPr>
        </p:nvSpPr>
        <p:spPr/>
        <p:txBody>
          <a:bodyPr/>
          <a:lstStyle/>
          <a:p>
            <a:r>
              <a:rPr lang="en-US" dirty="0"/>
              <a:t>Branch and Bound</a:t>
            </a:r>
          </a:p>
        </p:txBody>
      </p:sp>
      <p:pic>
        <p:nvPicPr>
          <p:cNvPr id="4" name="Picture 3">
            <a:extLst>
              <a:ext uri="{FF2B5EF4-FFF2-40B4-BE49-F238E27FC236}">
                <a16:creationId xmlns:a16="http://schemas.microsoft.com/office/drawing/2014/main" id="{4A785013-65CA-44EF-9BF0-413F33DDCB74}"/>
              </a:ext>
            </a:extLst>
          </p:cNvPr>
          <p:cNvPicPr>
            <a:picLocks noChangeAspect="1"/>
          </p:cNvPicPr>
          <p:nvPr/>
        </p:nvPicPr>
        <p:blipFill>
          <a:blip r:embed="rId2"/>
          <a:stretch>
            <a:fillRect/>
          </a:stretch>
        </p:blipFill>
        <p:spPr>
          <a:xfrm>
            <a:off x="1692564" y="1848791"/>
            <a:ext cx="9661236" cy="4388457"/>
          </a:xfrm>
          <a:prstGeom prst="rect">
            <a:avLst/>
          </a:prstGeom>
        </p:spPr>
      </p:pic>
    </p:spTree>
    <p:extLst>
      <p:ext uri="{BB962C8B-B14F-4D97-AF65-F5344CB8AC3E}">
        <p14:creationId xmlns:p14="http://schemas.microsoft.com/office/powerpoint/2010/main" val="40561184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A597-EFC3-486B-B01A-4DDEEE708E47}"/>
              </a:ext>
            </a:extLst>
          </p:cNvPr>
          <p:cNvSpPr>
            <a:spLocks noGrp="1"/>
          </p:cNvSpPr>
          <p:nvPr>
            <p:ph type="title"/>
          </p:nvPr>
        </p:nvSpPr>
        <p:spPr/>
        <p:txBody>
          <a:bodyPr/>
          <a:lstStyle/>
          <a:p>
            <a:r>
              <a:rPr lang="en-US" dirty="0"/>
              <a:t>Solve the left branch</a:t>
            </a:r>
          </a:p>
        </p:txBody>
      </p:sp>
      <p:pic>
        <p:nvPicPr>
          <p:cNvPr id="4" name="Picture 3">
            <a:extLst>
              <a:ext uri="{FF2B5EF4-FFF2-40B4-BE49-F238E27FC236}">
                <a16:creationId xmlns:a16="http://schemas.microsoft.com/office/drawing/2014/main" id="{F8BE9D80-9BAA-403C-B9DB-75432852F39D}"/>
              </a:ext>
            </a:extLst>
          </p:cNvPr>
          <p:cNvPicPr>
            <a:picLocks noChangeAspect="1"/>
          </p:cNvPicPr>
          <p:nvPr/>
        </p:nvPicPr>
        <p:blipFill>
          <a:blip r:embed="rId2"/>
          <a:stretch>
            <a:fillRect/>
          </a:stretch>
        </p:blipFill>
        <p:spPr>
          <a:xfrm>
            <a:off x="95220" y="1557699"/>
            <a:ext cx="4992221" cy="2984564"/>
          </a:xfrm>
          <a:prstGeom prst="rect">
            <a:avLst/>
          </a:prstGeom>
        </p:spPr>
      </p:pic>
      <p:pic>
        <p:nvPicPr>
          <p:cNvPr id="5" name="Picture 4">
            <a:extLst>
              <a:ext uri="{FF2B5EF4-FFF2-40B4-BE49-F238E27FC236}">
                <a16:creationId xmlns:a16="http://schemas.microsoft.com/office/drawing/2014/main" id="{ACC5649E-A5E3-4BCF-8688-83CE0DD163E1}"/>
              </a:ext>
            </a:extLst>
          </p:cNvPr>
          <p:cNvPicPr>
            <a:picLocks noChangeAspect="1"/>
          </p:cNvPicPr>
          <p:nvPr/>
        </p:nvPicPr>
        <p:blipFill>
          <a:blip r:embed="rId3"/>
          <a:stretch>
            <a:fillRect/>
          </a:stretch>
        </p:blipFill>
        <p:spPr>
          <a:xfrm>
            <a:off x="4754995" y="2055786"/>
            <a:ext cx="7100213" cy="4203764"/>
          </a:xfrm>
          <a:prstGeom prst="rect">
            <a:avLst/>
          </a:prstGeom>
        </p:spPr>
      </p:pic>
    </p:spTree>
    <p:extLst>
      <p:ext uri="{BB962C8B-B14F-4D97-AF65-F5344CB8AC3E}">
        <p14:creationId xmlns:p14="http://schemas.microsoft.com/office/powerpoint/2010/main" val="18363001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9EFE-D97D-4C72-9807-9E8F63EB2335}"/>
              </a:ext>
            </a:extLst>
          </p:cNvPr>
          <p:cNvSpPr>
            <a:spLocks noGrp="1"/>
          </p:cNvSpPr>
          <p:nvPr>
            <p:ph type="title"/>
          </p:nvPr>
        </p:nvSpPr>
        <p:spPr/>
        <p:txBody>
          <a:bodyPr/>
          <a:lstStyle/>
          <a:p>
            <a:r>
              <a:rPr lang="en-US" dirty="0"/>
              <a:t>Solve the right branch</a:t>
            </a:r>
          </a:p>
        </p:txBody>
      </p:sp>
      <p:pic>
        <p:nvPicPr>
          <p:cNvPr id="4" name="Picture 3">
            <a:extLst>
              <a:ext uri="{FF2B5EF4-FFF2-40B4-BE49-F238E27FC236}">
                <a16:creationId xmlns:a16="http://schemas.microsoft.com/office/drawing/2014/main" id="{CA298B7D-47BD-4C6C-9E65-E6DD4DA64FC6}"/>
              </a:ext>
            </a:extLst>
          </p:cNvPr>
          <p:cNvPicPr>
            <a:picLocks noChangeAspect="1"/>
          </p:cNvPicPr>
          <p:nvPr/>
        </p:nvPicPr>
        <p:blipFill>
          <a:blip r:embed="rId2"/>
          <a:stretch>
            <a:fillRect/>
          </a:stretch>
        </p:blipFill>
        <p:spPr>
          <a:xfrm>
            <a:off x="838200" y="1765029"/>
            <a:ext cx="8647856" cy="4869328"/>
          </a:xfrm>
          <a:prstGeom prst="rect">
            <a:avLst/>
          </a:prstGeom>
        </p:spPr>
      </p:pic>
      <p:pic>
        <p:nvPicPr>
          <p:cNvPr id="5" name="Picture 4">
            <a:extLst>
              <a:ext uri="{FF2B5EF4-FFF2-40B4-BE49-F238E27FC236}">
                <a16:creationId xmlns:a16="http://schemas.microsoft.com/office/drawing/2014/main" id="{626277FE-BB8A-45AE-9DEC-6713017C8EEF}"/>
              </a:ext>
            </a:extLst>
          </p:cNvPr>
          <p:cNvPicPr>
            <a:picLocks noChangeAspect="1"/>
          </p:cNvPicPr>
          <p:nvPr/>
        </p:nvPicPr>
        <p:blipFill>
          <a:blip r:embed="rId3"/>
          <a:stretch>
            <a:fillRect/>
          </a:stretch>
        </p:blipFill>
        <p:spPr>
          <a:xfrm>
            <a:off x="5308618" y="2250724"/>
            <a:ext cx="6639546" cy="1957003"/>
          </a:xfrm>
          <a:prstGeom prst="rect">
            <a:avLst/>
          </a:prstGeom>
        </p:spPr>
      </p:pic>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AA61D64D-7DAD-4F7E-B3BB-CEA6CC1468D0}"/>
                  </a:ext>
                </a:extLst>
              </p14:cNvPr>
              <p14:cNvContentPartPr/>
              <p14:nvPr/>
            </p14:nvContentPartPr>
            <p14:xfrm>
              <a:off x="6914338" y="5509246"/>
              <a:ext cx="6840" cy="57240"/>
            </p14:xfrm>
          </p:contentPart>
        </mc:Choice>
        <mc:Fallback xmlns="">
          <p:pic>
            <p:nvPicPr>
              <p:cNvPr id="9" name="Ink 8">
                <a:extLst>
                  <a:ext uri="{FF2B5EF4-FFF2-40B4-BE49-F238E27FC236}">
                    <a16:creationId xmlns:a16="http://schemas.microsoft.com/office/drawing/2014/main" id="{AA61D64D-7DAD-4F7E-B3BB-CEA6CC1468D0}"/>
                  </a:ext>
                </a:extLst>
              </p:cNvPr>
              <p:cNvPicPr/>
              <p:nvPr/>
            </p:nvPicPr>
            <p:blipFill>
              <a:blip r:embed="rId5"/>
              <a:stretch>
                <a:fillRect/>
              </a:stretch>
            </p:blipFill>
            <p:spPr>
              <a:xfrm>
                <a:off x="6896698" y="5491246"/>
                <a:ext cx="42480" cy="92880"/>
              </a:xfrm>
              <a:prstGeom prst="rect">
                <a:avLst/>
              </a:prstGeom>
            </p:spPr>
          </p:pic>
        </mc:Fallback>
      </mc:AlternateContent>
    </p:spTree>
    <p:extLst>
      <p:ext uri="{BB962C8B-B14F-4D97-AF65-F5344CB8AC3E}">
        <p14:creationId xmlns:p14="http://schemas.microsoft.com/office/powerpoint/2010/main" val="1770532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1f93f5a-d08d-42f0-9d8e-b0aa3d01a5f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B5735525C3E7C4F8D44FE348B868475" ma:contentTypeVersion="18" ma:contentTypeDescription="Create a new document." ma:contentTypeScope="" ma:versionID="b1d45e8e35e9024de919eabb6b348a16">
  <xsd:schema xmlns:xsd="http://www.w3.org/2001/XMLSchema" xmlns:xs="http://www.w3.org/2001/XMLSchema" xmlns:p="http://schemas.microsoft.com/office/2006/metadata/properties" xmlns:ns3="87138a84-c9ec-4ab7-b784-a348c27780b6" xmlns:ns4="11f93f5a-d08d-42f0-9d8e-b0aa3d01a5fe" targetNamespace="http://schemas.microsoft.com/office/2006/metadata/properties" ma:root="true" ma:fieldsID="c70c007a640bab90320973ca405de1dd" ns3:_="" ns4:_="">
    <xsd:import namespace="87138a84-c9ec-4ab7-b784-a348c27780b6"/>
    <xsd:import namespace="11f93f5a-d08d-42f0-9d8e-b0aa3d01a5fe"/>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AutoKeyPoints" minOccurs="0"/>
                <xsd:element ref="ns4:MediaServiceKeyPoints" minOccurs="0"/>
                <xsd:element ref="ns4:MediaServiceOCR" minOccurs="0"/>
                <xsd:element ref="ns4:MediaServiceLocation" minOccurs="0"/>
                <xsd:element ref="ns4:MediaLengthInSeconds" minOccurs="0"/>
                <xsd:element ref="ns4:MediaServiceObjectDetectorVersions" minOccurs="0"/>
                <xsd:element ref="ns4:_activity"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138a84-c9ec-4ab7-b784-a348c27780b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f93f5a-d08d-42f0-9d8e-b0aa3d01a5fe"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_activity" ma:index="23" nillable="true" ma:displayName="_activity" ma:hidden="true" ma:internalName="_activity">
      <xsd:simpleType>
        <xsd:restriction base="dms:Note"/>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D4FC09-D5E6-4F93-A43D-0B72EBAE949D}">
  <ds:schemaRef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dcmitype/"/>
    <ds:schemaRef ds:uri="http://purl.org/dc/elements/1.1/"/>
    <ds:schemaRef ds:uri="http://purl.org/dc/terms/"/>
    <ds:schemaRef ds:uri="11f93f5a-d08d-42f0-9d8e-b0aa3d01a5fe"/>
    <ds:schemaRef ds:uri="87138a84-c9ec-4ab7-b784-a348c27780b6"/>
    <ds:schemaRef ds:uri="http://schemas.microsoft.com/office/2006/metadata/properties"/>
  </ds:schemaRefs>
</ds:datastoreItem>
</file>

<file path=customXml/itemProps2.xml><?xml version="1.0" encoding="utf-8"?>
<ds:datastoreItem xmlns:ds="http://schemas.openxmlformats.org/officeDocument/2006/customXml" ds:itemID="{705842A7-6FA6-496E-91D0-92B42F3EED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7138a84-c9ec-4ab7-b784-a348c27780b6"/>
    <ds:schemaRef ds:uri="11f93f5a-d08d-42f0-9d8e-b0aa3d01a5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E5E81F-8F7D-433D-81DA-99FCC7F46A2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24093</TotalTime>
  <Words>4368</Words>
  <Application>Microsoft Macintosh PowerPoint</Application>
  <PresentationFormat>Widescreen</PresentationFormat>
  <Paragraphs>255</Paragraphs>
  <Slides>55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Calibri Light</vt:lpstr>
      <vt:lpstr>Cambria Math</vt:lpstr>
      <vt:lpstr>Office Theme</vt:lpstr>
      <vt:lpstr>Green Computing</vt:lpstr>
      <vt:lpstr>Green Computing Overview (1/2)</vt:lpstr>
      <vt:lpstr>Green Computing Overview (2/2)</vt:lpstr>
      <vt:lpstr>Moore's Law</vt:lpstr>
      <vt:lpstr>Significance of Moore's Law in Energy-Efficient Computing (1/3)</vt:lpstr>
      <vt:lpstr>Significance of Moore's Law in Energy-Efficient Computing (2/3)</vt:lpstr>
      <vt:lpstr>Significance of Moore's Law in Energy-Efficient Computing (3/3)</vt:lpstr>
      <vt:lpstr>Conclusion</vt:lpstr>
      <vt:lpstr>Amdahl's Law</vt:lpstr>
      <vt:lpstr>Significance of Amdahl's Law in Energy-Efficient Computing</vt:lpstr>
      <vt:lpstr>Significance of Amdahl's Law in Energy-Efficient Computing</vt:lpstr>
      <vt:lpstr>Significance of Amdahl's Law in Energy-Efficient Computing</vt:lpstr>
      <vt:lpstr>Significance of Amdahl's Law in Energy-Efficient Computing</vt:lpstr>
      <vt:lpstr>Problem 1 (Application of Moore’s law)</vt:lpstr>
      <vt:lpstr>Problem 1</vt:lpstr>
      <vt:lpstr>Problem 2 (Application of Amdahl’s law)</vt:lpstr>
      <vt:lpstr>Problem 2 (Application of Amdahl’s law)</vt:lpstr>
      <vt:lpstr>Problem 3: Combining Moore's Law and Amdahl's Law</vt:lpstr>
      <vt:lpstr>Conclusion </vt:lpstr>
      <vt:lpstr>Dennard's Scaling</vt:lpstr>
      <vt:lpstr>Key points to note</vt:lpstr>
      <vt:lpstr>Application to Energy-Efficient Computing</vt:lpstr>
      <vt:lpstr>Application to Energy-Efficient Computing</vt:lpstr>
      <vt:lpstr>Example 1: Power Scaling</vt:lpstr>
      <vt:lpstr>Example 2: Performance Scaling</vt:lpstr>
      <vt:lpstr>Example 3: Device Density</vt:lpstr>
      <vt:lpstr>ARM Cortex-A Series (Mobile and Embedded Systems)</vt:lpstr>
      <vt:lpstr>What is ARM?</vt:lpstr>
      <vt:lpstr>Intel’s Low Power Atom Processors (Mobile and Netbooks)</vt:lpstr>
      <vt:lpstr>NVIDIA’s Volta Architecture (GPUs for Deep Learning and AI)</vt:lpstr>
      <vt:lpstr>Google’s Tensor Processing Units (TPUs) for Machine Learning</vt:lpstr>
      <vt:lpstr>Apple’s M1 Chip (System on a Chip for Personal Computers)</vt:lpstr>
      <vt:lpstr>Microsoft Project Catapult (FPGAs for Data Centers)</vt:lpstr>
      <vt:lpstr>Conclusion</vt:lpstr>
      <vt:lpstr>Google’s Strategies for Managing Energy Consumption in Data Centers</vt:lpstr>
      <vt:lpstr>Data Center Design and Infrastructure</vt:lpstr>
      <vt:lpstr>Software-Driven Optimization</vt:lpstr>
      <vt:lpstr>Use of Renewable Energy</vt:lpstr>
      <vt:lpstr>ILP and Optimization Approaches</vt:lpstr>
      <vt:lpstr>AI-Powered Control Systems</vt:lpstr>
      <vt:lpstr>Open Research and Shared Knowledge</vt:lpstr>
      <vt:lpstr>Data Center Energy Optimization Example </vt:lpstr>
      <vt:lpstr>Mathematical Formulation</vt:lpstr>
      <vt:lpstr>Objective Function</vt:lpstr>
      <vt:lpstr>Constraints</vt:lpstr>
      <vt:lpstr>Constraints</vt:lpstr>
      <vt:lpstr>Interpretation</vt:lpstr>
      <vt:lpstr>Example problem</vt:lpstr>
      <vt:lpstr>Mathematical Formulation</vt:lpstr>
      <vt:lpstr>Step 1: Solve the relaxed LP</vt:lpstr>
      <vt:lpstr>Step 1: Solve the relaxed LP</vt:lpstr>
      <vt:lpstr>Step 1: Solve the relaxed LP</vt:lpstr>
      <vt:lpstr>Branch and Bound</vt:lpstr>
      <vt:lpstr>Solve the left branch</vt:lpstr>
      <vt:lpstr>Solve the right branch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Computing</dc:title>
  <dc:creator>Dr.Sugata Gangopadhyay</dc:creator>
  <cp:lastModifiedBy>Dr.Sugata Gangopadhyay</cp:lastModifiedBy>
  <cp:revision>49</cp:revision>
  <dcterms:created xsi:type="dcterms:W3CDTF">2025-01-14T22:29:09Z</dcterms:created>
  <dcterms:modified xsi:type="dcterms:W3CDTF">2026-01-30T13:14:31Z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0x010100FB5735525C3E7C4F8D44FE348B868475</vt:lpwstr>
  </property>
</Properties>
</file>